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5"/>
  </p:notesMasterIdLst>
  <p:handoutMasterIdLst>
    <p:handoutMasterId r:id="rId16"/>
  </p:handoutMasterIdLst>
  <p:sldIdLst>
    <p:sldId id="2145706228" r:id="rId5"/>
    <p:sldId id="2145706230" r:id="rId6"/>
    <p:sldId id="2145706229" r:id="rId7"/>
    <p:sldId id="2145706227" r:id="rId8"/>
    <p:sldId id="2145706232" r:id="rId9"/>
    <p:sldId id="2145706233" r:id="rId10"/>
    <p:sldId id="2145706239" r:id="rId11"/>
    <p:sldId id="2145706240" r:id="rId12"/>
    <p:sldId id="2145706226" r:id="rId13"/>
    <p:sldId id="2145706223" r:id="rId14"/>
  </p:sldIdLst>
  <p:sldSz cx="12192000" cy="6858000"/>
  <p:notesSz cx="6858000" cy="9144000"/>
  <p:defaultTextStyle>
    <a:defPPr>
      <a:defRPr lang="en-US"/>
    </a:defPPr>
    <a:lvl1pPr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08" indent="-200852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614" indent="-401707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423" indent="-602558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119" indent="-804302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1279772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1535726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1791681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2047634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0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89" autoAdjust="0"/>
    <p:restoredTop sz="96261" autoAdjust="0"/>
  </p:normalViewPr>
  <p:slideViewPr>
    <p:cSldViewPr snapToGrid="0">
      <p:cViewPr varScale="1">
        <p:scale>
          <a:sx n="113" d="100"/>
          <a:sy n="113" d="100"/>
        </p:scale>
        <p:origin x="531" y="57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Site Engagement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EA117E60-BBC5-4E9B-A34A-34FFAB1CCE31}" type="VALUE">
                      <a:rPr lang="en-US" b="1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1A3-4D1E-BD66-FBA3EF7234C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0%</c:formatCode>
                <c:ptCount val="1"/>
                <c:pt idx="0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A1-459C-9969-E528E94EF2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Number of Visits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4E9D7C57-A98C-460F-AD07-22882A8D1DE8}" type="VALUE">
                      <a:rPr lang="en-US" b="1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1A3-4D1E-BD66-FBA3EF7234C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0%</c:formatCode>
                <c:ptCount val="1"/>
                <c:pt idx="0">
                  <c:v>-0.3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A1-459C-9969-E528E94EF2D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Positive Sentiment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45FA89B7-F2CD-431A-90E7-C9D0F75AEA12}" type="VALUE">
                      <a:rPr lang="en-US" b="1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A1A3-4D1E-BD66-FBA3EF7234C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Sheet1!$D$2</c:f>
              <c:numCache>
                <c:formatCode>0%</c:formatCode>
                <c:ptCount val="1"/>
                <c:pt idx="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A1-459C-9969-E528E94EF2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421054751"/>
        <c:axId val="1421055711"/>
      </c:barChart>
      <c:catAx>
        <c:axId val="1421054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1055711"/>
        <c:crosses val="autoZero"/>
        <c:auto val="1"/>
        <c:lblAlgn val="ctr"/>
        <c:lblOffset val="100"/>
        <c:noMultiLvlLbl val="0"/>
      </c:catAx>
      <c:valAx>
        <c:axId val="1421055711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1054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Site Engagement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0.35</c:v>
                </c:pt>
                <c:pt idx="1">
                  <c:v>0.25</c:v>
                </c:pt>
                <c:pt idx="2">
                  <c:v>0.35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AF-4E5F-9725-B51DF3A8F5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Number of Visits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-0.3</c:v>
                </c:pt>
                <c:pt idx="1">
                  <c:v>0.44</c:v>
                </c:pt>
                <c:pt idx="2">
                  <c:v>0.18</c:v>
                </c:pt>
                <c:pt idx="3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AF-4E5F-9725-B51DF3A8F55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Positive Sentiment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0.2</c:v>
                </c:pt>
                <c:pt idx="1">
                  <c:v>0.2</c:v>
                </c:pt>
                <c:pt idx="2">
                  <c:v>0.03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AF-4E5F-9725-B51DF3A8F55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861760592"/>
        <c:axId val="861761072"/>
      </c:barChart>
      <c:catAx>
        <c:axId val="8617605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1761072"/>
        <c:crosses val="autoZero"/>
        <c:auto val="1"/>
        <c:lblAlgn val="ctr"/>
        <c:lblOffset val="100"/>
        <c:noMultiLvlLbl val="0"/>
      </c:catAx>
      <c:valAx>
        <c:axId val="86176107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861760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7F79DEC-C39C-28D1-EAA8-EACD94B7A4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Espace réservé de l'en-tête 6">
            <a:extLst>
              <a:ext uri="{FF2B5EF4-FFF2-40B4-BE49-F238E27FC236}">
                <a16:creationId xmlns:a16="http://schemas.microsoft.com/office/drawing/2014/main" id="{B72174B9-9A14-6BAF-820F-C56FE34F30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E81EC4D6-DF5D-64E1-1FDE-D084080498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2784EB-FA74-48F5-964F-CCEDAB7BEADF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C5096FA8-724D-CD4B-E250-794E086DD8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FB070-1C5B-4F32-A5D0-8C9BF4F61ED3}" type="datetimeFigureOut">
              <a:rPr lang="en-CA" smtClean="0"/>
              <a:t>2026-09-14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2169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144000" tIns="144000" rIns="144000" bIns="144000" rtlCol="0"/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144000" tIns="144000" rIns="144000" bIns="144000" rtlCol="0"/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862401FA-03E4-417E-850D-BECBAC0BE149}" type="datetimeFigureOut">
              <a:rPr lang="en-CA" smtClean="0"/>
              <a:pPr/>
              <a:t>2026-09-14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8680" y="971600"/>
            <a:ext cx="5760640" cy="324036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8680" y="4427934"/>
            <a:ext cx="5760640" cy="374446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add notes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144000" tIns="144000" rIns="144000" bIns="144000" rtlCol="0" anchor="b"/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144000" tIns="144000" rIns="144000" bIns="144000" rtlCol="0" anchor="b"/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527AB645-225A-4E0C-832E-9FE495AA9FCD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646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Bef>
        <a:spcPts val="800"/>
      </a:spcBef>
      <a:buFont typeface="Arial" panose="020B0604020202020204" pitchFamily="34" charset="0"/>
      <a:buChar char="​"/>
      <a:defRPr sz="1400" kern="1200">
        <a:solidFill>
          <a:schemeClr val="tx2"/>
        </a:solidFill>
        <a:latin typeface="+mn-lt"/>
        <a:ea typeface="+mn-ea"/>
        <a:cs typeface="+mn-cs"/>
      </a:defRPr>
    </a:lvl1pPr>
    <a:lvl2pPr marL="234000" indent="-216000" algn="l" defTabSz="914400" rtl="0" eaLnBrk="1" latinLnBrk="0" hangingPunct="1">
      <a:spcBef>
        <a:spcPts val="400"/>
      </a:spcBef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428400" indent="-180000" algn="l" defTabSz="914400" rtl="0" eaLnBrk="1" latinLnBrk="0" hangingPunct="1">
      <a:spcBef>
        <a:spcPts val="200"/>
      </a:spcBef>
      <a:buClr>
        <a:schemeClr val="accent3"/>
      </a:buClr>
      <a:buFont typeface="Wingdings" panose="05000000000000000000" pitchFamily="2" charset="2"/>
      <a:buChar char="§"/>
      <a:defRPr sz="1100" kern="1200">
        <a:solidFill>
          <a:schemeClr val="tx2"/>
        </a:solidFill>
        <a:latin typeface="+mn-lt"/>
        <a:ea typeface="+mn-ea"/>
        <a:cs typeface="+mn-cs"/>
      </a:defRPr>
    </a:lvl3pPr>
    <a:lvl4pPr marL="583200" indent="-144000" algn="l" defTabSz="914400" rtl="0" eaLnBrk="1" latinLnBrk="0" hangingPunct="1">
      <a:spcBef>
        <a:spcPts val="100"/>
      </a:spcBef>
      <a:buClr>
        <a:schemeClr val="accent3"/>
      </a:buClr>
      <a:buFont typeface="Wingdings" panose="05000000000000000000" pitchFamily="2" charset="2"/>
      <a:buChar char="§"/>
      <a:defRPr sz="1000" kern="1200">
        <a:solidFill>
          <a:schemeClr val="tx2"/>
        </a:solidFill>
        <a:latin typeface="+mn-lt"/>
        <a:ea typeface="+mn-ea"/>
        <a:cs typeface="+mn-cs"/>
      </a:defRPr>
    </a:lvl4pPr>
    <a:lvl5pPr marL="234000" indent="-234000" algn="l" defTabSz="914400" rtl="0" eaLnBrk="1" latinLnBrk="0" hangingPunct="1">
      <a:buFont typeface="+mj-lt"/>
      <a:buAutoNum type="arabicPeriod"/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9275" y="9715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AB645-225A-4E0C-832E-9FE495AA9FCD}" type="slidenum">
              <a:rPr lang="en-CA" smtClean="0"/>
              <a:pPr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5600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layou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D9C098A-1A9B-42BA-A99B-13C621FE5D84}"/>
              </a:ext>
            </a:extLst>
          </p:cNvPr>
          <p:cNvSpPr txBox="1"/>
          <p:nvPr/>
        </p:nvSpPr>
        <p:spPr>
          <a:xfrm>
            <a:off x="2" y="2397949"/>
            <a:ext cx="12191999" cy="2062103"/>
          </a:xfrm>
          <a:prstGeom prst="rect">
            <a:avLst/>
          </a:prstGeom>
          <a:noFill/>
        </p:spPr>
        <p:txBody>
          <a:bodyPr wrap="square" lIns="337500" rIns="337500" rtlCol="0" anchor="ctr" anchorCtr="0">
            <a:spAutoFit/>
          </a:bodyPr>
          <a:lstStyle/>
          <a:p>
            <a:pPr algn="ctr"/>
            <a:r>
              <a:rPr lang="en-CA" sz="8800" b="1" i="0" noProof="0">
                <a:solidFill>
                  <a:schemeClr val="bg1"/>
                </a:solidFill>
                <a:latin typeface="+mj-lt"/>
              </a:rPr>
              <a:t>EVP</a:t>
            </a:r>
          </a:p>
          <a:p>
            <a:pPr marL="0" marR="0" lvl="0" indent="0" algn="ctr" defTabSz="9136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CA" sz="2000" i="0" kern="1200" noProof="0">
              <a:solidFill>
                <a:schemeClr val="bg1"/>
              </a:solidFill>
              <a:latin typeface="+mj-lt"/>
              <a:ea typeface="+mn-ea"/>
              <a:cs typeface="+mn-cs"/>
            </a:endParaRPr>
          </a:p>
          <a:p>
            <a:pPr marL="0" marR="0" lvl="0" indent="0" algn="ctr" defTabSz="9136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2000" i="1" kern="1200" noProof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- Never use this page in your presentation -</a:t>
            </a:r>
          </a:p>
        </p:txBody>
      </p:sp>
    </p:spTree>
    <p:extLst>
      <p:ext uri="{BB962C8B-B14F-4D97-AF65-F5344CB8AC3E}">
        <p14:creationId xmlns:p14="http://schemas.microsoft.com/office/powerpoint/2010/main" val="598355850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EVP Cover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FA183D3-283B-0DA9-CDD9-AB0512EEAB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88"/>
          <a:stretch>
            <a:fillRect/>
          </a:stretch>
        </p:blipFill>
        <p:spPr>
          <a:xfrm>
            <a:off x="0" y="484925"/>
            <a:ext cx="12196488" cy="629552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2C5F671-D015-71B2-2096-DD733CFB36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144000" tIns="72000" rIns="144000" bIns="72000" rtlCol="0" anchor="ctr"/>
          <a:lstStyle/>
          <a:p>
            <a:pPr algn="ctr">
              <a:spcBef>
                <a:spcPts val="800"/>
              </a:spcBef>
            </a:pPr>
            <a:endParaRPr lang="en-CA" sz="16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Blue Top">
            <a:extLst>
              <a:ext uri="{FF2B5EF4-FFF2-40B4-BE49-F238E27FC236}">
                <a16:creationId xmlns:a16="http://schemas.microsoft.com/office/drawing/2014/main" id="{3382775D-0FF1-5AAA-CE3F-0A47EC0D80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3776868"/>
          </a:xfrm>
          <a:custGeom>
            <a:avLst/>
            <a:gdLst>
              <a:gd name="connsiteX0" fmla="*/ 0 w 12192000"/>
              <a:gd name="connsiteY0" fmla="*/ 0 h 3776868"/>
              <a:gd name="connsiteX1" fmla="*/ 12192000 w 12192000"/>
              <a:gd name="connsiteY1" fmla="*/ 0 h 3776868"/>
              <a:gd name="connsiteX2" fmla="*/ 12192000 w 12192000"/>
              <a:gd name="connsiteY2" fmla="*/ 1523580 h 3776868"/>
              <a:gd name="connsiteX3" fmla="*/ 11909634 w 12192000"/>
              <a:gd name="connsiteY3" fmla="*/ 1700874 h 3776868"/>
              <a:gd name="connsiteX4" fmla="*/ 2209800 w 12192000"/>
              <a:gd name="connsiteY4" fmla="*/ 3776868 h 3776868"/>
              <a:gd name="connsiteX5" fmla="*/ 428371 w 12192000"/>
              <a:gd name="connsiteY5" fmla="*/ 3722614 h 3776868"/>
              <a:gd name="connsiteX6" fmla="*/ 0 w 12192000"/>
              <a:gd name="connsiteY6" fmla="*/ 3691821 h 3776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776868">
                <a:moveTo>
                  <a:pt x="0" y="0"/>
                </a:moveTo>
                <a:lnTo>
                  <a:pt x="12192000" y="0"/>
                </a:lnTo>
                <a:lnTo>
                  <a:pt x="12192000" y="1523580"/>
                </a:lnTo>
                <a:lnTo>
                  <a:pt x="11909634" y="1700874"/>
                </a:lnTo>
                <a:cubicBezTo>
                  <a:pt x="9807490" y="2953380"/>
                  <a:pt x="6247554" y="3776868"/>
                  <a:pt x="2209800" y="3776868"/>
                </a:cubicBezTo>
                <a:cubicBezTo>
                  <a:pt x="1604137" y="3776868"/>
                  <a:pt x="1009225" y="3758340"/>
                  <a:pt x="428371" y="3722614"/>
                </a:cubicBezTo>
                <a:lnTo>
                  <a:pt x="0" y="3691821"/>
                </a:lnTo>
                <a:close/>
              </a:path>
            </a:pathLst>
          </a:custGeom>
          <a:solidFill>
            <a:srgbClr val="0610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C22559-EECF-459D-9BF6-A7957C887C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629055" y="2286000"/>
            <a:ext cx="6305145" cy="710954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CA" sz="2000" dirty="0">
                <a:solidFill>
                  <a:srgbClr val="B4F62A"/>
                </a:solidFill>
              </a:defRPr>
            </a:lvl1pPr>
          </a:lstStyle>
          <a:p>
            <a:pPr lvl="0">
              <a:buNone/>
            </a:pPr>
            <a:r>
              <a:rPr lang="en-CA" dirty="0"/>
              <a:t>Click to add a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7264B1-E288-4B94-AC4C-204F8B7223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29054" y="381000"/>
            <a:ext cx="7600545" cy="1791273"/>
          </a:xfrm>
        </p:spPr>
        <p:txBody>
          <a:bodyPr anchor="b">
            <a:normAutofit/>
          </a:bodyPr>
          <a:lstStyle>
            <a:lvl1pPr algn="l">
              <a:defRPr lang="en-CA" sz="5000" b="1" kern="1200" cap="none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CA"/>
              <a:t>Click to add a title</a:t>
            </a:r>
          </a:p>
        </p:txBody>
      </p:sp>
      <p:sp>
        <p:nvSpPr>
          <p:cNvPr id="8" name="Green Line">
            <a:extLst>
              <a:ext uri="{FF2B5EF4-FFF2-40B4-BE49-F238E27FC236}">
                <a16:creationId xmlns:a16="http://schemas.microsoft.com/office/drawing/2014/main" id="{5BA9F279-6C4C-B4AC-9674-CA5B34A3A1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523581"/>
            <a:ext cx="12192000" cy="2253288"/>
          </a:xfrm>
          <a:custGeom>
            <a:avLst/>
            <a:gdLst>
              <a:gd name="connsiteX0" fmla="*/ 0 w 12192000"/>
              <a:gd name="connsiteY0" fmla="*/ 0 h 3776868"/>
              <a:gd name="connsiteX1" fmla="*/ 12192000 w 12192000"/>
              <a:gd name="connsiteY1" fmla="*/ 0 h 3776868"/>
              <a:gd name="connsiteX2" fmla="*/ 12192000 w 12192000"/>
              <a:gd name="connsiteY2" fmla="*/ 1523580 h 3776868"/>
              <a:gd name="connsiteX3" fmla="*/ 11909634 w 12192000"/>
              <a:gd name="connsiteY3" fmla="*/ 1700874 h 3776868"/>
              <a:gd name="connsiteX4" fmla="*/ 2209800 w 12192000"/>
              <a:gd name="connsiteY4" fmla="*/ 3776868 h 3776868"/>
              <a:gd name="connsiteX5" fmla="*/ 428371 w 12192000"/>
              <a:gd name="connsiteY5" fmla="*/ 3722614 h 3776868"/>
              <a:gd name="connsiteX6" fmla="*/ 0 w 12192000"/>
              <a:gd name="connsiteY6" fmla="*/ 3691821 h 3776868"/>
              <a:gd name="connsiteX0" fmla="*/ 0 w 12192000"/>
              <a:gd name="connsiteY0" fmla="*/ 0 h 3776868"/>
              <a:gd name="connsiteX1" fmla="*/ 12192000 w 12192000"/>
              <a:gd name="connsiteY1" fmla="*/ 0 h 3776868"/>
              <a:gd name="connsiteX2" fmla="*/ 12192000 w 12192000"/>
              <a:gd name="connsiteY2" fmla="*/ 1523580 h 3776868"/>
              <a:gd name="connsiteX3" fmla="*/ 11909634 w 12192000"/>
              <a:gd name="connsiteY3" fmla="*/ 1700874 h 3776868"/>
              <a:gd name="connsiteX4" fmla="*/ 2209800 w 12192000"/>
              <a:gd name="connsiteY4" fmla="*/ 3776868 h 3776868"/>
              <a:gd name="connsiteX5" fmla="*/ 428371 w 12192000"/>
              <a:gd name="connsiteY5" fmla="*/ 3722614 h 3776868"/>
              <a:gd name="connsiteX6" fmla="*/ 0 w 12192000"/>
              <a:gd name="connsiteY6" fmla="*/ 3691821 h 3776868"/>
              <a:gd name="connsiteX7" fmla="*/ 91440 w 12192000"/>
              <a:gd name="connsiteY7" fmla="*/ 91440 h 3776868"/>
              <a:gd name="connsiteX0" fmla="*/ 1082452 w 13274452"/>
              <a:gd name="connsiteY0" fmla="*/ 0 h 3776868"/>
              <a:gd name="connsiteX1" fmla="*/ 13274452 w 13274452"/>
              <a:gd name="connsiteY1" fmla="*/ 0 h 3776868"/>
              <a:gd name="connsiteX2" fmla="*/ 13274452 w 13274452"/>
              <a:gd name="connsiteY2" fmla="*/ 1523580 h 3776868"/>
              <a:gd name="connsiteX3" fmla="*/ 12992086 w 13274452"/>
              <a:gd name="connsiteY3" fmla="*/ 1700874 h 3776868"/>
              <a:gd name="connsiteX4" fmla="*/ 3292252 w 13274452"/>
              <a:gd name="connsiteY4" fmla="*/ 3776868 h 3776868"/>
              <a:gd name="connsiteX5" fmla="*/ 1510823 w 13274452"/>
              <a:gd name="connsiteY5" fmla="*/ 3722614 h 3776868"/>
              <a:gd name="connsiteX6" fmla="*/ 1082452 w 13274452"/>
              <a:gd name="connsiteY6" fmla="*/ 3691821 h 3776868"/>
              <a:gd name="connsiteX7" fmla="*/ 0 w 13274452"/>
              <a:gd name="connsiteY7" fmla="*/ 536283 h 3776868"/>
              <a:gd name="connsiteX0" fmla="*/ 1181306 w 13274452"/>
              <a:gd name="connsiteY0" fmla="*/ 0 h 4888976"/>
              <a:gd name="connsiteX1" fmla="*/ 13274452 w 13274452"/>
              <a:gd name="connsiteY1" fmla="*/ 1112108 h 4888976"/>
              <a:gd name="connsiteX2" fmla="*/ 13274452 w 13274452"/>
              <a:gd name="connsiteY2" fmla="*/ 2635688 h 4888976"/>
              <a:gd name="connsiteX3" fmla="*/ 12992086 w 13274452"/>
              <a:gd name="connsiteY3" fmla="*/ 2812982 h 4888976"/>
              <a:gd name="connsiteX4" fmla="*/ 3292252 w 13274452"/>
              <a:gd name="connsiteY4" fmla="*/ 4888976 h 4888976"/>
              <a:gd name="connsiteX5" fmla="*/ 1510823 w 13274452"/>
              <a:gd name="connsiteY5" fmla="*/ 4834722 h 4888976"/>
              <a:gd name="connsiteX6" fmla="*/ 1082452 w 13274452"/>
              <a:gd name="connsiteY6" fmla="*/ 4803929 h 4888976"/>
              <a:gd name="connsiteX7" fmla="*/ 0 w 13274452"/>
              <a:gd name="connsiteY7" fmla="*/ 1648391 h 4888976"/>
              <a:gd name="connsiteX0" fmla="*/ 1181306 w 13719295"/>
              <a:gd name="connsiteY0" fmla="*/ 0 h 4888976"/>
              <a:gd name="connsiteX1" fmla="*/ 13719295 w 13719295"/>
              <a:gd name="connsiteY1" fmla="*/ 840259 h 4888976"/>
              <a:gd name="connsiteX2" fmla="*/ 13274452 w 13719295"/>
              <a:gd name="connsiteY2" fmla="*/ 2635688 h 4888976"/>
              <a:gd name="connsiteX3" fmla="*/ 12992086 w 13719295"/>
              <a:gd name="connsiteY3" fmla="*/ 2812982 h 4888976"/>
              <a:gd name="connsiteX4" fmla="*/ 3292252 w 13719295"/>
              <a:gd name="connsiteY4" fmla="*/ 4888976 h 4888976"/>
              <a:gd name="connsiteX5" fmla="*/ 1510823 w 13719295"/>
              <a:gd name="connsiteY5" fmla="*/ 4834722 h 4888976"/>
              <a:gd name="connsiteX6" fmla="*/ 1082452 w 13719295"/>
              <a:gd name="connsiteY6" fmla="*/ 4803929 h 4888976"/>
              <a:gd name="connsiteX7" fmla="*/ 0 w 13719295"/>
              <a:gd name="connsiteY7" fmla="*/ 1648391 h 4888976"/>
              <a:gd name="connsiteX0" fmla="*/ 13719295 w 13719295"/>
              <a:gd name="connsiteY0" fmla="*/ 0 h 4048717"/>
              <a:gd name="connsiteX1" fmla="*/ 13274452 w 13719295"/>
              <a:gd name="connsiteY1" fmla="*/ 1795429 h 4048717"/>
              <a:gd name="connsiteX2" fmla="*/ 12992086 w 13719295"/>
              <a:gd name="connsiteY2" fmla="*/ 1972723 h 4048717"/>
              <a:gd name="connsiteX3" fmla="*/ 3292252 w 13719295"/>
              <a:gd name="connsiteY3" fmla="*/ 4048717 h 4048717"/>
              <a:gd name="connsiteX4" fmla="*/ 1510823 w 13719295"/>
              <a:gd name="connsiteY4" fmla="*/ 3994463 h 4048717"/>
              <a:gd name="connsiteX5" fmla="*/ 1082452 w 13719295"/>
              <a:gd name="connsiteY5" fmla="*/ 3963670 h 4048717"/>
              <a:gd name="connsiteX6" fmla="*/ 0 w 13719295"/>
              <a:gd name="connsiteY6" fmla="*/ 808132 h 4048717"/>
              <a:gd name="connsiteX0" fmla="*/ 13274452 w 13274452"/>
              <a:gd name="connsiteY0" fmla="*/ 987297 h 3240585"/>
              <a:gd name="connsiteX1" fmla="*/ 12992086 w 13274452"/>
              <a:gd name="connsiteY1" fmla="*/ 1164591 h 3240585"/>
              <a:gd name="connsiteX2" fmla="*/ 3292252 w 13274452"/>
              <a:gd name="connsiteY2" fmla="*/ 3240585 h 3240585"/>
              <a:gd name="connsiteX3" fmla="*/ 1510823 w 13274452"/>
              <a:gd name="connsiteY3" fmla="*/ 3186331 h 3240585"/>
              <a:gd name="connsiteX4" fmla="*/ 1082452 w 13274452"/>
              <a:gd name="connsiteY4" fmla="*/ 3155538 h 3240585"/>
              <a:gd name="connsiteX5" fmla="*/ 0 w 13274452"/>
              <a:gd name="connsiteY5" fmla="*/ 0 h 3240585"/>
              <a:gd name="connsiteX0" fmla="*/ 12192000 w 12192000"/>
              <a:gd name="connsiteY0" fmla="*/ 0 h 2253288"/>
              <a:gd name="connsiteX1" fmla="*/ 11909634 w 12192000"/>
              <a:gd name="connsiteY1" fmla="*/ 177294 h 2253288"/>
              <a:gd name="connsiteX2" fmla="*/ 2209800 w 12192000"/>
              <a:gd name="connsiteY2" fmla="*/ 2253288 h 2253288"/>
              <a:gd name="connsiteX3" fmla="*/ 428371 w 12192000"/>
              <a:gd name="connsiteY3" fmla="*/ 2199034 h 2253288"/>
              <a:gd name="connsiteX4" fmla="*/ 0 w 12192000"/>
              <a:gd name="connsiteY4" fmla="*/ 2168241 h 2253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2253288">
                <a:moveTo>
                  <a:pt x="12192000" y="0"/>
                </a:moveTo>
                <a:lnTo>
                  <a:pt x="11909634" y="177294"/>
                </a:lnTo>
                <a:cubicBezTo>
                  <a:pt x="9807490" y="1429800"/>
                  <a:pt x="6247554" y="2253288"/>
                  <a:pt x="2209800" y="2253288"/>
                </a:cubicBezTo>
                <a:cubicBezTo>
                  <a:pt x="1604137" y="2253288"/>
                  <a:pt x="1009225" y="2234760"/>
                  <a:pt x="428371" y="2199034"/>
                </a:cubicBezTo>
                <a:lnTo>
                  <a:pt x="0" y="2168241"/>
                </a:ln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pic>
        <p:nvPicPr>
          <p:cNvPr id="18" name="CAE Logo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641AF9D-3887-F6AC-1B93-F8190DEAFA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561" y="6295526"/>
            <a:ext cx="887416" cy="515348"/>
          </a:xfrm>
          <a:prstGeom prst="rect">
            <a:avLst/>
          </a:pr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69A163D-62BC-C677-540E-6DD139833A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1" y="1463676"/>
            <a:ext cx="12192001" cy="2041525"/>
          </a:xfrm>
          <a:custGeom>
            <a:avLst/>
            <a:gdLst>
              <a:gd name="connsiteX0" fmla="*/ 12192001 w 12192001"/>
              <a:gd name="connsiteY0" fmla="*/ 0 h 3470951"/>
              <a:gd name="connsiteX1" fmla="*/ 12192001 w 12192001"/>
              <a:gd name="connsiteY1" fmla="*/ 1429426 h 3470951"/>
              <a:gd name="connsiteX2" fmla="*/ 12098013 w 12192001"/>
              <a:gd name="connsiteY2" fmla="*/ 1496963 h 3470951"/>
              <a:gd name="connsiteX3" fmla="*/ 3086100 w 12192001"/>
              <a:gd name="connsiteY3" fmla="*/ 3470951 h 3470951"/>
              <a:gd name="connsiteX4" fmla="*/ 44548 w 12192001"/>
              <a:gd name="connsiteY4" fmla="*/ 3218103 h 3470951"/>
              <a:gd name="connsiteX5" fmla="*/ 0 w 12192001"/>
              <a:gd name="connsiteY5" fmla="*/ 3210119 h 3470951"/>
              <a:gd name="connsiteX0" fmla="*/ 12192001 w 12283441"/>
              <a:gd name="connsiteY0" fmla="*/ 0 h 3470951"/>
              <a:gd name="connsiteX1" fmla="*/ 12192001 w 12283441"/>
              <a:gd name="connsiteY1" fmla="*/ 1429426 h 3470951"/>
              <a:gd name="connsiteX2" fmla="*/ 12098013 w 12283441"/>
              <a:gd name="connsiteY2" fmla="*/ 1496963 h 3470951"/>
              <a:gd name="connsiteX3" fmla="*/ 3086100 w 12283441"/>
              <a:gd name="connsiteY3" fmla="*/ 3470951 h 3470951"/>
              <a:gd name="connsiteX4" fmla="*/ 44548 w 12283441"/>
              <a:gd name="connsiteY4" fmla="*/ 3218103 h 3470951"/>
              <a:gd name="connsiteX5" fmla="*/ 0 w 12283441"/>
              <a:gd name="connsiteY5" fmla="*/ 3210119 h 3470951"/>
              <a:gd name="connsiteX6" fmla="*/ 12283441 w 12283441"/>
              <a:gd name="connsiteY6" fmla="*/ 91440 h 3470951"/>
              <a:gd name="connsiteX0" fmla="*/ 12192001 w 12192001"/>
              <a:gd name="connsiteY0" fmla="*/ 0 h 3470951"/>
              <a:gd name="connsiteX1" fmla="*/ 12192001 w 12192001"/>
              <a:gd name="connsiteY1" fmla="*/ 1429426 h 3470951"/>
              <a:gd name="connsiteX2" fmla="*/ 12098013 w 12192001"/>
              <a:gd name="connsiteY2" fmla="*/ 1496963 h 3470951"/>
              <a:gd name="connsiteX3" fmla="*/ 3086100 w 12192001"/>
              <a:gd name="connsiteY3" fmla="*/ 3470951 h 3470951"/>
              <a:gd name="connsiteX4" fmla="*/ 44548 w 12192001"/>
              <a:gd name="connsiteY4" fmla="*/ 3218103 h 3470951"/>
              <a:gd name="connsiteX5" fmla="*/ 0 w 12192001"/>
              <a:gd name="connsiteY5" fmla="*/ 3210119 h 3470951"/>
              <a:gd name="connsiteX0" fmla="*/ 12192001 w 12192001"/>
              <a:gd name="connsiteY0" fmla="*/ 0 h 2041525"/>
              <a:gd name="connsiteX1" fmla="*/ 12098013 w 12192001"/>
              <a:gd name="connsiteY1" fmla="*/ 67537 h 2041525"/>
              <a:gd name="connsiteX2" fmla="*/ 3086100 w 12192001"/>
              <a:gd name="connsiteY2" fmla="*/ 2041525 h 2041525"/>
              <a:gd name="connsiteX3" fmla="*/ 44548 w 12192001"/>
              <a:gd name="connsiteY3" fmla="*/ 1788677 h 2041525"/>
              <a:gd name="connsiteX4" fmla="*/ 0 w 12192001"/>
              <a:gd name="connsiteY4" fmla="*/ 1780693 h 204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1" h="2041525">
                <a:moveTo>
                  <a:pt x="12192001" y="0"/>
                </a:moveTo>
                <a:lnTo>
                  <a:pt x="12098013" y="67537"/>
                </a:lnTo>
                <a:cubicBezTo>
                  <a:pt x="10362472" y="1243333"/>
                  <a:pt x="6977564" y="2041525"/>
                  <a:pt x="3086100" y="2041525"/>
                </a:cubicBezTo>
                <a:cubicBezTo>
                  <a:pt x="2024792" y="2041525"/>
                  <a:pt x="1003687" y="1947993"/>
                  <a:pt x="44548" y="1788677"/>
                </a:cubicBezTo>
                <a:lnTo>
                  <a:pt x="0" y="1780693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  <p:txBody>
          <a:bodyPr wrap="square" lIns="144000" tIns="72000" rIns="144000" bIns="72000" rtlCol="0" anchor="ctr">
            <a:noAutofit/>
          </a:bodyPr>
          <a:lstStyle/>
          <a:p>
            <a:pPr algn="ctr">
              <a:spcBef>
                <a:spcPts val="800"/>
              </a:spcBef>
            </a:pPr>
            <a:endParaRPr lang="en-CA" sz="16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0F672E-E9C4-473B-0CCE-0484424A80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9220200" y="168275"/>
            <a:ext cx="2743200" cy="365125"/>
          </a:xfrm>
        </p:spPr>
        <p:txBody>
          <a:bodyPr/>
          <a:lstStyle>
            <a:lvl1pPr algn="r">
              <a:defRPr lang="en-CA" sz="1600" b="0" kern="1200" dirty="0" smtClean="0">
                <a:solidFill>
                  <a:srgbClr val="B4F62A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Enter Date Here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1466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FDF9A9-A438-259F-6604-A2886FCC83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144000" tIns="72000" rIns="144000" bIns="72000" rtlCol="0" anchor="ctr"/>
          <a:lstStyle/>
          <a:p>
            <a:pPr algn="ctr">
              <a:spcBef>
                <a:spcPts val="800"/>
              </a:spcBef>
            </a:pPr>
            <a:endParaRPr lang="en-CA" sz="1600" b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CAE Logo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ACFD6FF9-F638-E8BD-2ECC-EA9EAE1352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561" y="6295526"/>
            <a:ext cx="887416" cy="515348"/>
          </a:xfrm>
          <a:prstGeom prst="rect">
            <a:avLst/>
          </a:prstGeom>
        </p:spPr>
      </p:pic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E20BD177-A730-6DD8-4520-8E97D900F7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5" hasCustomPrompt="1"/>
          </p:nvPr>
        </p:nvSpPr>
        <p:spPr>
          <a:xfrm>
            <a:off x="1055440" y="2324740"/>
            <a:ext cx="10081120" cy="615447"/>
          </a:xfrm>
        </p:spPr>
        <p:txBody>
          <a:bodyPr lIns="28800" rIns="28800" anchor="b"/>
          <a:lstStyle>
            <a:lvl1pPr marL="0" indent="0">
              <a:buNone/>
              <a:defRPr sz="28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noProof="0" dirty="0"/>
              <a:t>Click to add the subtitle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F3269B72-05A6-0840-726E-9E2353FF5F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055440" y="2952000"/>
            <a:ext cx="10081120" cy="2852737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CA" noProof="0" dirty="0"/>
              <a:t>Click to add the section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CDB350-96BA-AA1B-89F8-26DCAD418E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0"/>
          </p:nvPr>
        </p:nvSpPr>
        <p:spPr>
          <a:xfrm>
            <a:off x="306000" y="6509087"/>
            <a:ext cx="504000" cy="144463"/>
          </a:xfrm>
        </p:spPr>
        <p:txBody>
          <a:bodyPr/>
          <a:lstStyle/>
          <a:p>
            <a:fld id="{9F13E4E3-EA9B-4FF8-B6C4-2516ED16E94E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6355727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7BB10C-B0C4-42A3-9FE3-658189868D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4007768" cy="6858000"/>
          </a:xfrm>
          <a:prstGeom prst="rect">
            <a:avLst/>
          </a:prstGeom>
          <a:solidFill>
            <a:schemeClr val="tx2"/>
          </a:solidFill>
        </p:spPr>
        <p:txBody>
          <a:bodyPr wrap="square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en-CA" sz="1400" b="1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E4DD3891-228D-458B-B2C9-88807CD106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4735104" y="908720"/>
            <a:ext cx="6905512" cy="5069170"/>
          </a:xfrm>
        </p:spPr>
        <p:txBody>
          <a:bodyPr tIns="72000" bIns="72000"/>
          <a:lstStyle>
            <a:lvl1pPr marL="414000" indent="-414000">
              <a:spcBef>
                <a:spcPts val="2400"/>
              </a:spcBef>
              <a:buFont typeface="+mj-lt"/>
              <a:buAutoNum type="arabicPeriod"/>
              <a:defRPr sz="2400">
                <a:solidFill>
                  <a:schemeClr val="tx2"/>
                </a:solidFill>
              </a:defRPr>
            </a:lvl1pPr>
            <a:lvl2pPr marL="648000" indent="-202406">
              <a:spcBef>
                <a:spcPts val="1200"/>
              </a:spcBef>
              <a:defRPr sz="2000">
                <a:solidFill>
                  <a:schemeClr val="tx2"/>
                </a:solidFill>
              </a:defRPr>
            </a:lvl2pPr>
          </a:lstStyle>
          <a:p>
            <a:pPr lvl="0"/>
            <a:r>
              <a:rPr lang="en-CA" noProof="0"/>
              <a:t>Click to add an agenda item</a:t>
            </a:r>
          </a:p>
          <a:p>
            <a:pPr lvl="1"/>
            <a:r>
              <a:rPr lang="en-CA" noProof="0"/>
              <a:t>Second level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F6BCB685-F157-46CF-BE06-EB75FF40F8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551384" y="764704"/>
            <a:ext cx="2952328" cy="2909829"/>
          </a:xfrm>
        </p:spPr>
        <p:txBody>
          <a:bodyPr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CA" noProof="0" dirty="0"/>
              <a:t>Click to add an Agenda title</a:t>
            </a:r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CA34D8-EDEE-33A8-58E2-BA65CE1EB8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144000" tIns="72000" rIns="144000" bIns="72000" rtlCol="0" anchor="ctr"/>
          <a:lstStyle/>
          <a:p>
            <a:pPr algn="ctr">
              <a:spcBef>
                <a:spcPts val="800"/>
              </a:spcBef>
            </a:pPr>
            <a:endParaRPr lang="en-CA" sz="1600" b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CAE Logo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C11B8680-1B9B-CFA5-818C-A81278BAFE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561" y="6295526"/>
            <a:ext cx="887416" cy="515348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DF5C955-E5AC-0DF4-81CE-C4933F69C3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/>
          </p:nvPr>
        </p:nvSpPr>
        <p:spPr bwMode="auto">
          <a:xfrm>
            <a:off x="0" y="4064424"/>
            <a:ext cx="4007768" cy="2183976"/>
          </a:xfrm>
          <a:custGeom>
            <a:avLst/>
            <a:gdLst>
              <a:gd name="connsiteX0" fmla="*/ 1055384 w 4007768"/>
              <a:gd name="connsiteY0" fmla="*/ 0 h 2183976"/>
              <a:gd name="connsiteX1" fmla="*/ 3957146 w 4007768"/>
              <a:gd name="connsiteY1" fmla="*/ 1447492 h 2183976"/>
              <a:gd name="connsiteX2" fmla="*/ 4007768 w 4007768"/>
              <a:gd name="connsiteY2" fmla="*/ 1519098 h 2183976"/>
              <a:gd name="connsiteX3" fmla="*/ 4007768 w 4007768"/>
              <a:gd name="connsiteY3" fmla="*/ 2183976 h 2183976"/>
              <a:gd name="connsiteX4" fmla="*/ 0 w 4007768"/>
              <a:gd name="connsiteY4" fmla="*/ 2183976 h 2183976"/>
              <a:gd name="connsiteX5" fmla="*/ 0 w 4007768"/>
              <a:gd name="connsiteY5" fmla="*/ 159945 h 2183976"/>
              <a:gd name="connsiteX6" fmla="*/ 115584 w 4007768"/>
              <a:gd name="connsiteY6" fmla="*/ 125227 h 2183976"/>
              <a:gd name="connsiteX7" fmla="*/ 1055384 w 4007768"/>
              <a:gd name="connsiteY7" fmla="*/ 0 h 2183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07768" h="2183976">
                <a:moveTo>
                  <a:pt x="1055384" y="0"/>
                </a:moveTo>
                <a:cubicBezTo>
                  <a:pt x="2223612" y="0"/>
                  <a:pt x="3267420" y="563472"/>
                  <a:pt x="3957146" y="1447492"/>
                </a:cubicBezTo>
                <a:lnTo>
                  <a:pt x="4007768" y="1519098"/>
                </a:lnTo>
                <a:lnTo>
                  <a:pt x="4007768" y="2183976"/>
                </a:lnTo>
                <a:lnTo>
                  <a:pt x="0" y="2183976"/>
                </a:lnTo>
                <a:lnTo>
                  <a:pt x="0" y="159945"/>
                </a:lnTo>
                <a:lnTo>
                  <a:pt x="115584" y="125227"/>
                </a:lnTo>
                <a:cubicBezTo>
                  <a:pt x="415969" y="43478"/>
                  <a:pt x="730876" y="0"/>
                  <a:pt x="1055384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="" xmlns:a14="http://schemas.microsoft.com/office/drawing/2010/main" xmlns:a16="http://schemas.microsoft.com/office/drawing/2014/main" xmlns:asvg="http://schemas.microsoft.com/office/drawing/2016/SVG/main" xmlns:p14="http://schemas.microsoft.com/office/powerpoint/2010/main" xmlns:p15="http://schemas.microsoft.com/office/powerpoint/2012/main" xmlns:ma14="http://schemas.microsoft.com/office/mac/drawingml/2011/main" val="1"/>
            </a:ext>
            <a:ext uri="{909E8E84-426E-40dd-AFC4-6F175D3DCCD1}">
              <a14:hiddenFill xmlns="" xmlns:ma14="http://schemas.microsoft.com/office/mac/drawingml/2011/main" xmlns:a16="http://schemas.microsoft.com/office/drawing/2014/main" xmlns:asvg="http://schemas.microsoft.com/office/drawing/2016/SVG/main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ma14="http://schemas.microsoft.com/office/mac/drawingml/2011/main" xmlns:a16="http://schemas.microsoft.com/office/drawing/2014/main" xmlns:asvg="http://schemas.microsoft.com/office/drawing/2016/SVG/main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endParaRPr lang="en-CA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0E25B15-F9E5-9EAA-3803-B3F5C3A546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1" y="4064425"/>
            <a:ext cx="4007767" cy="1517210"/>
          </a:xfrm>
          <a:custGeom>
            <a:avLst/>
            <a:gdLst>
              <a:gd name="connsiteX0" fmla="*/ 1055384 w 4007767"/>
              <a:gd name="connsiteY0" fmla="*/ 0 h 2183975"/>
              <a:gd name="connsiteX1" fmla="*/ 3942725 w 4007767"/>
              <a:gd name="connsiteY1" fmla="*/ 1429122 h 2183975"/>
              <a:gd name="connsiteX2" fmla="*/ 4007767 w 4007767"/>
              <a:gd name="connsiteY2" fmla="*/ 1517210 h 2183975"/>
              <a:gd name="connsiteX3" fmla="*/ 4007767 w 4007767"/>
              <a:gd name="connsiteY3" fmla="*/ 2183975 h 2183975"/>
              <a:gd name="connsiteX4" fmla="*/ 0 w 4007767"/>
              <a:gd name="connsiteY4" fmla="*/ 2183975 h 2183975"/>
              <a:gd name="connsiteX5" fmla="*/ 0 w 4007767"/>
              <a:gd name="connsiteY5" fmla="*/ 159945 h 2183975"/>
              <a:gd name="connsiteX6" fmla="*/ 115584 w 4007767"/>
              <a:gd name="connsiteY6" fmla="*/ 125227 h 2183975"/>
              <a:gd name="connsiteX7" fmla="*/ 1055384 w 4007767"/>
              <a:gd name="connsiteY7" fmla="*/ 0 h 2183975"/>
              <a:gd name="connsiteX0" fmla="*/ 4007767 w 4099207"/>
              <a:gd name="connsiteY0" fmla="*/ 2183975 h 2275415"/>
              <a:gd name="connsiteX1" fmla="*/ 0 w 4099207"/>
              <a:gd name="connsiteY1" fmla="*/ 2183975 h 2275415"/>
              <a:gd name="connsiteX2" fmla="*/ 0 w 4099207"/>
              <a:gd name="connsiteY2" fmla="*/ 159945 h 2275415"/>
              <a:gd name="connsiteX3" fmla="*/ 115584 w 4099207"/>
              <a:gd name="connsiteY3" fmla="*/ 125227 h 2275415"/>
              <a:gd name="connsiteX4" fmla="*/ 1055384 w 4099207"/>
              <a:gd name="connsiteY4" fmla="*/ 0 h 2275415"/>
              <a:gd name="connsiteX5" fmla="*/ 3942725 w 4099207"/>
              <a:gd name="connsiteY5" fmla="*/ 1429122 h 2275415"/>
              <a:gd name="connsiteX6" fmla="*/ 4007767 w 4099207"/>
              <a:gd name="connsiteY6" fmla="*/ 1517210 h 2275415"/>
              <a:gd name="connsiteX7" fmla="*/ 4099207 w 4099207"/>
              <a:gd name="connsiteY7" fmla="*/ 2275415 h 2275415"/>
              <a:gd name="connsiteX0" fmla="*/ 4007767 w 4007767"/>
              <a:gd name="connsiteY0" fmla="*/ 2183975 h 2183975"/>
              <a:gd name="connsiteX1" fmla="*/ 0 w 4007767"/>
              <a:gd name="connsiteY1" fmla="*/ 2183975 h 2183975"/>
              <a:gd name="connsiteX2" fmla="*/ 0 w 4007767"/>
              <a:gd name="connsiteY2" fmla="*/ 159945 h 2183975"/>
              <a:gd name="connsiteX3" fmla="*/ 115584 w 4007767"/>
              <a:gd name="connsiteY3" fmla="*/ 125227 h 2183975"/>
              <a:gd name="connsiteX4" fmla="*/ 1055384 w 4007767"/>
              <a:gd name="connsiteY4" fmla="*/ 0 h 2183975"/>
              <a:gd name="connsiteX5" fmla="*/ 3942725 w 4007767"/>
              <a:gd name="connsiteY5" fmla="*/ 1429122 h 2183975"/>
              <a:gd name="connsiteX6" fmla="*/ 4007767 w 4007767"/>
              <a:gd name="connsiteY6" fmla="*/ 1517210 h 2183975"/>
              <a:gd name="connsiteX0" fmla="*/ 0 w 4007767"/>
              <a:gd name="connsiteY0" fmla="*/ 2183975 h 2183975"/>
              <a:gd name="connsiteX1" fmla="*/ 0 w 4007767"/>
              <a:gd name="connsiteY1" fmla="*/ 159945 h 2183975"/>
              <a:gd name="connsiteX2" fmla="*/ 115584 w 4007767"/>
              <a:gd name="connsiteY2" fmla="*/ 125227 h 2183975"/>
              <a:gd name="connsiteX3" fmla="*/ 1055384 w 4007767"/>
              <a:gd name="connsiteY3" fmla="*/ 0 h 2183975"/>
              <a:gd name="connsiteX4" fmla="*/ 3942725 w 4007767"/>
              <a:gd name="connsiteY4" fmla="*/ 1429122 h 2183975"/>
              <a:gd name="connsiteX5" fmla="*/ 4007767 w 4007767"/>
              <a:gd name="connsiteY5" fmla="*/ 1517210 h 2183975"/>
              <a:gd name="connsiteX0" fmla="*/ 0 w 4007767"/>
              <a:gd name="connsiteY0" fmla="*/ 159945 h 1517210"/>
              <a:gd name="connsiteX1" fmla="*/ 115584 w 4007767"/>
              <a:gd name="connsiteY1" fmla="*/ 125227 h 1517210"/>
              <a:gd name="connsiteX2" fmla="*/ 1055384 w 4007767"/>
              <a:gd name="connsiteY2" fmla="*/ 0 h 1517210"/>
              <a:gd name="connsiteX3" fmla="*/ 3942725 w 4007767"/>
              <a:gd name="connsiteY3" fmla="*/ 1429122 h 1517210"/>
              <a:gd name="connsiteX4" fmla="*/ 4007767 w 4007767"/>
              <a:gd name="connsiteY4" fmla="*/ 1517210 h 151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7767" h="1517210">
                <a:moveTo>
                  <a:pt x="0" y="159945"/>
                </a:moveTo>
                <a:lnTo>
                  <a:pt x="115584" y="125227"/>
                </a:lnTo>
                <a:cubicBezTo>
                  <a:pt x="415969" y="43478"/>
                  <a:pt x="730876" y="0"/>
                  <a:pt x="1055384" y="0"/>
                </a:cubicBezTo>
                <a:cubicBezTo>
                  <a:pt x="2215500" y="0"/>
                  <a:pt x="3252917" y="555674"/>
                  <a:pt x="3942725" y="1429122"/>
                </a:cubicBezTo>
                <a:lnTo>
                  <a:pt x="4007767" y="1517210"/>
                </a:lnTo>
              </a:path>
            </a:pathLst>
          </a:custGeom>
          <a:noFill/>
          <a:ln w="38100">
            <a:solidFill>
              <a:schemeClr val="accent6"/>
            </a:solidFill>
          </a:ln>
        </p:spPr>
        <p:txBody>
          <a:bodyPr wrap="square" lIns="144000" tIns="72000" rIns="144000" bIns="72000" rtlCol="0" anchor="ctr">
            <a:noAutofit/>
          </a:bodyPr>
          <a:lstStyle/>
          <a:p>
            <a:pPr algn="ctr">
              <a:spcBef>
                <a:spcPts val="800"/>
              </a:spcBef>
            </a:pPr>
            <a:endParaRPr lang="en-CA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CD557C1-427E-12FE-18FC-7851052E43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1" y="3783861"/>
            <a:ext cx="4007767" cy="1680007"/>
          </a:xfrm>
          <a:custGeom>
            <a:avLst/>
            <a:gdLst>
              <a:gd name="connsiteX0" fmla="*/ 1055384 w 4007767"/>
              <a:gd name="connsiteY0" fmla="*/ 0 h 2183975"/>
              <a:gd name="connsiteX1" fmla="*/ 3942725 w 4007767"/>
              <a:gd name="connsiteY1" fmla="*/ 1429122 h 2183975"/>
              <a:gd name="connsiteX2" fmla="*/ 4007767 w 4007767"/>
              <a:gd name="connsiteY2" fmla="*/ 1517210 h 2183975"/>
              <a:gd name="connsiteX3" fmla="*/ 4007767 w 4007767"/>
              <a:gd name="connsiteY3" fmla="*/ 2183975 h 2183975"/>
              <a:gd name="connsiteX4" fmla="*/ 0 w 4007767"/>
              <a:gd name="connsiteY4" fmla="*/ 2183975 h 2183975"/>
              <a:gd name="connsiteX5" fmla="*/ 0 w 4007767"/>
              <a:gd name="connsiteY5" fmla="*/ 159945 h 2183975"/>
              <a:gd name="connsiteX6" fmla="*/ 115584 w 4007767"/>
              <a:gd name="connsiteY6" fmla="*/ 125227 h 2183975"/>
              <a:gd name="connsiteX7" fmla="*/ 1055384 w 4007767"/>
              <a:gd name="connsiteY7" fmla="*/ 0 h 2183975"/>
              <a:gd name="connsiteX0" fmla="*/ 4007767 w 4099207"/>
              <a:gd name="connsiteY0" fmla="*/ 2183975 h 2275415"/>
              <a:gd name="connsiteX1" fmla="*/ 0 w 4099207"/>
              <a:gd name="connsiteY1" fmla="*/ 2183975 h 2275415"/>
              <a:gd name="connsiteX2" fmla="*/ 0 w 4099207"/>
              <a:gd name="connsiteY2" fmla="*/ 159945 h 2275415"/>
              <a:gd name="connsiteX3" fmla="*/ 115584 w 4099207"/>
              <a:gd name="connsiteY3" fmla="*/ 125227 h 2275415"/>
              <a:gd name="connsiteX4" fmla="*/ 1055384 w 4099207"/>
              <a:gd name="connsiteY4" fmla="*/ 0 h 2275415"/>
              <a:gd name="connsiteX5" fmla="*/ 3942725 w 4099207"/>
              <a:gd name="connsiteY5" fmla="*/ 1429122 h 2275415"/>
              <a:gd name="connsiteX6" fmla="*/ 4007767 w 4099207"/>
              <a:gd name="connsiteY6" fmla="*/ 1517210 h 2275415"/>
              <a:gd name="connsiteX7" fmla="*/ 4099207 w 4099207"/>
              <a:gd name="connsiteY7" fmla="*/ 2275415 h 2275415"/>
              <a:gd name="connsiteX0" fmla="*/ 4007767 w 4007767"/>
              <a:gd name="connsiteY0" fmla="*/ 2183975 h 2183975"/>
              <a:gd name="connsiteX1" fmla="*/ 0 w 4007767"/>
              <a:gd name="connsiteY1" fmla="*/ 2183975 h 2183975"/>
              <a:gd name="connsiteX2" fmla="*/ 0 w 4007767"/>
              <a:gd name="connsiteY2" fmla="*/ 159945 h 2183975"/>
              <a:gd name="connsiteX3" fmla="*/ 115584 w 4007767"/>
              <a:gd name="connsiteY3" fmla="*/ 125227 h 2183975"/>
              <a:gd name="connsiteX4" fmla="*/ 1055384 w 4007767"/>
              <a:gd name="connsiteY4" fmla="*/ 0 h 2183975"/>
              <a:gd name="connsiteX5" fmla="*/ 3942725 w 4007767"/>
              <a:gd name="connsiteY5" fmla="*/ 1429122 h 2183975"/>
              <a:gd name="connsiteX6" fmla="*/ 4007767 w 4007767"/>
              <a:gd name="connsiteY6" fmla="*/ 1517210 h 2183975"/>
              <a:gd name="connsiteX0" fmla="*/ 0 w 4007767"/>
              <a:gd name="connsiteY0" fmla="*/ 2183975 h 2183975"/>
              <a:gd name="connsiteX1" fmla="*/ 0 w 4007767"/>
              <a:gd name="connsiteY1" fmla="*/ 159945 h 2183975"/>
              <a:gd name="connsiteX2" fmla="*/ 115584 w 4007767"/>
              <a:gd name="connsiteY2" fmla="*/ 125227 h 2183975"/>
              <a:gd name="connsiteX3" fmla="*/ 1055384 w 4007767"/>
              <a:gd name="connsiteY3" fmla="*/ 0 h 2183975"/>
              <a:gd name="connsiteX4" fmla="*/ 3942725 w 4007767"/>
              <a:gd name="connsiteY4" fmla="*/ 1429122 h 2183975"/>
              <a:gd name="connsiteX5" fmla="*/ 4007767 w 4007767"/>
              <a:gd name="connsiteY5" fmla="*/ 1517210 h 2183975"/>
              <a:gd name="connsiteX0" fmla="*/ 0 w 4007767"/>
              <a:gd name="connsiteY0" fmla="*/ 159945 h 1517210"/>
              <a:gd name="connsiteX1" fmla="*/ 115584 w 4007767"/>
              <a:gd name="connsiteY1" fmla="*/ 125227 h 1517210"/>
              <a:gd name="connsiteX2" fmla="*/ 1055384 w 4007767"/>
              <a:gd name="connsiteY2" fmla="*/ 0 h 1517210"/>
              <a:gd name="connsiteX3" fmla="*/ 3942725 w 4007767"/>
              <a:gd name="connsiteY3" fmla="*/ 1429122 h 1517210"/>
              <a:gd name="connsiteX4" fmla="*/ 4007767 w 4007767"/>
              <a:gd name="connsiteY4" fmla="*/ 1517210 h 151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7767" h="1517210">
                <a:moveTo>
                  <a:pt x="0" y="159945"/>
                </a:moveTo>
                <a:lnTo>
                  <a:pt x="115584" y="125227"/>
                </a:lnTo>
                <a:cubicBezTo>
                  <a:pt x="415969" y="43478"/>
                  <a:pt x="730876" y="0"/>
                  <a:pt x="1055384" y="0"/>
                </a:cubicBezTo>
                <a:cubicBezTo>
                  <a:pt x="2215500" y="0"/>
                  <a:pt x="3252917" y="555674"/>
                  <a:pt x="3942725" y="1429122"/>
                </a:cubicBezTo>
                <a:lnTo>
                  <a:pt x="4007767" y="151721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  <p:txBody>
          <a:bodyPr wrap="square" lIns="144000" tIns="72000" rIns="144000" bIns="72000" rtlCol="0" anchor="ctr">
            <a:noAutofit/>
          </a:bodyPr>
          <a:lstStyle/>
          <a:p>
            <a:pPr algn="ctr">
              <a:spcBef>
                <a:spcPts val="800"/>
              </a:spcBef>
            </a:pPr>
            <a:endParaRPr lang="en-CA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C2D5925-F053-4BE9-9B3D-307DA7D65A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0"/>
          </p:nvPr>
        </p:nvSpPr>
        <p:spPr>
          <a:xfrm>
            <a:off x="306000" y="6509087"/>
            <a:ext cx="504000" cy="144463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F13E4E3-EA9B-4FF8-B6C4-2516ED16E94E}" type="slidenum">
              <a:rPr lang="en-CA" smtClean="0"/>
              <a:pPr/>
              <a:t>‹#›</a:t>
            </a:fld>
            <a:endParaRPr lang="en-CA" dirty="0"/>
          </a:p>
        </p:txBody>
      </p:sp>
      <p:sp>
        <p:nvSpPr>
          <p:cNvPr id="18" name="Espace réservé du texte 5">
            <a:extLst>
              <a:ext uri="{FF2B5EF4-FFF2-40B4-BE49-F238E27FC236}">
                <a16:creationId xmlns:a16="http://schemas.microsoft.com/office/drawing/2014/main" id="{17F5EA3B-6837-A6B2-40D1-3B582046B1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4468617" y="908720"/>
            <a:ext cx="90535" cy="527455"/>
          </a:xfrm>
          <a:solidFill>
            <a:schemeClr val="accent2"/>
          </a:solidFill>
          <a:ln w="28575">
            <a:noFill/>
          </a:ln>
        </p:spPr>
        <p:txBody>
          <a:bodyPr tIns="0" bIns="0" anchor="ctr" anchorCtr="0"/>
          <a:lstStyle>
            <a:lvl1pPr marL="0" indent="0">
              <a:buClr>
                <a:schemeClr val="accent6"/>
              </a:buClr>
              <a:buNone/>
              <a:defRPr sz="600">
                <a:solidFill>
                  <a:schemeClr val="tx2"/>
                </a:solidFill>
              </a:defRPr>
            </a:lvl1pPr>
          </a:lstStyle>
          <a:p>
            <a:pPr lvl="0"/>
            <a:r>
              <a:rPr lang="en-CA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5282232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AA9831B5-D12D-9B8C-E3A5-8FAE5D181E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00" y="1219200"/>
            <a:ext cx="7294712" cy="46577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3DDF3F3-D23A-DAAC-54E8-836E21D8F9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 bwMode="auto">
          <a:xfrm>
            <a:off x="8338914" y="609602"/>
            <a:ext cx="3853086" cy="5638798"/>
          </a:xfrm>
          <a:custGeom>
            <a:avLst/>
            <a:gdLst>
              <a:gd name="connsiteX0" fmla="*/ 3142675 w 3853086"/>
              <a:gd name="connsiteY0" fmla="*/ 0 h 5638798"/>
              <a:gd name="connsiteX1" fmla="*/ 3776034 w 3853086"/>
              <a:gd name="connsiteY1" fmla="*/ 96771 h 5638798"/>
              <a:gd name="connsiteX2" fmla="*/ 3853086 w 3853086"/>
              <a:gd name="connsiteY2" fmla="*/ 123724 h 5638798"/>
              <a:gd name="connsiteX3" fmla="*/ 3853086 w 3853086"/>
              <a:gd name="connsiteY3" fmla="*/ 5638798 h 5638798"/>
              <a:gd name="connsiteX4" fmla="*/ 55197 w 3853086"/>
              <a:gd name="connsiteY4" fmla="*/ 5638798 h 5638798"/>
              <a:gd name="connsiteX5" fmla="*/ 36211 w 3853086"/>
              <a:gd name="connsiteY5" fmla="*/ 5488537 h 5638798"/>
              <a:gd name="connsiteX6" fmla="*/ 0 w 3853086"/>
              <a:gd name="connsiteY6" fmla="*/ 4763155 h 5638798"/>
              <a:gd name="connsiteX7" fmla="*/ 3142675 w 3853086"/>
              <a:gd name="connsiteY7" fmla="*/ 0 h 5638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3086" h="5638798">
                <a:moveTo>
                  <a:pt x="3142675" y="0"/>
                </a:moveTo>
                <a:cubicBezTo>
                  <a:pt x="3359631" y="0"/>
                  <a:pt x="3571453" y="33321"/>
                  <a:pt x="3776034" y="96771"/>
                </a:cubicBezTo>
                <a:lnTo>
                  <a:pt x="3853086" y="123724"/>
                </a:lnTo>
                <a:lnTo>
                  <a:pt x="3853086" y="5638798"/>
                </a:lnTo>
                <a:lnTo>
                  <a:pt x="55197" y="5638798"/>
                </a:lnTo>
                <a:lnTo>
                  <a:pt x="36211" y="5488537"/>
                </a:lnTo>
                <a:cubicBezTo>
                  <a:pt x="12367" y="5252018"/>
                  <a:pt x="0" y="5009776"/>
                  <a:pt x="0" y="4763155"/>
                </a:cubicBezTo>
                <a:cubicBezTo>
                  <a:pt x="0" y="2132537"/>
                  <a:pt x="1407024" y="0"/>
                  <a:pt x="3142675" y="0"/>
                </a:cubicBezTo>
                <a:close/>
              </a:path>
            </a:pathLst>
          </a:cu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:p15="http://schemas.microsoft.com/office/powerpoint/2012/main" xmlns:p14="http://schemas.microsoft.com/office/powerpoint/2010/main" xmlns:asvg="http://schemas.microsoft.com/office/drawing/2016/SVG/main" xmlns:a16="http://schemas.microsoft.com/office/drawing/2014/main" xmlns:a14="http://schemas.microsoft.com/office/drawing/2010/main" xmlns="" val="1"/>
            </a:ext>
            <a:ext uri="{909E8E84-426E-40dd-AFC4-6F175D3DCCD1}">
              <a14:hiddenFill xmlns:a14="http://schemas.microsoft.com/office/drawing/2010/main" xmlns:p15="http://schemas.microsoft.com/office/powerpoint/2012/main" xmlns:p14="http://schemas.microsoft.com/office/powerpoint/2010/main" xmlns:asvg="http://schemas.microsoft.com/office/drawing/2016/SVG/main" xmlns:a16="http://schemas.microsoft.com/office/drawing/2014/main" xmlns:ma14="http://schemas.microsoft.com/office/mac/drawingml/2011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15="http://schemas.microsoft.com/office/powerpoint/2012/main" xmlns:p14="http://schemas.microsoft.com/office/powerpoint/2010/main" xmlns:asvg="http://schemas.microsoft.com/office/drawing/2016/SVG/main" xmlns:a16="http://schemas.microsoft.com/office/drawing/2014/main" xmlns:ma14="http://schemas.microsoft.com/office/mac/drawingml/2011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endParaRPr lang="en-CA"/>
          </a:p>
        </p:txBody>
      </p:sp>
      <p:sp>
        <p:nvSpPr>
          <p:cNvPr id="33" name="Outline">
            <a:extLst>
              <a:ext uri="{FF2B5EF4-FFF2-40B4-BE49-F238E27FC236}">
                <a16:creationId xmlns:a16="http://schemas.microsoft.com/office/drawing/2014/main" id="{99D420F5-B08E-B51F-53D0-E09B355C69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338914" y="609600"/>
            <a:ext cx="3853086" cy="6248401"/>
          </a:xfrm>
          <a:custGeom>
            <a:avLst/>
            <a:gdLst>
              <a:gd name="connsiteX0" fmla="*/ 3142675 w 3853086"/>
              <a:gd name="connsiteY0" fmla="*/ 0 h 6248401"/>
              <a:gd name="connsiteX1" fmla="*/ 3776034 w 3853086"/>
              <a:gd name="connsiteY1" fmla="*/ 96771 h 6248401"/>
              <a:gd name="connsiteX2" fmla="*/ 3853086 w 3853086"/>
              <a:gd name="connsiteY2" fmla="*/ 123724 h 6248401"/>
              <a:gd name="connsiteX3" fmla="*/ 3853086 w 3853086"/>
              <a:gd name="connsiteY3" fmla="*/ 6248401 h 6248401"/>
              <a:gd name="connsiteX4" fmla="*/ 157910 w 3853086"/>
              <a:gd name="connsiteY4" fmla="*/ 6248401 h 6248401"/>
              <a:gd name="connsiteX5" fmla="*/ 141289 w 3853086"/>
              <a:gd name="connsiteY5" fmla="*/ 6179572 h 6248401"/>
              <a:gd name="connsiteX6" fmla="*/ 0 w 3853086"/>
              <a:gd name="connsiteY6" fmla="*/ 4763155 h 6248401"/>
              <a:gd name="connsiteX7" fmla="*/ 3142675 w 3853086"/>
              <a:gd name="connsiteY7" fmla="*/ 0 h 6248401"/>
              <a:gd name="connsiteX0" fmla="*/ 3853086 w 3944526"/>
              <a:gd name="connsiteY0" fmla="*/ 6248401 h 6339841"/>
              <a:gd name="connsiteX1" fmla="*/ 157910 w 3944526"/>
              <a:gd name="connsiteY1" fmla="*/ 6248401 h 6339841"/>
              <a:gd name="connsiteX2" fmla="*/ 141289 w 3944526"/>
              <a:gd name="connsiteY2" fmla="*/ 6179572 h 6339841"/>
              <a:gd name="connsiteX3" fmla="*/ 0 w 3944526"/>
              <a:gd name="connsiteY3" fmla="*/ 4763155 h 6339841"/>
              <a:gd name="connsiteX4" fmla="*/ 3142675 w 3944526"/>
              <a:gd name="connsiteY4" fmla="*/ 0 h 6339841"/>
              <a:gd name="connsiteX5" fmla="*/ 3776034 w 3944526"/>
              <a:gd name="connsiteY5" fmla="*/ 96771 h 6339841"/>
              <a:gd name="connsiteX6" fmla="*/ 3853086 w 3944526"/>
              <a:gd name="connsiteY6" fmla="*/ 123724 h 6339841"/>
              <a:gd name="connsiteX7" fmla="*/ 3944526 w 3944526"/>
              <a:gd name="connsiteY7" fmla="*/ 6339841 h 6339841"/>
              <a:gd name="connsiteX0" fmla="*/ 3853086 w 3853086"/>
              <a:gd name="connsiteY0" fmla="*/ 6248401 h 6248401"/>
              <a:gd name="connsiteX1" fmla="*/ 157910 w 3853086"/>
              <a:gd name="connsiteY1" fmla="*/ 6248401 h 6248401"/>
              <a:gd name="connsiteX2" fmla="*/ 141289 w 3853086"/>
              <a:gd name="connsiteY2" fmla="*/ 6179572 h 6248401"/>
              <a:gd name="connsiteX3" fmla="*/ 0 w 3853086"/>
              <a:gd name="connsiteY3" fmla="*/ 4763155 h 6248401"/>
              <a:gd name="connsiteX4" fmla="*/ 3142675 w 3853086"/>
              <a:gd name="connsiteY4" fmla="*/ 0 h 6248401"/>
              <a:gd name="connsiteX5" fmla="*/ 3776034 w 3853086"/>
              <a:gd name="connsiteY5" fmla="*/ 96771 h 6248401"/>
              <a:gd name="connsiteX6" fmla="*/ 3853086 w 3853086"/>
              <a:gd name="connsiteY6" fmla="*/ 123724 h 6248401"/>
              <a:gd name="connsiteX0" fmla="*/ 157910 w 3853086"/>
              <a:gd name="connsiteY0" fmla="*/ 6248401 h 6248401"/>
              <a:gd name="connsiteX1" fmla="*/ 141289 w 3853086"/>
              <a:gd name="connsiteY1" fmla="*/ 6179572 h 6248401"/>
              <a:gd name="connsiteX2" fmla="*/ 0 w 3853086"/>
              <a:gd name="connsiteY2" fmla="*/ 4763155 h 6248401"/>
              <a:gd name="connsiteX3" fmla="*/ 3142675 w 3853086"/>
              <a:gd name="connsiteY3" fmla="*/ 0 h 6248401"/>
              <a:gd name="connsiteX4" fmla="*/ 3776034 w 3853086"/>
              <a:gd name="connsiteY4" fmla="*/ 96771 h 6248401"/>
              <a:gd name="connsiteX5" fmla="*/ 3853086 w 3853086"/>
              <a:gd name="connsiteY5" fmla="*/ 123724 h 624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53086" h="6248401">
                <a:moveTo>
                  <a:pt x="157910" y="6248401"/>
                </a:moveTo>
                <a:lnTo>
                  <a:pt x="141289" y="6179572"/>
                </a:lnTo>
                <a:cubicBezTo>
                  <a:pt x="49466" y="5732126"/>
                  <a:pt x="0" y="5256396"/>
                  <a:pt x="0" y="4763155"/>
                </a:cubicBezTo>
                <a:cubicBezTo>
                  <a:pt x="0" y="2132537"/>
                  <a:pt x="1407024" y="0"/>
                  <a:pt x="3142675" y="0"/>
                </a:cubicBezTo>
                <a:cubicBezTo>
                  <a:pt x="3359631" y="0"/>
                  <a:pt x="3571453" y="33321"/>
                  <a:pt x="3776034" y="96771"/>
                </a:cubicBezTo>
                <a:lnTo>
                  <a:pt x="3853086" y="123724"/>
                </a:lnTo>
              </a:path>
            </a:pathLst>
          </a:custGeom>
          <a:noFill/>
          <a:ln w="38100">
            <a:solidFill>
              <a:schemeClr val="accent6"/>
            </a:solidFill>
          </a:ln>
        </p:spPr>
        <p:txBody>
          <a:bodyPr wrap="square" lIns="144000" tIns="72000" rIns="144000" bIns="72000" rtlCol="0" anchor="ctr">
            <a:noAutofit/>
          </a:bodyPr>
          <a:lstStyle/>
          <a:p>
            <a:pPr algn="ctr">
              <a:spcBef>
                <a:spcPts val="800"/>
              </a:spcBef>
            </a:pPr>
            <a:endParaRPr lang="en-CA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8" name="Outline">
            <a:extLst>
              <a:ext uri="{FF2B5EF4-FFF2-40B4-BE49-F238E27FC236}">
                <a16:creationId xmlns:a16="http://schemas.microsoft.com/office/drawing/2014/main" id="{854D2376-F133-C920-8E48-A5192831C8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 rot="274647">
            <a:off x="8203476" y="366898"/>
            <a:ext cx="3730990" cy="6634465"/>
          </a:xfrm>
          <a:custGeom>
            <a:avLst/>
            <a:gdLst>
              <a:gd name="connsiteX0" fmla="*/ 3289379 w 4235049"/>
              <a:gd name="connsiteY0" fmla="*/ 6460 h 6634465"/>
              <a:gd name="connsiteX1" fmla="*/ 3467834 w 4235049"/>
              <a:gd name="connsiteY1" fmla="*/ 0 h 6634465"/>
              <a:gd name="connsiteX2" fmla="*/ 3646289 w 4235049"/>
              <a:gd name="connsiteY2" fmla="*/ 6460 h 6634465"/>
              <a:gd name="connsiteX3" fmla="*/ 3730990 w 4235049"/>
              <a:gd name="connsiteY3" fmla="*/ 15680 h 6634465"/>
              <a:gd name="connsiteX4" fmla="*/ 4235049 w 4235049"/>
              <a:gd name="connsiteY4" fmla="*/ 6311546 h 6634465"/>
              <a:gd name="connsiteX5" fmla="*/ 201677 w 4235049"/>
              <a:gd name="connsiteY5" fmla="*/ 6634465 h 6634465"/>
              <a:gd name="connsiteX6" fmla="*/ 155907 w 4235049"/>
              <a:gd name="connsiteY6" fmla="*/ 6440814 h 6634465"/>
              <a:gd name="connsiteX7" fmla="*/ 0 w 4235049"/>
              <a:gd name="connsiteY7" fmla="*/ 4964518 h 6634465"/>
              <a:gd name="connsiteX8" fmla="*/ 3289379 w 4235049"/>
              <a:gd name="connsiteY8" fmla="*/ 6460 h 6634465"/>
              <a:gd name="connsiteX0" fmla="*/ 4235049 w 4326489"/>
              <a:gd name="connsiteY0" fmla="*/ 6311546 h 6634465"/>
              <a:gd name="connsiteX1" fmla="*/ 201677 w 4326489"/>
              <a:gd name="connsiteY1" fmla="*/ 6634465 h 6634465"/>
              <a:gd name="connsiteX2" fmla="*/ 155907 w 4326489"/>
              <a:gd name="connsiteY2" fmla="*/ 6440814 h 6634465"/>
              <a:gd name="connsiteX3" fmla="*/ 0 w 4326489"/>
              <a:gd name="connsiteY3" fmla="*/ 4964518 h 6634465"/>
              <a:gd name="connsiteX4" fmla="*/ 3289379 w 4326489"/>
              <a:gd name="connsiteY4" fmla="*/ 6460 h 6634465"/>
              <a:gd name="connsiteX5" fmla="*/ 3467834 w 4326489"/>
              <a:gd name="connsiteY5" fmla="*/ 0 h 6634465"/>
              <a:gd name="connsiteX6" fmla="*/ 3646289 w 4326489"/>
              <a:gd name="connsiteY6" fmla="*/ 6460 h 6634465"/>
              <a:gd name="connsiteX7" fmla="*/ 3730990 w 4326489"/>
              <a:gd name="connsiteY7" fmla="*/ 15680 h 6634465"/>
              <a:gd name="connsiteX8" fmla="*/ 4326489 w 4326489"/>
              <a:gd name="connsiteY8" fmla="*/ 6402986 h 6634465"/>
              <a:gd name="connsiteX0" fmla="*/ 4235049 w 4235049"/>
              <a:gd name="connsiteY0" fmla="*/ 6311546 h 6634465"/>
              <a:gd name="connsiteX1" fmla="*/ 201677 w 4235049"/>
              <a:gd name="connsiteY1" fmla="*/ 6634465 h 6634465"/>
              <a:gd name="connsiteX2" fmla="*/ 155907 w 4235049"/>
              <a:gd name="connsiteY2" fmla="*/ 6440814 h 6634465"/>
              <a:gd name="connsiteX3" fmla="*/ 0 w 4235049"/>
              <a:gd name="connsiteY3" fmla="*/ 4964518 h 6634465"/>
              <a:gd name="connsiteX4" fmla="*/ 3289379 w 4235049"/>
              <a:gd name="connsiteY4" fmla="*/ 6460 h 6634465"/>
              <a:gd name="connsiteX5" fmla="*/ 3467834 w 4235049"/>
              <a:gd name="connsiteY5" fmla="*/ 0 h 6634465"/>
              <a:gd name="connsiteX6" fmla="*/ 3646289 w 4235049"/>
              <a:gd name="connsiteY6" fmla="*/ 6460 h 6634465"/>
              <a:gd name="connsiteX7" fmla="*/ 3730990 w 4235049"/>
              <a:gd name="connsiteY7" fmla="*/ 15680 h 6634465"/>
              <a:gd name="connsiteX0" fmla="*/ 201677 w 3730990"/>
              <a:gd name="connsiteY0" fmla="*/ 6634465 h 6634465"/>
              <a:gd name="connsiteX1" fmla="*/ 155907 w 3730990"/>
              <a:gd name="connsiteY1" fmla="*/ 6440814 h 6634465"/>
              <a:gd name="connsiteX2" fmla="*/ 0 w 3730990"/>
              <a:gd name="connsiteY2" fmla="*/ 4964518 h 6634465"/>
              <a:gd name="connsiteX3" fmla="*/ 3289379 w 3730990"/>
              <a:gd name="connsiteY3" fmla="*/ 6460 h 6634465"/>
              <a:gd name="connsiteX4" fmla="*/ 3467834 w 3730990"/>
              <a:gd name="connsiteY4" fmla="*/ 0 h 6634465"/>
              <a:gd name="connsiteX5" fmla="*/ 3646289 w 3730990"/>
              <a:gd name="connsiteY5" fmla="*/ 6460 h 6634465"/>
              <a:gd name="connsiteX6" fmla="*/ 3730990 w 3730990"/>
              <a:gd name="connsiteY6" fmla="*/ 15680 h 6634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30990" h="6634465">
                <a:moveTo>
                  <a:pt x="201677" y="6634465"/>
                </a:moveTo>
                <a:lnTo>
                  <a:pt x="155907" y="6440814"/>
                </a:lnTo>
                <a:cubicBezTo>
                  <a:pt x="54583" y="5974453"/>
                  <a:pt x="0" y="5478611"/>
                  <a:pt x="0" y="4964518"/>
                </a:cubicBezTo>
                <a:cubicBezTo>
                  <a:pt x="0" y="2308372"/>
                  <a:pt x="1457080" y="139425"/>
                  <a:pt x="3289379" y="6460"/>
                </a:cubicBezTo>
                <a:cubicBezTo>
                  <a:pt x="3348486" y="2171"/>
                  <a:pt x="3407983" y="0"/>
                  <a:pt x="3467834" y="0"/>
                </a:cubicBezTo>
                <a:cubicBezTo>
                  <a:pt x="3527685" y="0"/>
                  <a:pt x="3587182" y="2171"/>
                  <a:pt x="3646289" y="6460"/>
                </a:cubicBezTo>
                <a:lnTo>
                  <a:pt x="3730990" y="1568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  <p:txBody>
          <a:bodyPr wrap="square" lIns="144000" tIns="72000" rIns="144000" bIns="72000" rtlCol="0" anchor="ctr">
            <a:noAutofit/>
          </a:bodyPr>
          <a:lstStyle/>
          <a:p>
            <a:pPr lvl="0" algn="ctr">
              <a:spcBef>
                <a:spcPts val="800"/>
              </a:spcBef>
            </a:pPr>
            <a:endParaRPr lang="en-CA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E3CF7B-BDF8-C39B-0E06-F67DAAA753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144000" tIns="72000" rIns="144000" bIns="72000" rtlCol="0" anchor="ctr"/>
          <a:lstStyle/>
          <a:p>
            <a:pPr algn="ctr">
              <a:spcBef>
                <a:spcPts val="800"/>
              </a:spcBef>
            </a:pPr>
            <a:endParaRPr lang="en-CA" sz="1600" b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CAE Logo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5DEE35DA-CF5F-D7F0-E720-0D1D3FC44C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561" y="6295526"/>
            <a:ext cx="887416" cy="515348"/>
          </a:xfrm>
          <a:prstGeom prst="rect">
            <a:avLst/>
          </a:prstGeom>
        </p:spPr>
      </p:pic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823881C7-E0BD-EE6A-2814-15E2B45543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00" y="230400"/>
            <a:ext cx="8153400" cy="762000"/>
          </a:xfrm>
        </p:spPr>
        <p:txBody>
          <a:bodyPr/>
          <a:lstStyle>
            <a:lvl1pPr>
              <a:defRPr sz="2800" b="1"/>
            </a:lvl1pPr>
            <a:lvl2pPr marL="180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5A7CEE-55EB-A54B-AE45-5E87CA842F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0"/>
          </p:nvPr>
        </p:nvSpPr>
        <p:spPr>
          <a:xfrm>
            <a:off x="306000" y="6509087"/>
            <a:ext cx="504000" cy="144463"/>
          </a:xfrm>
        </p:spPr>
        <p:txBody>
          <a:bodyPr/>
          <a:lstStyle/>
          <a:p>
            <a:fld id="{9F13E4E3-EA9B-4FF8-B6C4-2516ED16E9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9487750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AA9831B5-D12D-9B8C-E3A5-8FAE5D181E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00" y="1219200"/>
            <a:ext cx="11088205" cy="46577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E3CF7B-BDF8-C39B-0E06-F67DAAA753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144000" tIns="72000" rIns="144000" bIns="72000" rtlCol="0" anchor="ctr"/>
          <a:lstStyle/>
          <a:p>
            <a:pPr algn="ctr">
              <a:spcBef>
                <a:spcPts val="800"/>
              </a:spcBef>
            </a:pPr>
            <a:endParaRPr lang="en-CA" sz="1600" b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CAE Logo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5DEE35DA-CF5F-D7F0-E720-0D1D3FC44C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561" y="6295526"/>
            <a:ext cx="887416" cy="515348"/>
          </a:xfrm>
          <a:prstGeom prst="rect">
            <a:avLst/>
          </a:prstGeom>
        </p:spPr>
      </p:pic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823881C7-E0BD-EE6A-2814-15E2B45543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00" y="230400"/>
            <a:ext cx="11088205" cy="762000"/>
          </a:xfrm>
        </p:spPr>
        <p:txBody>
          <a:bodyPr/>
          <a:lstStyle>
            <a:lvl1pPr>
              <a:defRPr sz="2800" b="1"/>
            </a:lvl1pPr>
            <a:lvl2pPr marL="180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5A7CEE-55EB-A54B-AE45-5E87CA842F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0"/>
          </p:nvPr>
        </p:nvSpPr>
        <p:spPr>
          <a:xfrm>
            <a:off x="306000" y="6509087"/>
            <a:ext cx="504000" cy="144463"/>
          </a:xfrm>
        </p:spPr>
        <p:txBody>
          <a:bodyPr/>
          <a:lstStyle/>
          <a:p>
            <a:fld id="{9F13E4E3-EA9B-4FF8-B6C4-2516ED16E9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568921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P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5396FEB-E755-51B5-1C36-DA1626CB3B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1229652"/>
            <a:ext cx="12192000" cy="5441359"/>
          </a:xfrm>
          <a:custGeom>
            <a:avLst/>
            <a:gdLst>
              <a:gd name="connsiteX0" fmla="*/ 3005684 w 12192000"/>
              <a:gd name="connsiteY0" fmla="*/ 772 h 5441359"/>
              <a:gd name="connsiteX1" fmla="*/ 12082428 w 12192000"/>
              <a:gd name="connsiteY1" fmla="*/ 549974 h 5441359"/>
              <a:gd name="connsiteX2" fmla="*/ 12192000 w 12192000"/>
              <a:gd name="connsiteY2" fmla="*/ 567865 h 5441359"/>
              <a:gd name="connsiteX3" fmla="*/ 12192000 w 12192000"/>
              <a:gd name="connsiteY3" fmla="*/ 5441359 h 5441359"/>
              <a:gd name="connsiteX4" fmla="*/ 0 w 12192000"/>
              <a:gd name="connsiteY4" fmla="*/ 5441359 h 5441359"/>
              <a:gd name="connsiteX5" fmla="*/ 0 w 12192000"/>
              <a:gd name="connsiteY5" fmla="*/ 157682 h 5441359"/>
              <a:gd name="connsiteX6" fmla="*/ 127898 w 12192000"/>
              <a:gd name="connsiteY6" fmla="*/ 140810 h 5441359"/>
              <a:gd name="connsiteX7" fmla="*/ 3005684 w 12192000"/>
              <a:gd name="connsiteY7" fmla="*/ 772 h 5441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441359">
                <a:moveTo>
                  <a:pt x="3005684" y="772"/>
                </a:moveTo>
                <a:cubicBezTo>
                  <a:pt x="6424045" y="-18497"/>
                  <a:pt x="10599102" y="327616"/>
                  <a:pt x="12082428" y="549974"/>
                </a:cubicBezTo>
                <a:lnTo>
                  <a:pt x="12192000" y="567865"/>
                </a:lnTo>
                <a:lnTo>
                  <a:pt x="12192000" y="5441359"/>
                </a:lnTo>
                <a:lnTo>
                  <a:pt x="0" y="5441359"/>
                </a:lnTo>
                <a:lnTo>
                  <a:pt x="0" y="157682"/>
                </a:lnTo>
                <a:lnTo>
                  <a:pt x="127898" y="140810"/>
                </a:lnTo>
                <a:cubicBezTo>
                  <a:pt x="943106" y="48497"/>
                  <a:pt x="1937447" y="6794"/>
                  <a:pt x="3005684" y="7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144000" tIns="72000" rIns="144000" bIns="72000" rtlCol="0" anchor="ctr"/>
          <a:lstStyle/>
          <a:p>
            <a:pPr lvl="0" algn="ctr">
              <a:spcBef>
                <a:spcPts val="800"/>
              </a:spcBef>
            </a:pPr>
            <a:endParaRPr lang="en-CA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AA9831B5-D12D-9B8C-E3A5-8FAE5D181E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550799" y="3906259"/>
            <a:ext cx="3050590" cy="231557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 algn="ctr"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 algn="ctr"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823881C7-E0BD-EE6A-2814-15E2B45543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50800" y="230400"/>
            <a:ext cx="11099006" cy="762000"/>
          </a:xfrm>
        </p:spPr>
        <p:txBody>
          <a:bodyPr/>
          <a:lstStyle>
            <a:lvl1pPr>
              <a:defRPr sz="2800" b="1"/>
            </a:lvl1pPr>
            <a:lvl2pPr marL="180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7D0525B-6128-09F3-54F4-BB5FCF0E7A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1229652"/>
            <a:ext cx="12192000" cy="567865"/>
          </a:xfrm>
          <a:custGeom>
            <a:avLst/>
            <a:gdLst>
              <a:gd name="connsiteX0" fmla="*/ 3005684 w 12192000"/>
              <a:gd name="connsiteY0" fmla="*/ 772 h 5441359"/>
              <a:gd name="connsiteX1" fmla="*/ 12082428 w 12192000"/>
              <a:gd name="connsiteY1" fmla="*/ 549974 h 5441359"/>
              <a:gd name="connsiteX2" fmla="*/ 12192000 w 12192000"/>
              <a:gd name="connsiteY2" fmla="*/ 567865 h 5441359"/>
              <a:gd name="connsiteX3" fmla="*/ 12192000 w 12192000"/>
              <a:gd name="connsiteY3" fmla="*/ 5441359 h 5441359"/>
              <a:gd name="connsiteX4" fmla="*/ 0 w 12192000"/>
              <a:gd name="connsiteY4" fmla="*/ 5441359 h 5441359"/>
              <a:gd name="connsiteX5" fmla="*/ 0 w 12192000"/>
              <a:gd name="connsiteY5" fmla="*/ 157682 h 5441359"/>
              <a:gd name="connsiteX6" fmla="*/ 127898 w 12192000"/>
              <a:gd name="connsiteY6" fmla="*/ 140810 h 5441359"/>
              <a:gd name="connsiteX7" fmla="*/ 3005684 w 12192000"/>
              <a:gd name="connsiteY7" fmla="*/ 772 h 5441359"/>
              <a:gd name="connsiteX0" fmla="*/ 12192000 w 12283440"/>
              <a:gd name="connsiteY0" fmla="*/ 5441359 h 5532799"/>
              <a:gd name="connsiteX1" fmla="*/ 0 w 12283440"/>
              <a:gd name="connsiteY1" fmla="*/ 5441359 h 5532799"/>
              <a:gd name="connsiteX2" fmla="*/ 0 w 12283440"/>
              <a:gd name="connsiteY2" fmla="*/ 157682 h 5532799"/>
              <a:gd name="connsiteX3" fmla="*/ 127898 w 12283440"/>
              <a:gd name="connsiteY3" fmla="*/ 140810 h 5532799"/>
              <a:gd name="connsiteX4" fmla="*/ 3005684 w 12283440"/>
              <a:gd name="connsiteY4" fmla="*/ 772 h 5532799"/>
              <a:gd name="connsiteX5" fmla="*/ 12082428 w 12283440"/>
              <a:gd name="connsiteY5" fmla="*/ 549974 h 5532799"/>
              <a:gd name="connsiteX6" fmla="*/ 12192000 w 12283440"/>
              <a:gd name="connsiteY6" fmla="*/ 567865 h 5532799"/>
              <a:gd name="connsiteX7" fmla="*/ 12283440 w 12283440"/>
              <a:gd name="connsiteY7" fmla="*/ 5532799 h 5532799"/>
              <a:gd name="connsiteX0" fmla="*/ 12192000 w 12192000"/>
              <a:gd name="connsiteY0" fmla="*/ 5441359 h 5441359"/>
              <a:gd name="connsiteX1" fmla="*/ 0 w 12192000"/>
              <a:gd name="connsiteY1" fmla="*/ 5441359 h 5441359"/>
              <a:gd name="connsiteX2" fmla="*/ 0 w 12192000"/>
              <a:gd name="connsiteY2" fmla="*/ 157682 h 5441359"/>
              <a:gd name="connsiteX3" fmla="*/ 127898 w 12192000"/>
              <a:gd name="connsiteY3" fmla="*/ 140810 h 5441359"/>
              <a:gd name="connsiteX4" fmla="*/ 3005684 w 12192000"/>
              <a:gd name="connsiteY4" fmla="*/ 772 h 5441359"/>
              <a:gd name="connsiteX5" fmla="*/ 12082428 w 12192000"/>
              <a:gd name="connsiteY5" fmla="*/ 549974 h 5441359"/>
              <a:gd name="connsiteX6" fmla="*/ 12192000 w 12192000"/>
              <a:gd name="connsiteY6" fmla="*/ 567865 h 5441359"/>
              <a:gd name="connsiteX0" fmla="*/ 0 w 12192000"/>
              <a:gd name="connsiteY0" fmla="*/ 5441359 h 5441359"/>
              <a:gd name="connsiteX1" fmla="*/ 0 w 12192000"/>
              <a:gd name="connsiteY1" fmla="*/ 157682 h 5441359"/>
              <a:gd name="connsiteX2" fmla="*/ 127898 w 12192000"/>
              <a:gd name="connsiteY2" fmla="*/ 140810 h 5441359"/>
              <a:gd name="connsiteX3" fmla="*/ 3005684 w 12192000"/>
              <a:gd name="connsiteY3" fmla="*/ 772 h 5441359"/>
              <a:gd name="connsiteX4" fmla="*/ 12082428 w 12192000"/>
              <a:gd name="connsiteY4" fmla="*/ 549974 h 5441359"/>
              <a:gd name="connsiteX5" fmla="*/ 12192000 w 12192000"/>
              <a:gd name="connsiteY5" fmla="*/ 567865 h 5441359"/>
              <a:gd name="connsiteX0" fmla="*/ 0 w 12192000"/>
              <a:gd name="connsiteY0" fmla="*/ 157682 h 567865"/>
              <a:gd name="connsiteX1" fmla="*/ 127898 w 12192000"/>
              <a:gd name="connsiteY1" fmla="*/ 140810 h 567865"/>
              <a:gd name="connsiteX2" fmla="*/ 3005684 w 12192000"/>
              <a:gd name="connsiteY2" fmla="*/ 772 h 567865"/>
              <a:gd name="connsiteX3" fmla="*/ 12082428 w 12192000"/>
              <a:gd name="connsiteY3" fmla="*/ 549974 h 567865"/>
              <a:gd name="connsiteX4" fmla="*/ 12192000 w 12192000"/>
              <a:gd name="connsiteY4" fmla="*/ 567865 h 56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67865">
                <a:moveTo>
                  <a:pt x="0" y="157682"/>
                </a:moveTo>
                <a:lnTo>
                  <a:pt x="127898" y="140810"/>
                </a:lnTo>
                <a:cubicBezTo>
                  <a:pt x="943106" y="48497"/>
                  <a:pt x="1937447" y="6794"/>
                  <a:pt x="3005684" y="772"/>
                </a:cubicBezTo>
                <a:cubicBezTo>
                  <a:pt x="6424045" y="-18497"/>
                  <a:pt x="10599102" y="327616"/>
                  <a:pt x="12082428" y="549974"/>
                </a:cubicBezTo>
                <a:lnTo>
                  <a:pt x="12192000" y="567865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  <p:txBody>
          <a:bodyPr lIns="144000" tIns="72000" rIns="144000" bIns="72000" rtlCol="0" anchor="ctr"/>
          <a:lstStyle/>
          <a:p>
            <a:pPr lvl="0" algn="ctr">
              <a:spcBef>
                <a:spcPts val="800"/>
              </a:spcBef>
            </a:pPr>
            <a:endParaRPr lang="en-CA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E3CF7B-BDF8-C39B-0E06-F67DAAA753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144000" tIns="72000" rIns="144000" bIns="72000" rtlCol="0" anchor="ctr"/>
          <a:lstStyle/>
          <a:p>
            <a:pPr algn="ctr">
              <a:spcBef>
                <a:spcPts val="800"/>
              </a:spcBef>
            </a:pPr>
            <a:endParaRPr lang="en-CA" sz="1600" b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CAE Logo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5DEE35DA-CF5F-D7F0-E720-0D1D3FC44C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561" y="6295526"/>
            <a:ext cx="887416" cy="51534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5A7CEE-55EB-A54B-AE45-5E87CA842F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0"/>
          </p:nvPr>
        </p:nvSpPr>
        <p:spPr>
          <a:xfrm>
            <a:off x="306000" y="6509087"/>
            <a:ext cx="504000" cy="144463"/>
          </a:xfrm>
        </p:spPr>
        <p:txBody>
          <a:bodyPr/>
          <a:lstStyle/>
          <a:p>
            <a:fld id="{9F13E4E3-EA9B-4FF8-B6C4-2516ED16E94E}" type="slidenum">
              <a:rPr lang="en-CA" smtClean="0"/>
              <a:t>‹#›</a:t>
            </a:fld>
            <a:endParaRPr lang="en-CA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94B4524-A474-BFF0-E980-00FAAC432D2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9465" y="2196138"/>
            <a:ext cx="639990" cy="63998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83ADBCA-2842-2EFD-7295-101402CC16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1110" y="2220177"/>
            <a:ext cx="750207" cy="6159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7550170-B715-5A62-F207-9BB74891D8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26366" y="2134398"/>
            <a:ext cx="812346" cy="714375"/>
          </a:xfrm>
          <a:prstGeom prst="rect">
            <a:avLst/>
          </a:prstGeom>
        </p:spPr>
      </p:pic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DB952E53-861C-4789-A949-2B45FF7D4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4554071" y="3906259"/>
            <a:ext cx="3083858" cy="231557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 algn="ctr"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 algn="ctr"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864EABC3-2064-FB58-DD60-5754554070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8590611" y="3906259"/>
            <a:ext cx="3059194" cy="231557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 algn="ctr"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 algn="ctr"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283BFD0-8D32-F33E-5FA5-DE5957675F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0799" y="3019672"/>
            <a:ext cx="3050589" cy="707624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35935C30-0BDD-6540-A03D-1AFCF7EFCD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4554071" y="3019672"/>
            <a:ext cx="3083858" cy="707624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7C3B232C-D06C-F46D-3D96-04847E39D0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8590611" y="3019672"/>
            <a:ext cx="3059195" cy="707624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F5050BC-5772-38AF-2CB2-9B909CE808C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4077731" y="2867272"/>
            <a:ext cx="0" cy="3381126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162AA2-525C-E7E5-F8FD-957F480C65B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8125327" y="2867272"/>
            <a:ext cx="0" cy="3381126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B32AC75-FE33-5999-8986-E9E6595579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2" y="1104448"/>
            <a:ext cx="12191999" cy="552583"/>
          </a:xfrm>
          <a:custGeom>
            <a:avLst/>
            <a:gdLst>
              <a:gd name="connsiteX0" fmla="*/ 3799989 w 12191999"/>
              <a:gd name="connsiteY0" fmla="*/ 21 h 1020801"/>
              <a:gd name="connsiteX1" fmla="*/ 4337071 w 12191999"/>
              <a:gd name="connsiteY1" fmla="*/ 5059 h 1020801"/>
              <a:gd name="connsiteX2" fmla="*/ 11851197 w 12191999"/>
              <a:gd name="connsiteY2" fmla="*/ 506672 h 1020801"/>
              <a:gd name="connsiteX3" fmla="*/ 12191999 w 12191999"/>
              <a:gd name="connsiteY3" fmla="*/ 552604 h 1020801"/>
              <a:gd name="connsiteX4" fmla="*/ 12191999 w 12191999"/>
              <a:gd name="connsiteY4" fmla="*/ 1020801 h 1020801"/>
              <a:gd name="connsiteX5" fmla="*/ 0 w 12191999"/>
              <a:gd name="connsiteY5" fmla="*/ 775914 h 1020801"/>
              <a:gd name="connsiteX6" fmla="*/ 0 w 12191999"/>
              <a:gd name="connsiteY6" fmla="*/ 284953 h 1020801"/>
              <a:gd name="connsiteX7" fmla="*/ 427491 w 12191999"/>
              <a:gd name="connsiteY7" fmla="*/ 222883 h 1020801"/>
              <a:gd name="connsiteX8" fmla="*/ 3799989 w 12191999"/>
              <a:gd name="connsiteY8" fmla="*/ 21 h 1020801"/>
              <a:gd name="connsiteX0" fmla="*/ 12191999 w 12283439"/>
              <a:gd name="connsiteY0" fmla="*/ 1020780 h 1112220"/>
              <a:gd name="connsiteX1" fmla="*/ 0 w 12283439"/>
              <a:gd name="connsiteY1" fmla="*/ 775893 h 1112220"/>
              <a:gd name="connsiteX2" fmla="*/ 0 w 12283439"/>
              <a:gd name="connsiteY2" fmla="*/ 284932 h 1112220"/>
              <a:gd name="connsiteX3" fmla="*/ 427491 w 12283439"/>
              <a:gd name="connsiteY3" fmla="*/ 222862 h 1112220"/>
              <a:gd name="connsiteX4" fmla="*/ 3799989 w 12283439"/>
              <a:gd name="connsiteY4" fmla="*/ 0 h 1112220"/>
              <a:gd name="connsiteX5" fmla="*/ 4337071 w 12283439"/>
              <a:gd name="connsiteY5" fmla="*/ 5038 h 1112220"/>
              <a:gd name="connsiteX6" fmla="*/ 11851197 w 12283439"/>
              <a:gd name="connsiteY6" fmla="*/ 506651 h 1112220"/>
              <a:gd name="connsiteX7" fmla="*/ 12191999 w 12283439"/>
              <a:gd name="connsiteY7" fmla="*/ 552583 h 1112220"/>
              <a:gd name="connsiteX8" fmla="*/ 12283439 w 12283439"/>
              <a:gd name="connsiteY8" fmla="*/ 1112220 h 1112220"/>
              <a:gd name="connsiteX0" fmla="*/ 12191999 w 12191999"/>
              <a:gd name="connsiteY0" fmla="*/ 1020780 h 1020780"/>
              <a:gd name="connsiteX1" fmla="*/ 0 w 12191999"/>
              <a:gd name="connsiteY1" fmla="*/ 775893 h 1020780"/>
              <a:gd name="connsiteX2" fmla="*/ 0 w 12191999"/>
              <a:gd name="connsiteY2" fmla="*/ 284932 h 1020780"/>
              <a:gd name="connsiteX3" fmla="*/ 427491 w 12191999"/>
              <a:gd name="connsiteY3" fmla="*/ 222862 h 1020780"/>
              <a:gd name="connsiteX4" fmla="*/ 3799989 w 12191999"/>
              <a:gd name="connsiteY4" fmla="*/ 0 h 1020780"/>
              <a:gd name="connsiteX5" fmla="*/ 4337071 w 12191999"/>
              <a:gd name="connsiteY5" fmla="*/ 5038 h 1020780"/>
              <a:gd name="connsiteX6" fmla="*/ 11851197 w 12191999"/>
              <a:gd name="connsiteY6" fmla="*/ 506651 h 1020780"/>
              <a:gd name="connsiteX7" fmla="*/ 12191999 w 12191999"/>
              <a:gd name="connsiteY7" fmla="*/ 552583 h 1020780"/>
              <a:gd name="connsiteX0" fmla="*/ 0 w 12191999"/>
              <a:gd name="connsiteY0" fmla="*/ 775893 h 775893"/>
              <a:gd name="connsiteX1" fmla="*/ 0 w 12191999"/>
              <a:gd name="connsiteY1" fmla="*/ 284932 h 775893"/>
              <a:gd name="connsiteX2" fmla="*/ 427491 w 12191999"/>
              <a:gd name="connsiteY2" fmla="*/ 222862 h 775893"/>
              <a:gd name="connsiteX3" fmla="*/ 3799989 w 12191999"/>
              <a:gd name="connsiteY3" fmla="*/ 0 h 775893"/>
              <a:gd name="connsiteX4" fmla="*/ 4337071 w 12191999"/>
              <a:gd name="connsiteY4" fmla="*/ 5038 h 775893"/>
              <a:gd name="connsiteX5" fmla="*/ 11851197 w 12191999"/>
              <a:gd name="connsiteY5" fmla="*/ 506651 h 775893"/>
              <a:gd name="connsiteX6" fmla="*/ 12191999 w 12191999"/>
              <a:gd name="connsiteY6" fmla="*/ 552583 h 775893"/>
              <a:gd name="connsiteX0" fmla="*/ 0 w 12191999"/>
              <a:gd name="connsiteY0" fmla="*/ 284932 h 552583"/>
              <a:gd name="connsiteX1" fmla="*/ 427491 w 12191999"/>
              <a:gd name="connsiteY1" fmla="*/ 222862 h 552583"/>
              <a:gd name="connsiteX2" fmla="*/ 3799989 w 12191999"/>
              <a:gd name="connsiteY2" fmla="*/ 0 h 552583"/>
              <a:gd name="connsiteX3" fmla="*/ 4337071 w 12191999"/>
              <a:gd name="connsiteY3" fmla="*/ 5038 h 552583"/>
              <a:gd name="connsiteX4" fmla="*/ 11851197 w 12191999"/>
              <a:gd name="connsiteY4" fmla="*/ 506651 h 552583"/>
              <a:gd name="connsiteX5" fmla="*/ 12191999 w 12191999"/>
              <a:gd name="connsiteY5" fmla="*/ 552583 h 552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552583">
                <a:moveTo>
                  <a:pt x="0" y="284932"/>
                </a:moveTo>
                <a:lnTo>
                  <a:pt x="427491" y="222862"/>
                </a:lnTo>
                <a:cubicBezTo>
                  <a:pt x="1421302" y="93828"/>
                  <a:pt x="2560744" y="1567"/>
                  <a:pt x="3799989" y="0"/>
                </a:cubicBezTo>
                <a:lnTo>
                  <a:pt x="4337071" y="5038"/>
                </a:lnTo>
                <a:cubicBezTo>
                  <a:pt x="6327795" y="45024"/>
                  <a:pt x="9266952" y="180738"/>
                  <a:pt x="11851197" y="506651"/>
                </a:cubicBezTo>
                <a:lnTo>
                  <a:pt x="12191999" y="552583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6270468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ts / Data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E3CF7B-BDF8-C39B-0E06-F67DAAA753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144000" tIns="72000" rIns="144000" bIns="72000" rtlCol="0" anchor="ctr"/>
          <a:lstStyle/>
          <a:p>
            <a:pPr algn="ctr">
              <a:spcBef>
                <a:spcPts val="800"/>
              </a:spcBef>
            </a:pPr>
            <a:endParaRPr lang="en-CA" sz="1600" b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CAE Logo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5DEE35DA-CF5F-D7F0-E720-0D1D3FC44C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561" y="6295526"/>
            <a:ext cx="887416" cy="51534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5A7CEE-55EB-A54B-AE45-5E87CA842F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0"/>
          </p:nvPr>
        </p:nvSpPr>
        <p:spPr>
          <a:xfrm>
            <a:off x="306000" y="6509087"/>
            <a:ext cx="504000" cy="144463"/>
          </a:xfrm>
        </p:spPr>
        <p:txBody>
          <a:bodyPr/>
          <a:lstStyle/>
          <a:p>
            <a:fld id="{9F13E4E3-EA9B-4FF8-B6C4-2516ED16E94E}" type="slidenum">
              <a:rPr lang="en-CA" smtClean="0"/>
              <a:t>‹#›</a:t>
            </a:fld>
            <a:endParaRPr lang="en-CA"/>
          </a:p>
        </p:txBody>
      </p: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8FBDB267-0DE3-009B-EAA6-FD8458DCC5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00" y="230400"/>
            <a:ext cx="11095240" cy="762000"/>
          </a:xfrm>
        </p:spPr>
        <p:txBody>
          <a:bodyPr/>
          <a:lstStyle>
            <a:lvl1pPr>
              <a:defRPr sz="2800" b="1"/>
            </a:lvl1pPr>
            <a:lvl2pPr marL="180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D898B97B-E240-AECD-C604-30B6AD743B1A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50801" y="1411288"/>
            <a:ext cx="11095240" cy="4632325"/>
          </a:xfrm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4144237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 / Employee Sto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507A746-96EF-3755-F024-C9E1C79E72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144000" tIns="72000" rIns="144000" bIns="72000" rtlCol="0" anchor="ctr"/>
          <a:lstStyle/>
          <a:p>
            <a:pPr algn="ctr">
              <a:spcBef>
                <a:spcPts val="800"/>
              </a:spcBef>
            </a:pPr>
            <a:endParaRPr lang="en-CA" sz="1600" b="1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8438D0E-53A7-4602-B060-5EB840E3074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551384" y="-315416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09FFEBF-15C5-4A74-8443-3D9F69DF5BA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1640616" y="-315416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63FEA88-6238-4326-ADAA-5D5995C58B0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 flipV="1">
            <a:off x="551384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C0827F4-BBBC-4AC8-82BB-F8012284949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1640616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F82C03B-9388-45AF-B32A-14369CBD109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-312712" y="1412776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FC4DB00-D96A-4DF3-8277-90A16AF398F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2288688" y="1412776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6BCEB62-8960-4982-8E37-7F8C41E3020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-312712" y="6309221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9380230A-3186-4194-B30B-500F725DBC5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2288688" y="6309221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White Cover">
            <a:extLst>
              <a:ext uri="{FF2B5EF4-FFF2-40B4-BE49-F238E27FC236}">
                <a16:creationId xmlns:a16="http://schemas.microsoft.com/office/drawing/2014/main" id="{108BBA70-C68F-B906-B462-F8AB85DA2D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153149"/>
            <a:ext cx="12201525" cy="5293815"/>
          </a:xfrm>
          <a:custGeom>
            <a:avLst/>
            <a:gdLst>
              <a:gd name="connsiteX0" fmla="*/ 0 w 12192000"/>
              <a:gd name="connsiteY0" fmla="*/ 0 h 5241427"/>
              <a:gd name="connsiteX1" fmla="*/ 12192000 w 12192000"/>
              <a:gd name="connsiteY1" fmla="*/ 0 h 5241427"/>
              <a:gd name="connsiteX2" fmla="*/ 12192000 w 12192000"/>
              <a:gd name="connsiteY2" fmla="*/ 5241427 h 5241427"/>
              <a:gd name="connsiteX3" fmla="*/ 12100300 w 12192000"/>
              <a:gd name="connsiteY3" fmla="*/ 5178613 h 5241427"/>
              <a:gd name="connsiteX4" fmla="*/ 6346258 w 12192000"/>
              <a:gd name="connsiteY4" fmla="*/ 3339445 h 5241427"/>
              <a:gd name="connsiteX5" fmla="*/ 3089276 w 12192000"/>
              <a:gd name="connsiteY5" fmla="*/ 3038478 h 5241427"/>
              <a:gd name="connsiteX6" fmla="*/ 9526 w 12192000"/>
              <a:gd name="connsiteY6" fmla="*/ 3200402 h 5241427"/>
              <a:gd name="connsiteX7" fmla="*/ 0 w 12192000"/>
              <a:gd name="connsiteY7" fmla="*/ 3202015 h 5241427"/>
              <a:gd name="connsiteX0" fmla="*/ 0 w 12201525"/>
              <a:gd name="connsiteY0" fmla="*/ 0 h 5293815"/>
              <a:gd name="connsiteX1" fmla="*/ 12192000 w 12201525"/>
              <a:gd name="connsiteY1" fmla="*/ 0 h 5293815"/>
              <a:gd name="connsiteX2" fmla="*/ 12201525 w 12201525"/>
              <a:gd name="connsiteY2" fmla="*/ 5293815 h 5293815"/>
              <a:gd name="connsiteX3" fmla="*/ 12100300 w 12201525"/>
              <a:gd name="connsiteY3" fmla="*/ 5178613 h 5293815"/>
              <a:gd name="connsiteX4" fmla="*/ 6346258 w 12201525"/>
              <a:gd name="connsiteY4" fmla="*/ 3339445 h 5293815"/>
              <a:gd name="connsiteX5" fmla="*/ 3089276 w 12201525"/>
              <a:gd name="connsiteY5" fmla="*/ 3038478 h 5293815"/>
              <a:gd name="connsiteX6" fmla="*/ 9526 w 12201525"/>
              <a:gd name="connsiteY6" fmla="*/ 3200402 h 5293815"/>
              <a:gd name="connsiteX7" fmla="*/ 0 w 12201525"/>
              <a:gd name="connsiteY7" fmla="*/ 3202015 h 5293815"/>
              <a:gd name="connsiteX8" fmla="*/ 0 w 12201525"/>
              <a:gd name="connsiteY8" fmla="*/ 0 h 5293815"/>
              <a:gd name="connsiteX0" fmla="*/ 0 w 12201525"/>
              <a:gd name="connsiteY0" fmla="*/ 0 h 5293815"/>
              <a:gd name="connsiteX1" fmla="*/ 12192000 w 12201525"/>
              <a:gd name="connsiteY1" fmla="*/ 0 h 5293815"/>
              <a:gd name="connsiteX2" fmla="*/ 12201525 w 12201525"/>
              <a:gd name="connsiteY2" fmla="*/ 5293815 h 5293815"/>
              <a:gd name="connsiteX3" fmla="*/ 12100300 w 12201525"/>
              <a:gd name="connsiteY3" fmla="*/ 5226238 h 5293815"/>
              <a:gd name="connsiteX4" fmla="*/ 6346258 w 12201525"/>
              <a:gd name="connsiteY4" fmla="*/ 3339445 h 5293815"/>
              <a:gd name="connsiteX5" fmla="*/ 3089276 w 12201525"/>
              <a:gd name="connsiteY5" fmla="*/ 3038478 h 5293815"/>
              <a:gd name="connsiteX6" fmla="*/ 9526 w 12201525"/>
              <a:gd name="connsiteY6" fmla="*/ 3200402 h 5293815"/>
              <a:gd name="connsiteX7" fmla="*/ 0 w 12201525"/>
              <a:gd name="connsiteY7" fmla="*/ 3202015 h 5293815"/>
              <a:gd name="connsiteX8" fmla="*/ 0 w 12201525"/>
              <a:gd name="connsiteY8" fmla="*/ 0 h 5293815"/>
              <a:gd name="connsiteX0" fmla="*/ 0 w 12201525"/>
              <a:gd name="connsiteY0" fmla="*/ 0 h 5293815"/>
              <a:gd name="connsiteX1" fmla="*/ 12192000 w 12201525"/>
              <a:gd name="connsiteY1" fmla="*/ 0 h 5293815"/>
              <a:gd name="connsiteX2" fmla="*/ 12201525 w 12201525"/>
              <a:gd name="connsiteY2" fmla="*/ 5293815 h 5293815"/>
              <a:gd name="connsiteX3" fmla="*/ 12100300 w 12201525"/>
              <a:gd name="connsiteY3" fmla="*/ 5226238 h 5293815"/>
              <a:gd name="connsiteX4" fmla="*/ 6346258 w 12201525"/>
              <a:gd name="connsiteY4" fmla="*/ 3339445 h 5293815"/>
              <a:gd name="connsiteX5" fmla="*/ 3089276 w 12201525"/>
              <a:gd name="connsiteY5" fmla="*/ 3038478 h 5293815"/>
              <a:gd name="connsiteX6" fmla="*/ 9526 w 12201525"/>
              <a:gd name="connsiteY6" fmla="*/ 3200402 h 5293815"/>
              <a:gd name="connsiteX7" fmla="*/ 0 w 12201525"/>
              <a:gd name="connsiteY7" fmla="*/ 3202015 h 5293815"/>
              <a:gd name="connsiteX8" fmla="*/ 0 w 12201525"/>
              <a:gd name="connsiteY8" fmla="*/ 0 h 5293815"/>
              <a:gd name="connsiteX0" fmla="*/ 0 w 12201525"/>
              <a:gd name="connsiteY0" fmla="*/ 0 h 5293815"/>
              <a:gd name="connsiteX1" fmla="*/ 12192000 w 12201525"/>
              <a:gd name="connsiteY1" fmla="*/ 0 h 5293815"/>
              <a:gd name="connsiteX2" fmla="*/ 12201525 w 12201525"/>
              <a:gd name="connsiteY2" fmla="*/ 5293815 h 5293815"/>
              <a:gd name="connsiteX3" fmla="*/ 12100300 w 12201525"/>
              <a:gd name="connsiteY3" fmla="*/ 5226238 h 5293815"/>
              <a:gd name="connsiteX4" fmla="*/ 6346258 w 12201525"/>
              <a:gd name="connsiteY4" fmla="*/ 3339445 h 5293815"/>
              <a:gd name="connsiteX5" fmla="*/ 3089276 w 12201525"/>
              <a:gd name="connsiteY5" fmla="*/ 3038478 h 5293815"/>
              <a:gd name="connsiteX6" fmla="*/ 9526 w 12201525"/>
              <a:gd name="connsiteY6" fmla="*/ 3200402 h 5293815"/>
              <a:gd name="connsiteX7" fmla="*/ 0 w 12201525"/>
              <a:gd name="connsiteY7" fmla="*/ 3202015 h 5293815"/>
              <a:gd name="connsiteX8" fmla="*/ 0 w 12201525"/>
              <a:gd name="connsiteY8" fmla="*/ 0 h 5293815"/>
              <a:gd name="connsiteX0" fmla="*/ 0 w 12201525"/>
              <a:gd name="connsiteY0" fmla="*/ 0 h 5293815"/>
              <a:gd name="connsiteX1" fmla="*/ 12192000 w 12201525"/>
              <a:gd name="connsiteY1" fmla="*/ 0 h 5293815"/>
              <a:gd name="connsiteX2" fmla="*/ 12201525 w 12201525"/>
              <a:gd name="connsiteY2" fmla="*/ 5293815 h 5293815"/>
              <a:gd name="connsiteX3" fmla="*/ 12100300 w 12201525"/>
              <a:gd name="connsiteY3" fmla="*/ 5226238 h 5293815"/>
              <a:gd name="connsiteX4" fmla="*/ 6346258 w 12201525"/>
              <a:gd name="connsiteY4" fmla="*/ 3339445 h 5293815"/>
              <a:gd name="connsiteX5" fmla="*/ 3089276 w 12201525"/>
              <a:gd name="connsiteY5" fmla="*/ 3038478 h 5293815"/>
              <a:gd name="connsiteX6" fmla="*/ 9526 w 12201525"/>
              <a:gd name="connsiteY6" fmla="*/ 3200402 h 5293815"/>
              <a:gd name="connsiteX7" fmla="*/ 0 w 12201525"/>
              <a:gd name="connsiteY7" fmla="*/ 3202015 h 5293815"/>
              <a:gd name="connsiteX8" fmla="*/ 0 w 12201525"/>
              <a:gd name="connsiteY8" fmla="*/ 0 h 5293815"/>
              <a:gd name="connsiteX0" fmla="*/ 0 w 12201525"/>
              <a:gd name="connsiteY0" fmla="*/ 0 h 5293815"/>
              <a:gd name="connsiteX1" fmla="*/ 12192000 w 12201525"/>
              <a:gd name="connsiteY1" fmla="*/ 0 h 5293815"/>
              <a:gd name="connsiteX2" fmla="*/ 12201525 w 12201525"/>
              <a:gd name="connsiteY2" fmla="*/ 5293815 h 5293815"/>
              <a:gd name="connsiteX3" fmla="*/ 12100300 w 12201525"/>
              <a:gd name="connsiteY3" fmla="*/ 5226238 h 5293815"/>
              <a:gd name="connsiteX4" fmla="*/ 6346258 w 12201525"/>
              <a:gd name="connsiteY4" fmla="*/ 3339445 h 5293815"/>
              <a:gd name="connsiteX5" fmla="*/ 3089276 w 12201525"/>
              <a:gd name="connsiteY5" fmla="*/ 3038478 h 5293815"/>
              <a:gd name="connsiteX6" fmla="*/ 9526 w 12201525"/>
              <a:gd name="connsiteY6" fmla="*/ 3200402 h 5293815"/>
              <a:gd name="connsiteX7" fmla="*/ 0 w 12201525"/>
              <a:gd name="connsiteY7" fmla="*/ 3202015 h 5293815"/>
              <a:gd name="connsiteX8" fmla="*/ 0 w 12201525"/>
              <a:gd name="connsiteY8" fmla="*/ 0 h 5293815"/>
              <a:gd name="connsiteX0" fmla="*/ 0 w 12201525"/>
              <a:gd name="connsiteY0" fmla="*/ 0 h 5293815"/>
              <a:gd name="connsiteX1" fmla="*/ 12192000 w 12201525"/>
              <a:gd name="connsiteY1" fmla="*/ 0 h 5293815"/>
              <a:gd name="connsiteX2" fmla="*/ 12201525 w 12201525"/>
              <a:gd name="connsiteY2" fmla="*/ 5293815 h 5293815"/>
              <a:gd name="connsiteX3" fmla="*/ 12100300 w 12201525"/>
              <a:gd name="connsiteY3" fmla="*/ 5226238 h 5293815"/>
              <a:gd name="connsiteX4" fmla="*/ 6346258 w 12201525"/>
              <a:gd name="connsiteY4" fmla="*/ 3339445 h 5293815"/>
              <a:gd name="connsiteX5" fmla="*/ 3089276 w 12201525"/>
              <a:gd name="connsiteY5" fmla="*/ 3038478 h 5293815"/>
              <a:gd name="connsiteX6" fmla="*/ 9526 w 12201525"/>
              <a:gd name="connsiteY6" fmla="*/ 3200402 h 5293815"/>
              <a:gd name="connsiteX7" fmla="*/ 0 w 12201525"/>
              <a:gd name="connsiteY7" fmla="*/ 3202015 h 5293815"/>
              <a:gd name="connsiteX8" fmla="*/ 0 w 12201525"/>
              <a:gd name="connsiteY8" fmla="*/ 0 h 5293815"/>
              <a:gd name="connsiteX0" fmla="*/ 0 w 12201525"/>
              <a:gd name="connsiteY0" fmla="*/ 0 h 5293815"/>
              <a:gd name="connsiteX1" fmla="*/ 12192000 w 12201525"/>
              <a:gd name="connsiteY1" fmla="*/ 0 h 5293815"/>
              <a:gd name="connsiteX2" fmla="*/ 12201525 w 12201525"/>
              <a:gd name="connsiteY2" fmla="*/ 5293815 h 5293815"/>
              <a:gd name="connsiteX3" fmla="*/ 12100300 w 12201525"/>
              <a:gd name="connsiteY3" fmla="*/ 5226238 h 5293815"/>
              <a:gd name="connsiteX4" fmla="*/ 6346258 w 12201525"/>
              <a:gd name="connsiteY4" fmla="*/ 3339445 h 5293815"/>
              <a:gd name="connsiteX5" fmla="*/ 3089276 w 12201525"/>
              <a:gd name="connsiteY5" fmla="*/ 3038478 h 5293815"/>
              <a:gd name="connsiteX6" fmla="*/ 9526 w 12201525"/>
              <a:gd name="connsiteY6" fmla="*/ 3200402 h 5293815"/>
              <a:gd name="connsiteX7" fmla="*/ 0 w 12201525"/>
              <a:gd name="connsiteY7" fmla="*/ 3202015 h 5293815"/>
              <a:gd name="connsiteX8" fmla="*/ 0 w 12201525"/>
              <a:gd name="connsiteY8" fmla="*/ 0 h 5293815"/>
              <a:gd name="connsiteX0" fmla="*/ 0 w 12201525"/>
              <a:gd name="connsiteY0" fmla="*/ 0 h 5293815"/>
              <a:gd name="connsiteX1" fmla="*/ 12192000 w 12201525"/>
              <a:gd name="connsiteY1" fmla="*/ 0 h 5293815"/>
              <a:gd name="connsiteX2" fmla="*/ 12201525 w 12201525"/>
              <a:gd name="connsiteY2" fmla="*/ 5293815 h 5293815"/>
              <a:gd name="connsiteX3" fmla="*/ 12100300 w 12201525"/>
              <a:gd name="connsiteY3" fmla="*/ 5226238 h 5293815"/>
              <a:gd name="connsiteX4" fmla="*/ 6346258 w 12201525"/>
              <a:gd name="connsiteY4" fmla="*/ 3339445 h 5293815"/>
              <a:gd name="connsiteX5" fmla="*/ 3089276 w 12201525"/>
              <a:gd name="connsiteY5" fmla="*/ 3038478 h 5293815"/>
              <a:gd name="connsiteX6" fmla="*/ 9526 w 12201525"/>
              <a:gd name="connsiteY6" fmla="*/ 3200402 h 5293815"/>
              <a:gd name="connsiteX7" fmla="*/ 0 w 12201525"/>
              <a:gd name="connsiteY7" fmla="*/ 3202015 h 5293815"/>
              <a:gd name="connsiteX8" fmla="*/ 0 w 12201525"/>
              <a:gd name="connsiteY8" fmla="*/ 0 h 5293815"/>
              <a:gd name="connsiteX0" fmla="*/ 0 w 12201525"/>
              <a:gd name="connsiteY0" fmla="*/ 0 h 5293815"/>
              <a:gd name="connsiteX1" fmla="*/ 12192000 w 12201525"/>
              <a:gd name="connsiteY1" fmla="*/ 0 h 5293815"/>
              <a:gd name="connsiteX2" fmla="*/ 12201525 w 12201525"/>
              <a:gd name="connsiteY2" fmla="*/ 5293815 h 5293815"/>
              <a:gd name="connsiteX3" fmla="*/ 12100300 w 12201525"/>
              <a:gd name="connsiteY3" fmla="*/ 5226238 h 5293815"/>
              <a:gd name="connsiteX4" fmla="*/ 6346258 w 12201525"/>
              <a:gd name="connsiteY4" fmla="*/ 3339445 h 5293815"/>
              <a:gd name="connsiteX5" fmla="*/ 3089276 w 12201525"/>
              <a:gd name="connsiteY5" fmla="*/ 3038478 h 5293815"/>
              <a:gd name="connsiteX6" fmla="*/ 9526 w 12201525"/>
              <a:gd name="connsiteY6" fmla="*/ 3200402 h 5293815"/>
              <a:gd name="connsiteX7" fmla="*/ 0 w 12201525"/>
              <a:gd name="connsiteY7" fmla="*/ 3202015 h 5293815"/>
              <a:gd name="connsiteX8" fmla="*/ 0 w 12201525"/>
              <a:gd name="connsiteY8" fmla="*/ 0 h 5293815"/>
              <a:gd name="connsiteX0" fmla="*/ 0 w 12201525"/>
              <a:gd name="connsiteY0" fmla="*/ 0 h 5293815"/>
              <a:gd name="connsiteX1" fmla="*/ 12192000 w 12201525"/>
              <a:gd name="connsiteY1" fmla="*/ 0 h 5293815"/>
              <a:gd name="connsiteX2" fmla="*/ 12201525 w 12201525"/>
              <a:gd name="connsiteY2" fmla="*/ 5293815 h 5293815"/>
              <a:gd name="connsiteX3" fmla="*/ 12100300 w 12201525"/>
              <a:gd name="connsiteY3" fmla="*/ 5226238 h 5293815"/>
              <a:gd name="connsiteX4" fmla="*/ 6346258 w 12201525"/>
              <a:gd name="connsiteY4" fmla="*/ 3339445 h 5293815"/>
              <a:gd name="connsiteX5" fmla="*/ 3089276 w 12201525"/>
              <a:gd name="connsiteY5" fmla="*/ 3038478 h 5293815"/>
              <a:gd name="connsiteX6" fmla="*/ 9526 w 12201525"/>
              <a:gd name="connsiteY6" fmla="*/ 3200402 h 5293815"/>
              <a:gd name="connsiteX7" fmla="*/ 0 w 12201525"/>
              <a:gd name="connsiteY7" fmla="*/ 3202015 h 5293815"/>
              <a:gd name="connsiteX8" fmla="*/ 0 w 12201525"/>
              <a:gd name="connsiteY8" fmla="*/ 0 h 5293815"/>
              <a:gd name="connsiteX0" fmla="*/ 0 w 12201525"/>
              <a:gd name="connsiteY0" fmla="*/ 0 h 5293815"/>
              <a:gd name="connsiteX1" fmla="*/ 12192000 w 12201525"/>
              <a:gd name="connsiteY1" fmla="*/ 0 h 5293815"/>
              <a:gd name="connsiteX2" fmla="*/ 12201525 w 12201525"/>
              <a:gd name="connsiteY2" fmla="*/ 5293815 h 5293815"/>
              <a:gd name="connsiteX3" fmla="*/ 12100300 w 12201525"/>
              <a:gd name="connsiteY3" fmla="*/ 5226238 h 5293815"/>
              <a:gd name="connsiteX4" fmla="*/ 6346258 w 12201525"/>
              <a:gd name="connsiteY4" fmla="*/ 3339445 h 5293815"/>
              <a:gd name="connsiteX5" fmla="*/ 3089276 w 12201525"/>
              <a:gd name="connsiteY5" fmla="*/ 3038478 h 5293815"/>
              <a:gd name="connsiteX6" fmla="*/ 9526 w 12201525"/>
              <a:gd name="connsiteY6" fmla="*/ 3200402 h 5293815"/>
              <a:gd name="connsiteX7" fmla="*/ 0 w 12201525"/>
              <a:gd name="connsiteY7" fmla="*/ 3202015 h 5293815"/>
              <a:gd name="connsiteX8" fmla="*/ 0 w 12201525"/>
              <a:gd name="connsiteY8" fmla="*/ 0 h 529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1525" h="5293815">
                <a:moveTo>
                  <a:pt x="0" y="0"/>
                </a:moveTo>
                <a:lnTo>
                  <a:pt x="12192000" y="0"/>
                </a:lnTo>
                <a:lnTo>
                  <a:pt x="12201525" y="5293815"/>
                </a:lnTo>
                <a:cubicBezTo>
                  <a:pt x="12170958" y="5272877"/>
                  <a:pt x="12130867" y="5247176"/>
                  <a:pt x="12100300" y="5226238"/>
                </a:cubicBezTo>
                <a:cubicBezTo>
                  <a:pt x="10398736" y="4111237"/>
                  <a:pt x="7891738" y="3585785"/>
                  <a:pt x="6346258" y="3339445"/>
                </a:cubicBezTo>
                <a:cubicBezTo>
                  <a:pt x="4782669" y="3090218"/>
                  <a:pt x="3681319" y="3076997"/>
                  <a:pt x="3089276" y="3038478"/>
                </a:cubicBezTo>
                <a:cubicBezTo>
                  <a:pt x="2668683" y="3044406"/>
                  <a:pt x="783447" y="3096922"/>
                  <a:pt x="9526" y="3200402"/>
                </a:cubicBezTo>
                <a:lnTo>
                  <a:pt x="0" y="320201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144000" tIns="72000" rIns="144000" bIns="72000" rtlCol="0" anchor="ctr">
            <a:noAutofit/>
          </a:bodyPr>
          <a:lstStyle/>
          <a:p>
            <a:pPr algn="ctr">
              <a:spcBef>
                <a:spcPts val="800"/>
              </a:spcBef>
            </a:pPr>
            <a:endParaRPr lang="en-CA" sz="16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E13A81-8307-7967-BECE-8324805696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00" y="230400"/>
            <a:ext cx="8153400" cy="762000"/>
          </a:xfrm>
        </p:spPr>
        <p:txBody>
          <a:bodyPr/>
          <a:lstStyle>
            <a:lvl1pPr>
              <a:defRPr sz="2800" b="1"/>
            </a:lvl1pPr>
            <a:lvl2pPr marL="180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022CA3D-545D-701A-F4C6-B0A9D9D55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799" y="1219200"/>
            <a:ext cx="7048713" cy="14583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FF14D4D-CA14-F86F-13FB-335FA7BF3E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-3" y="2902905"/>
            <a:ext cx="12191997" cy="4081668"/>
          </a:xfrm>
          <a:custGeom>
            <a:avLst/>
            <a:gdLst>
              <a:gd name="connsiteX0" fmla="*/ 0 w 12192000"/>
              <a:gd name="connsiteY0" fmla="*/ 0 h 4081668"/>
              <a:gd name="connsiteX1" fmla="*/ 12192000 w 12192000"/>
              <a:gd name="connsiteY1" fmla="*/ 0 h 4081668"/>
              <a:gd name="connsiteX2" fmla="*/ 12192000 w 12192000"/>
              <a:gd name="connsiteY2" fmla="*/ 1828380 h 4081668"/>
              <a:gd name="connsiteX3" fmla="*/ 11909634 w 12192000"/>
              <a:gd name="connsiteY3" fmla="*/ 2005674 h 4081668"/>
              <a:gd name="connsiteX4" fmla="*/ 2209800 w 12192000"/>
              <a:gd name="connsiteY4" fmla="*/ 4081668 h 4081668"/>
              <a:gd name="connsiteX5" fmla="*/ 428371 w 12192000"/>
              <a:gd name="connsiteY5" fmla="*/ 4027414 h 4081668"/>
              <a:gd name="connsiteX6" fmla="*/ 0 w 12192000"/>
              <a:gd name="connsiteY6" fmla="*/ 3996621 h 4081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081668">
                <a:moveTo>
                  <a:pt x="0" y="0"/>
                </a:moveTo>
                <a:lnTo>
                  <a:pt x="12192000" y="0"/>
                </a:lnTo>
                <a:lnTo>
                  <a:pt x="12192000" y="1828380"/>
                </a:lnTo>
                <a:lnTo>
                  <a:pt x="11909634" y="2005674"/>
                </a:lnTo>
                <a:cubicBezTo>
                  <a:pt x="9807490" y="3258180"/>
                  <a:pt x="6247554" y="4081668"/>
                  <a:pt x="2209800" y="4081668"/>
                </a:cubicBezTo>
                <a:cubicBezTo>
                  <a:pt x="1604137" y="4081668"/>
                  <a:pt x="1009225" y="4063140"/>
                  <a:pt x="428371" y="4027414"/>
                </a:cubicBezTo>
                <a:lnTo>
                  <a:pt x="0" y="3996621"/>
                </a:lnTo>
                <a:close/>
              </a:path>
            </a:pathLst>
          </a:custGeom>
          <a:solidFill>
            <a:srgbClr val="0610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C3B811A-A5A9-867C-9747-DD4B0E6EBC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8357419" y="1643291"/>
            <a:ext cx="2674376" cy="2674376"/>
          </a:xfrm>
          <a:prstGeom prst="ellipse">
            <a:avLst/>
          </a:prstGeom>
          <a:ln w="19050">
            <a:solidFill>
              <a:schemeClr val="accent6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311793-A34B-72E8-CD72-60034FA301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1" y="2882014"/>
            <a:ext cx="12191998" cy="2253288"/>
          </a:xfrm>
          <a:custGeom>
            <a:avLst/>
            <a:gdLst>
              <a:gd name="connsiteX0" fmla="*/ 0 w 12192000"/>
              <a:gd name="connsiteY0" fmla="*/ 0 h 4081668"/>
              <a:gd name="connsiteX1" fmla="*/ 12192000 w 12192000"/>
              <a:gd name="connsiteY1" fmla="*/ 0 h 4081668"/>
              <a:gd name="connsiteX2" fmla="*/ 12192000 w 12192000"/>
              <a:gd name="connsiteY2" fmla="*/ 1828380 h 4081668"/>
              <a:gd name="connsiteX3" fmla="*/ 11909634 w 12192000"/>
              <a:gd name="connsiteY3" fmla="*/ 2005674 h 4081668"/>
              <a:gd name="connsiteX4" fmla="*/ 2209800 w 12192000"/>
              <a:gd name="connsiteY4" fmla="*/ 4081668 h 4081668"/>
              <a:gd name="connsiteX5" fmla="*/ 428371 w 12192000"/>
              <a:gd name="connsiteY5" fmla="*/ 4027414 h 4081668"/>
              <a:gd name="connsiteX6" fmla="*/ 0 w 12192000"/>
              <a:gd name="connsiteY6" fmla="*/ 3996621 h 4081668"/>
              <a:gd name="connsiteX0" fmla="*/ 0 w 12192000"/>
              <a:gd name="connsiteY0" fmla="*/ 0 h 4081668"/>
              <a:gd name="connsiteX1" fmla="*/ 12192000 w 12192000"/>
              <a:gd name="connsiteY1" fmla="*/ 0 h 4081668"/>
              <a:gd name="connsiteX2" fmla="*/ 12192000 w 12192000"/>
              <a:gd name="connsiteY2" fmla="*/ 1828380 h 4081668"/>
              <a:gd name="connsiteX3" fmla="*/ 11909634 w 12192000"/>
              <a:gd name="connsiteY3" fmla="*/ 2005674 h 4081668"/>
              <a:gd name="connsiteX4" fmla="*/ 2209800 w 12192000"/>
              <a:gd name="connsiteY4" fmla="*/ 4081668 h 4081668"/>
              <a:gd name="connsiteX5" fmla="*/ 428371 w 12192000"/>
              <a:gd name="connsiteY5" fmla="*/ 4027414 h 4081668"/>
              <a:gd name="connsiteX6" fmla="*/ 0 w 12192000"/>
              <a:gd name="connsiteY6" fmla="*/ 3996621 h 4081668"/>
              <a:gd name="connsiteX7" fmla="*/ 91440 w 12192000"/>
              <a:gd name="connsiteY7" fmla="*/ 91440 h 4081668"/>
              <a:gd name="connsiteX0" fmla="*/ 1453154 w 13645154"/>
              <a:gd name="connsiteY0" fmla="*/ 0 h 4081668"/>
              <a:gd name="connsiteX1" fmla="*/ 13645154 w 13645154"/>
              <a:gd name="connsiteY1" fmla="*/ 0 h 4081668"/>
              <a:gd name="connsiteX2" fmla="*/ 13645154 w 13645154"/>
              <a:gd name="connsiteY2" fmla="*/ 1828380 h 4081668"/>
              <a:gd name="connsiteX3" fmla="*/ 13362788 w 13645154"/>
              <a:gd name="connsiteY3" fmla="*/ 2005674 h 4081668"/>
              <a:gd name="connsiteX4" fmla="*/ 3662954 w 13645154"/>
              <a:gd name="connsiteY4" fmla="*/ 4081668 h 4081668"/>
              <a:gd name="connsiteX5" fmla="*/ 1881525 w 13645154"/>
              <a:gd name="connsiteY5" fmla="*/ 4027414 h 4081668"/>
              <a:gd name="connsiteX6" fmla="*/ 1453154 w 13645154"/>
              <a:gd name="connsiteY6" fmla="*/ 3996621 h 4081668"/>
              <a:gd name="connsiteX7" fmla="*/ 0 w 13645154"/>
              <a:gd name="connsiteY7" fmla="*/ 635138 h 4081668"/>
              <a:gd name="connsiteX0" fmla="*/ 1490225 w 13645154"/>
              <a:gd name="connsiteY0" fmla="*/ 0 h 4699506"/>
              <a:gd name="connsiteX1" fmla="*/ 13645154 w 13645154"/>
              <a:gd name="connsiteY1" fmla="*/ 617838 h 4699506"/>
              <a:gd name="connsiteX2" fmla="*/ 13645154 w 13645154"/>
              <a:gd name="connsiteY2" fmla="*/ 2446218 h 4699506"/>
              <a:gd name="connsiteX3" fmla="*/ 13362788 w 13645154"/>
              <a:gd name="connsiteY3" fmla="*/ 2623512 h 4699506"/>
              <a:gd name="connsiteX4" fmla="*/ 3662954 w 13645154"/>
              <a:gd name="connsiteY4" fmla="*/ 4699506 h 4699506"/>
              <a:gd name="connsiteX5" fmla="*/ 1881525 w 13645154"/>
              <a:gd name="connsiteY5" fmla="*/ 4645252 h 4699506"/>
              <a:gd name="connsiteX6" fmla="*/ 1453154 w 13645154"/>
              <a:gd name="connsiteY6" fmla="*/ 4614459 h 4699506"/>
              <a:gd name="connsiteX7" fmla="*/ 0 w 13645154"/>
              <a:gd name="connsiteY7" fmla="*/ 1252976 h 4699506"/>
              <a:gd name="connsiteX0" fmla="*/ 13645154 w 13645154"/>
              <a:gd name="connsiteY0" fmla="*/ 0 h 4081668"/>
              <a:gd name="connsiteX1" fmla="*/ 13645154 w 13645154"/>
              <a:gd name="connsiteY1" fmla="*/ 1828380 h 4081668"/>
              <a:gd name="connsiteX2" fmla="*/ 13362788 w 13645154"/>
              <a:gd name="connsiteY2" fmla="*/ 2005674 h 4081668"/>
              <a:gd name="connsiteX3" fmla="*/ 3662954 w 13645154"/>
              <a:gd name="connsiteY3" fmla="*/ 4081668 h 4081668"/>
              <a:gd name="connsiteX4" fmla="*/ 1881525 w 13645154"/>
              <a:gd name="connsiteY4" fmla="*/ 4027414 h 4081668"/>
              <a:gd name="connsiteX5" fmla="*/ 1453154 w 13645154"/>
              <a:gd name="connsiteY5" fmla="*/ 3996621 h 4081668"/>
              <a:gd name="connsiteX6" fmla="*/ 0 w 13645154"/>
              <a:gd name="connsiteY6" fmla="*/ 635138 h 4081668"/>
              <a:gd name="connsiteX0" fmla="*/ 13645154 w 13645154"/>
              <a:gd name="connsiteY0" fmla="*/ 1193242 h 3446530"/>
              <a:gd name="connsiteX1" fmla="*/ 13362788 w 13645154"/>
              <a:gd name="connsiteY1" fmla="*/ 1370536 h 3446530"/>
              <a:gd name="connsiteX2" fmla="*/ 3662954 w 13645154"/>
              <a:gd name="connsiteY2" fmla="*/ 3446530 h 3446530"/>
              <a:gd name="connsiteX3" fmla="*/ 1881525 w 13645154"/>
              <a:gd name="connsiteY3" fmla="*/ 3392276 h 3446530"/>
              <a:gd name="connsiteX4" fmla="*/ 1453154 w 13645154"/>
              <a:gd name="connsiteY4" fmla="*/ 3361483 h 3446530"/>
              <a:gd name="connsiteX5" fmla="*/ 0 w 13645154"/>
              <a:gd name="connsiteY5" fmla="*/ 0 h 3446530"/>
              <a:gd name="connsiteX0" fmla="*/ 12192000 w 12192000"/>
              <a:gd name="connsiteY0" fmla="*/ 0 h 2253288"/>
              <a:gd name="connsiteX1" fmla="*/ 11909634 w 12192000"/>
              <a:gd name="connsiteY1" fmla="*/ 177294 h 2253288"/>
              <a:gd name="connsiteX2" fmla="*/ 2209800 w 12192000"/>
              <a:gd name="connsiteY2" fmla="*/ 2253288 h 2253288"/>
              <a:gd name="connsiteX3" fmla="*/ 428371 w 12192000"/>
              <a:gd name="connsiteY3" fmla="*/ 2199034 h 2253288"/>
              <a:gd name="connsiteX4" fmla="*/ 0 w 12192000"/>
              <a:gd name="connsiteY4" fmla="*/ 2168241 h 2253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2253288">
                <a:moveTo>
                  <a:pt x="12192000" y="0"/>
                </a:moveTo>
                <a:lnTo>
                  <a:pt x="11909634" y="177294"/>
                </a:lnTo>
                <a:cubicBezTo>
                  <a:pt x="9807490" y="1429800"/>
                  <a:pt x="6247554" y="2253288"/>
                  <a:pt x="2209800" y="2253288"/>
                </a:cubicBezTo>
                <a:cubicBezTo>
                  <a:pt x="1604137" y="2253288"/>
                  <a:pt x="1009225" y="2234760"/>
                  <a:pt x="428371" y="2199034"/>
                </a:cubicBezTo>
                <a:lnTo>
                  <a:pt x="0" y="2168241"/>
                </a:lnTo>
              </a:path>
            </a:pathLst>
          </a:custGeom>
          <a:noFill/>
          <a:ln w="38100">
            <a:solidFill>
              <a:srgbClr val="B4F6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CA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0608F43-9540-6BF6-E498-E32AFB2D7C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0" y="2892710"/>
            <a:ext cx="12191997" cy="2051029"/>
          </a:xfrm>
          <a:custGeom>
            <a:avLst/>
            <a:gdLst>
              <a:gd name="connsiteX0" fmla="*/ 0 w 12192000"/>
              <a:gd name="connsiteY0" fmla="*/ 0 h 4081668"/>
              <a:gd name="connsiteX1" fmla="*/ 12192000 w 12192000"/>
              <a:gd name="connsiteY1" fmla="*/ 0 h 4081668"/>
              <a:gd name="connsiteX2" fmla="*/ 12192000 w 12192000"/>
              <a:gd name="connsiteY2" fmla="*/ 1828380 h 4081668"/>
              <a:gd name="connsiteX3" fmla="*/ 11909634 w 12192000"/>
              <a:gd name="connsiteY3" fmla="*/ 2005674 h 4081668"/>
              <a:gd name="connsiteX4" fmla="*/ 2209800 w 12192000"/>
              <a:gd name="connsiteY4" fmla="*/ 4081668 h 4081668"/>
              <a:gd name="connsiteX5" fmla="*/ 428371 w 12192000"/>
              <a:gd name="connsiteY5" fmla="*/ 4027414 h 4081668"/>
              <a:gd name="connsiteX6" fmla="*/ 0 w 12192000"/>
              <a:gd name="connsiteY6" fmla="*/ 3996621 h 4081668"/>
              <a:gd name="connsiteX0" fmla="*/ 0 w 12192000"/>
              <a:gd name="connsiteY0" fmla="*/ 0 h 4081668"/>
              <a:gd name="connsiteX1" fmla="*/ 12192000 w 12192000"/>
              <a:gd name="connsiteY1" fmla="*/ 0 h 4081668"/>
              <a:gd name="connsiteX2" fmla="*/ 12192000 w 12192000"/>
              <a:gd name="connsiteY2" fmla="*/ 1828380 h 4081668"/>
              <a:gd name="connsiteX3" fmla="*/ 11909634 w 12192000"/>
              <a:gd name="connsiteY3" fmla="*/ 2005674 h 4081668"/>
              <a:gd name="connsiteX4" fmla="*/ 2209800 w 12192000"/>
              <a:gd name="connsiteY4" fmla="*/ 4081668 h 4081668"/>
              <a:gd name="connsiteX5" fmla="*/ 428371 w 12192000"/>
              <a:gd name="connsiteY5" fmla="*/ 4027414 h 4081668"/>
              <a:gd name="connsiteX6" fmla="*/ 0 w 12192000"/>
              <a:gd name="connsiteY6" fmla="*/ 3996621 h 4081668"/>
              <a:gd name="connsiteX7" fmla="*/ 91440 w 12192000"/>
              <a:gd name="connsiteY7" fmla="*/ 91440 h 4081668"/>
              <a:gd name="connsiteX0" fmla="*/ 1453154 w 13645154"/>
              <a:gd name="connsiteY0" fmla="*/ 0 h 4081668"/>
              <a:gd name="connsiteX1" fmla="*/ 13645154 w 13645154"/>
              <a:gd name="connsiteY1" fmla="*/ 0 h 4081668"/>
              <a:gd name="connsiteX2" fmla="*/ 13645154 w 13645154"/>
              <a:gd name="connsiteY2" fmla="*/ 1828380 h 4081668"/>
              <a:gd name="connsiteX3" fmla="*/ 13362788 w 13645154"/>
              <a:gd name="connsiteY3" fmla="*/ 2005674 h 4081668"/>
              <a:gd name="connsiteX4" fmla="*/ 3662954 w 13645154"/>
              <a:gd name="connsiteY4" fmla="*/ 4081668 h 4081668"/>
              <a:gd name="connsiteX5" fmla="*/ 1881525 w 13645154"/>
              <a:gd name="connsiteY5" fmla="*/ 4027414 h 4081668"/>
              <a:gd name="connsiteX6" fmla="*/ 1453154 w 13645154"/>
              <a:gd name="connsiteY6" fmla="*/ 3996621 h 4081668"/>
              <a:gd name="connsiteX7" fmla="*/ 0 w 13645154"/>
              <a:gd name="connsiteY7" fmla="*/ 635138 h 4081668"/>
              <a:gd name="connsiteX0" fmla="*/ 1490225 w 13645154"/>
              <a:gd name="connsiteY0" fmla="*/ 0 h 4699506"/>
              <a:gd name="connsiteX1" fmla="*/ 13645154 w 13645154"/>
              <a:gd name="connsiteY1" fmla="*/ 617838 h 4699506"/>
              <a:gd name="connsiteX2" fmla="*/ 13645154 w 13645154"/>
              <a:gd name="connsiteY2" fmla="*/ 2446218 h 4699506"/>
              <a:gd name="connsiteX3" fmla="*/ 13362788 w 13645154"/>
              <a:gd name="connsiteY3" fmla="*/ 2623512 h 4699506"/>
              <a:gd name="connsiteX4" fmla="*/ 3662954 w 13645154"/>
              <a:gd name="connsiteY4" fmla="*/ 4699506 h 4699506"/>
              <a:gd name="connsiteX5" fmla="*/ 1881525 w 13645154"/>
              <a:gd name="connsiteY5" fmla="*/ 4645252 h 4699506"/>
              <a:gd name="connsiteX6" fmla="*/ 1453154 w 13645154"/>
              <a:gd name="connsiteY6" fmla="*/ 4614459 h 4699506"/>
              <a:gd name="connsiteX7" fmla="*/ 0 w 13645154"/>
              <a:gd name="connsiteY7" fmla="*/ 1252976 h 4699506"/>
              <a:gd name="connsiteX0" fmla="*/ 13645154 w 13645154"/>
              <a:gd name="connsiteY0" fmla="*/ 0 h 4081668"/>
              <a:gd name="connsiteX1" fmla="*/ 13645154 w 13645154"/>
              <a:gd name="connsiteY1" fmla="*/ 1828380 h 4081668"/>
              <a:gd name="connsiteX2" fmla="*/ 13362788 w 13645154"/>
              <a:gd name="connsiteY2" fmla="*/ 2005674 h 4081668"/>
              <a:gd name="connsiteX3" fmla="*/ 3662954 w 13645154"/>
              <a:gd name="connsiteY3" fmla="*/ 4081668 h 4081668"/>
              <a:gd name="connsiteX4" fmla="*/ 1881525 w 13645154"/>
              <a:gd name="connsiteY4" fmla="*/ 4027414 h 4081668"/>
              <a:gd name="connsiteX5" fmla="*/ 1453154 w 13645154"/>
              <a:gd name="connsiteY5" fmla="*/ 3996621 h 4081668"/>
              <a:gd name="connsiteX6" fmla="*/ 0 w 13645154"/>
              <a:gd name="connsiteY6" fmla="*/ 635138 h 4081668"/>
              <a:gd name="connsiteX0" fmla="*/ 13645154 w 13645154"/>
              <a:gd name="connsiteY0" fmla="*/ 1193242 h 3446530"/>
              <a:gd name="connsiteX1" fmla="*/ 13362788 w 13645154"/>
              <a:gd name="connsiteY1" fmla="*/ 1370536 h 3446530"/>
              <a:gd name="connsiteX2" fmla="*/ 3662954 w 13645154"/>
              <a:gd name="connsiteY2" fmla="*/ 3446530 h 3446530"/>
              <a:gd name="connsiteX3" fmla="*/ 1881525 w 13645154"/>
              <a:gd name="connsiteY3" fmla="*/ 3392276 h 3446530"/>
              <a:gd name="connsiteX4" fmla="*/ 1453154 w 13645154"/>
              <a:gd name="connsiteY4" fmla="*/ 3361483 h 3446530"/>
              <a:gd name="connsiteX5" fmla="*/ 0 w 13645154"/>
              <a:gd name="connsiteY5" fmla="*/ 0 h 3446530"/>
              <a:gd name="connsiteX0" fmla="*/ 12192000 w 12192000"/>
              <a:gd name="connsiteY0" fmla="*/ 0 h 2253288"/>
              <a:gd name="connsiteX1" fmla="*/ 11909634 w 12192000"/>
              <a:gd name="connsiteY1" fmla="*/ 177294 h 2253288"/>
              <a:gd name="connsiteX2" fmla="*/ 2209800 w 12192000"/>
              <a:gd name="connsiteY2" fmla="*/ 2253288 h 2253288"/>
              <a:gd name="connsiteX3" fmla="*/ 428371 w 12192000"/>
              <a:gd name="connsiteY3" fmla="*/ 2199034 h 2253288"/>
              <a:gd name="connsiteX4" fmla="*/ 0 w 12192000"/>
              <a:gd name="connsiteY4" fmla="*/ 2168241 h 2253288"/>
              <a:gd name="connsiteX0" fmla="*/ 11763629 w 11763629"/>
              <a:gd name="connsiteY0" fmla="*/ 0 h 2253288"/>
              <a:gd name="connsiteX1" fmla="*/ 11481263 w 11763629"/>
              <a:gd name="connsiteY1" fmla="*/ 177294 h 2253288"/>
              <a:gd name="connsiteX2" fmla="*/ 1781429 w 11763629"/>
              <a:gd name="connsiteY2" fmla="*/ 2253288 h 2253288"/>
              <a:gd name="connsiteX3" fmla="*/ 0 w 11763629"/>
              <a:gd name="connsiteY3" fmla="*/ 2199034 h 2253288"/>
              <a:gd name="connsiteX0" fmla="*/ 9982200 w 9982200"/>
              <a:gd name="connsiteY0" fmla="*/ 0 h 2253288"/>
              <a:gd name="connsiteX1" fmla="*/ 9699834 w 9982200"/>
              <a:gd name="connsiteY1" fmla="*/ 177294 h 2253288"/>
              <a:gd name="connsiteX2" fmla="*/ 0 w 9982200"/>
              <a:gd name="connsiteY2" fmla="*/ 2253288 h 2253288"/>
              <a:gd name="connsiteX0" fmla="*/ 12404125 w 12404125"/>
              <a:gd name="connsiteY0" fmla="*/ 0 h 2574563"/>
              <a:gd name="connsiteX1" fmla="*/ 12121759 w 12404125"/>
              <a:gd name="connsiteY1" fmla="*/ 177294 h 2574563"/>
              <a:gd name="connsiteX2" fmla="*/ 0 w 12404125"/>
              <a:gd name="connsiteY2" fmla="*/ 2574563 h 2574563"/>
              <a:gd name="connsiteX0" fmla="*/ 12404125 w 12404125"/>
              <a:gd name="connsiteY0" fmla="*/ 0 h 2574563"/>
              <a:gd name="connsiteX1" fmla="*/ 12121759 w 12404125"/>
              <a:gd name="connsiteY1" fmla="*/ 177294 h 2574563"/>
              <a:gd name="connsiteX2" fmla="*/ 0 w 12404125"/>
              <a:gd name="connsiteY2" fmla="*/ 2574563 h 2574563"/>
              <a:gd name="connsiteX0" fmla="*/ 12453552 w 12453552"/>
              <a:gd name="connsiteY0" fmla="*/ 0 h 1833158"/>
              <a:gd name="connsiteX1" fmla="*/ 12171186 w 12453552"/>
              <a:gd name="connsiteY1" fmla="*/ 177294 h 1833158"/>
              <a:gd name="connsiteX2" fmla="*/ 0 w 12453552"/>
              <a:gd name="connsiteY2" fmla="*/ 1833158 h 1833158"/>
              <a:gd name="connsiteX0" fmla="*/ 12453552 w 12453552"/>
              <a:gd name="connsiteY0" fmla="*/ 0 h 1971267"/>
              <a:gd name="connsiteX1" fmla="*/ 12171186 w 12453552"/>
              <a:gd name="connsiteY1" fmla="*/ 177294 h 1971267"/>
              <a:gd name="connsiteX2" fmla="*/ 0 w 12453552"/>
              <a:gd name="connsiteY2" fmla="*/ 1833158 h 1971267"/>
              <a:gd name="connsiteX0" fmla="*/ 12197179 w 12197179"/>
              <a:gd name="connsiteY0" fmla="*/ 0 h 2025573"/>
              <a:gd name="connsiteX1" fmla="*/ 11914813 w 12197179"/>
              <a:gd name="connsiteY1" fmla="*/ 177294 h 2025573"/>
              <a:gd name="connsiteX2" fmla="*/ 0 w 12197179"/>
              <a:gd name="connsiteY2" fmla="*/ 1892978 h 2025573"/>
              <a:gd name="connsiteX0" fmla="*/ 12197179 w 12197179"/>
              <a:gd name="connsiteY0" fmla="*/ 0 h 2051029"/>
              <a:gd name="connsiteX1" fmla="*/ 11914813 w 12197179"/>
              <a:gd name="connsiteY1" fmla="*/ 177294 h 2051029"/>
              <a:gd name="connsiteX2" fmla="*/ 0 w 12197179"/>
              <a:gd name="connsiteY2" fmla="*/ 1892978 h 2051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7179" h="2051029">
                <a:moveTo>
                  <a:pt x="12197179" y="0"/>
                </a:moveTo>
                <a:lnTo>
                  <a:pt x="11914813" y="177294"/>
                </a:lnTo>
                <a:cubicBezTo>
                  <a:pt x="9812669" y="1429800"/>
                  <a:pt x="5705800" y="2455615"/>
                  <a:pt x="0" y="1892978"/>
                </a:cubicBezTo>
              </a:path>
            </a:pathLst>
          </a:custGeom>
          <a:noFill/>
          <a:ln w="19050">
            <a:solidFill>
              <a:srgbClr val="B4F6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3" name="Slide Number Placeholder 2"/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>
          <a:xfrm>
            <a:off x="306000" y="6509087"/>
            <a:ext cx="504000" cy="144463"/>
          </a:xfrm>
        </p:spPr>
        <p:txBody>
          <a:bodyPr/>
          <a:lstStyle/>
          <a:p>
            <a:fld id="{9F13E4E3-EA9B-4FF8-B6C4-2516ED16E94E}" type="slidenum">
              <a:rPr lang="en-CA" smtClean="0"/>
              <a:t>‹#›</a:t>
            </a:fld>
            <a:endParaRPr lang="en-CA"/>
          </a:p>
        </p:txBody>
      </p:sp>
      <p:pic>
        <p:nvPicPr>
          <p:cNvPr id="20" name="CAE Logo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D9C0860C-0E16-8152-D499-991793E1E3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561" y="6295526"/>
            <a:ext cx="887416" cy="515348"/>
          </a:xfrm>
          <a:prstGeom prst="rect">
            <a:avLst/>
          </a:prstGeom>
        </p:spPr>
      </p:pic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1FED0CF0-E818-F9DB-E63D-2B5134899F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50799" y="3795703"/>
            <a:ext cx="7048714" cy="22482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6439220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eople in meeting">
            <a:extLst>
              <a:ext uri="{FF2B5EF4-FFF2-40B4-BE49-F238E27FC236}">
                <a16:creationId xmlns:a16="http://schemas.microsoft.com/office/drawing/2014/main" id="{79D21DDF-3144-4477-6540-BA7E67778D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4260"/>
          <a:stretch>
            <a:fillRect/>
          </a:stretch>
        </p:blipFill>
        <p:spPr>
          <a:xfrm>
            <a:off x="0" y="-1752600"/>
            <a:ext cx="12192000" cy="6858001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523D41F-3572-F15A-2B94-80A1D38F0E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>
            <a:off x="0" y="2772615"/>
            <a:ext cx="12192000" cy="4081668"/>
          </a:xfrm>
          <a:custGeom>
            <a:avLst/>
            <a:gdLst>
              <a:gd name="connsiteX0" fmla="*/ 0 w 12192000"/>
              <a:gd name="connsiteY0" fmla="*/ 0 h 4081668"/>
              <a:gd name="connsiteX1" fmla="*/ 12192000 w 12192000"/>
              <a:gd name="connsiteY1" fmla="*/ 0 h 4081668"/>
              <a:gd name="connsiteX2" fmla="*/ 12192000 w 12192000"/>
              <a:gd name="connsiteY2" fmla="*/ 1828380 h 4081668"/>
              <a:gd name="connsiteX3" fmla="*/ 11909634 w 12192000"/>
              <a:gd name="connsiteY3" fmla="*/ 2005674 h 4081668"/>
              <a:gd name="connsiteX4" fmla="*/ 2209800 w 12192000"/>
              <a:gd name="connsiteY4" fmla="*/ 4081668 h 4081668"/>
              <a:gd name="connsiteX5" fmla="*/ 428371 w 12192000"/>
              <a:gd name="connsiteY5" fmla="*/ 4027414 h 4081668"/>
              <a:gd name="connsiteX6" fmla="*/ 0 w 12192000"/>
              <a:gd name="connsiteY6" fmla="*/ 3996621 h 4081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081668">
                <a:moveTo>
                  <a:pt x="0" y="0"/>
                </a:moveTo>
                <a:lnTo>
                  <a:pt x="12192000" y="0"/>
                </a:lnTo>
                <a:lnTo>
                  <a:pt x="12192000" y="1828380"/>
                </a:lnTo>
                <a:lnTo>
                  <a:pt x="11909634" y="2005674"/>
                </a:lnTo>
                <a:cubicBezTo>
                  <a:pt x="9807490" y="3258180"/>
                  <a:pt x="6247554" y="4081668"/>
                  <a:pt x="2209800" y="4081668"/>
                </a:cubicBezTo>
                <a:cubicBezTo>
                  <a:pt x="1604137" y="4081668"/>
                  <a:pt x="1009225" y="4063140"/>
                  <a:pt x="428371" y="4027414"/>
                </a:cubicBezTo>
                <a:lnTo>
                  <a:pt x="0" y="3996621"/>
                </a:lnTo>
                <a:close/>
              </a:path>
            </a:pathLst>
          </a:custGeom>
          <a:solidFill>
            <a:srgbClr val="0610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52A81E-31EF-593B-B120-72CA4A3BCF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>
            <a:off x="0" y="2767038"/>
            <a:ext cx="12192000" cy="2253288"/>
          </a:xfrm>
          <a:custGeom>
            <a:avLst/>
            <a:gdLst>
              <a:gd name="connsiteX0" fmla="*/ 0 w 12192000"/>
              <a:gd name="connsiteY0" fmla="*/ 0 h 4081668"/>
              <a:gd name="connsiteX1" fmla="*/ 12192000 w 12192000"/>
              <a:gd name="connsiteY1" fmla="*/ 0 h 4081668"/>
              <a:gd name="connsiteX2" fmla="*/ 12192000 w 12192000"/>
              <a:gd name="connsiteY2" fmla="*/ 1828380 h 4081668"/>
              <a:gd name="connsiteX3" fmla="*/ 11909634 w 12192000"/>
              <a:gd name="connsiteY3" fmla="*/ 2005674 h 4081668"/>
              <a:gd name="connsiteX4" fmla="*/ 2209800 w 12192000"/>
              <a:gd name="connsiteY4" fmla="*/ 4081668 h 4081668"/>
              <a:gd name="connsiteX5" fmla="*/ 428371 w 12192000"/>
              <a:gd name="connsiteY5" fmla="*/ 4027414 h 4081668"/>
              <a:gd name="connsiteX6" fmla="*/ 0 w 12192000"/>
              <a:gd name="connsiteY6" fmla="*/ 3996621 h 4081668"/>
              <a:gd name="connsiteX0" fmla="*/ 0 w 12192000"/>
              <a:gd name="connsiteY0" fmla="*/ 0 h 4081668"/>
              <a:gd name="connsiteX1" fmla="*/ 12192000 w 12192000"/>
              <a:gd name="connsiteY1" fmla="*/ 0 h 4081668"/>
              <a:gd name="connsiteX2" fmla="*/ 12192000 w 12192000"/>
              <a:gd name="connsiteY2" fmla="*/ 1828380 h 4081668"/>
              <a:gd name="connsiteX3" fmla="*/ 11909634 w 12192000"/>
              <a:gd name="connsiteY3" fmla="*/ 2005674 h 4081668"/>
              <a:gd name="connsiteX4" fmla="*/ 2209800 w 12192000"/>
              <a:gd name="connsiteY4" fmla="*/ 4081668 h 4081668"/>
              <a:gd name="connsiteX5" fmla="*/ 428371 w 12192000"/>
              <a:gd name="connsiteY5" fmla="*/ 4027414 h 4081668"/>
              <a:gd name="connsiteX6" fmla="*/ 0 w 12192000"/>
              <a:gd name="connsiteY6" fmla="*/ 3996621 h 4081668"/>
              <a:gd name="connsiteX7" fmla="*/ 91440 w 12192000"/>
              <a:gd name="connsiteY7" fmla="*/ 91440 h 4081668"/>
              <a:gd name="connsiteX0" fmla="*/ 1453154 w 13645154"/>
              <a:gd name="connsiteY0" fmla="*/ 0 h 4081668"/>
              <a:gd name="connsiteX1" fmla="*/ 13645154 w 13645154"/>
              <a:gd name="connsiteY1" fmla="*/ 0 h 4081668"/>
              <a:gd name="connsiteX2" fmla="*/ 13645154 w 13645154"/>
              <a:gd name="connsiteY2" fmla="*/ 1828380 h 4081668"/>
              <a:gd name="connsiteX3" fmla="*/ 13362788 w 13645154"/>
              <a:gd name="connsiteY3" fmla="*/ 2005674 h 4081668"/>
              <a:gd name="connsiteX4" fmla="*/ 3662954 w 13645154"/>
              <a:gd name="connsiteY4" fmla="*/ 4081668 h 4081668"/>
              <a:gd name="connsiteX5" fmla="*/ 1881525 w 13645154"/>
              <a:gd name="connsiteY5" fmla="*/ 4027414 h 4081668"/>
              <a:gd name="connsiteX6" fmla="*/ 1453154 w 13645154"/>
              <a:gd name="connsiteY6" fmla="*/ 3996621 h 4081668"/>
              <a:gd name="connsiteX7" fmla="*/ 0 w 13645154"/>
              <a:gd name="connsiteY7" fmla="*/ 635138 h 4081668"/>
              <a:gd name="connsiteX0" fmla="*/ 1490225 w 13645154"/>
              <a:gd name="connsiteY0" fmla="*/ 0 h 4699506"/>
              <a:gd name="connsiteX1" fmla="*/ 13645154 w 13645154"/>
              <a:gd name="connsiteY1" fmla="*/ 617838 h 4699506"/>
              <a:gd name="connsiteX2" fmla="*/ 13645154 w 13645154"/>
              <a:gd name="connsiteY2" fmla="*/ 2446218 h 4699506"/>
              <a:gd name="connsiteX3" fmla="*/ 13362788 w 13645154"/>
              <a:gd name="connsiteY3" fmla="*/ 2623512 h 4699506"/>
              <a:gd name="connsiteX4" fmla="*/ 3662954 w 13645154"/>
              <a:gd name="connsiteY4" fmla="*/ 4699506 h 4699506"/>
              <a:gd name="connsiteX5" fmla="*/ 1881525 w 13645154"/>
              <a:gd name="connsiteY5" fmla="*/ 4645252 h 4699506"/>
              <a:gd name="connsiteX6" fmla="*/ 1453154 w 13645154"/>
              <a:gd name="connsiteY6" fmla="*/ 4614459 h 4699506"/>
              <a:gd name="connsiteX7" fmla="*/ 0 w 13645154"/>
              <a:gd name="connsiteY7" fmla="*/ 1252976 h 4699506"/>
              <a:gd name="connsiteX0" fmla="*/ 13645154 w 13645154"/>
              <a:gd name="connsiteY0" fmla="*/ 0 h 4081668"/>
              <a:gd name="connsiteX1" fmla="*/ 13645154 w 13645154"/>
              <a:gd name="connsiteY1" fmla="*/ 1828380 h 4081668"/>
              <a:gd name="connsiteX2" fmla="*/ 13362788 w 13645154"/>
              <a:gd name="connsiteY2" fmla="*/ 2005674 h 4081668"/>
              <a:gd name="connsiteX3" fmla="*/ 3662954 w 13645154"/>
              <a:gd name="connsiteY3" fmla="*/ 4081668 h 4081668"/>
              <a:gd name="connsiteX4" fmla="*/ 1881525 w 13645154"/>
              <a:gd name="connsiteY4" fmla="*/ 4027414 h 4081668"/>
              <a:gd name="connsiteX5" fmla="*/ 1453154 w 13645154"/>
              <a:gd name="connsiteY5" fmla="*/ 3996621 h 4081668"/>
              <a:gd name="connsiteX6" fmla="*/ 0 w 13645154"/>
              <a:gd name="connsiteY6" fmla="*/ 635138 h 4081668"/>
              <a:gd name="connsiteX0" fmla="*/ 13645154 w 13645154"/>
              <a:gd name="connsiteY0" fmla="*/ 1193242 h 3446530"/>
              <a:gd name="connsiteX1" fmla="*/ 13362788 w 13645154"/>
              <a:gd name="connsiteY1" fmla="*/ 1370536 h 3446530"/>
              <a:gd name="connsiteX2" fmla="*/ 3662954 w 13645154"/>
              <a:gd name="connsiteY2" fmla="*/ 3446530 h 3446530"/>
              <a:gd name="connsiteX3" fmla="*/ 1881525 w 13645154"/>
              <a:gd name="connsiteY3" fmla="*/ 3392276 h 3446530"/>
              <a:gd name="connsiteX4" fmla="*/ 1453154 w 13645154"/>
              <a:gd name="connsiteY4" fmla="*/ 3361483 h 3446530"/>
              <a:gd name="connsiteX5" fmla="*/ 0 w 13645154"/>
              <a:gd name="connsiteY5" fmla="*/ 0 h 3446530"/>
              <a:gd name="connsiteX0" fmla="*/ 12192000 w 12192000"/>
              <a:gd name="connsiteY0" fmla="*/ 0 h 2253288"/>
              <a:gd name="connsiteX1" fmla="*/ 11909634 w 12192000"/>
              <a:gd name="connsiteY1" fmla="*/ 177294 h 2253288"/>
              <a:gd name="connsiteX2" fmla="*/ 2209800 w 12192000"/>
              <a:gd name="connsiteY2" fmla="*/ 2253288 h 2253288"/>
              <a:gd name="connsiteX3" fmla="*/ 428371 w 12192000"/>
              <a:gd name="connsiteY3" fmla="*/ 2199034 h 2253288"/>
              <a:gd name="connsiteX4" fmla="*/ 0 w 12192000"/>
              <a:gd name="connsiteY4" fmla="*/ 2168241 h 2253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2253288">
                <a:moveTo>
                  <a:pt x="12192000" y="0"/>
                </a:moveTo>
                <a:lnTo>
                  <a:pt x="11909634" y="177294"/>
                </a:lnTo>
                <a:cubicBezTo>
                  <a:pt x="9807490" y="1429800"/>
                  <a:pt x="6247554" y="2253288"/>
                  <a:pt x="2209800" y="2253288"/>
                </a:cubicBezTo>
                <a:cubicBezTo>
                  <a:pt x="1604137" y="2253288"/>
                  <a:pt x="1009225" y="2234760"/>
                  <a:pt x="428371" y="2199034"/>
                </a:cubicBezTo>
                <a:lnTo>
                  <a:pt x="0" y="2168241"/>
                </a:lnTo>
              </a:path>
            </a:pathLst>
          </a:custGeom>
          <a:noFill/>
          <a:ln w="19050">
            <a:solidFill>
              <a:srgbClr val="B4F6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CA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C5942EB-EFF5-7242-F088-277D9E6F8F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>
            <a:off x="-5179" y="2777737"/>
            <a:ext cx="12197179" cy="2051029"/>
          </a:xfrm>
          <a:custGeom>
            <a:avLst/>
            <a:gdLst>
              <a:gd name="connsiteX0" fmla="*/ 0 w 12192000"/>
              <a:gd name="connsiteY0" fmla="*/ 0 h 4081668"/>
              <a:gd name="connsiteX1" fmla="*/ 12192000 w 12192000"/>
              <a:gd name="connsiteY1" fmla="*/ 0 h 4081668"/>
              <a:gd name="connsiteX2" fmla="*/ 12192000 w 12192000"/>
              <a:gd name="connsiteY2" fmla="*/ 1828380 h 4081668"/>
              <a:gd name="connsiteX3" fmla="*/ 11909634 w 12192000"/>
              <a:gd name="connsiteY3" fmla="*/ 2005674 h 4081668"/>
              <a:gd name="connsiteX4" fmla="*/ 2209800 w 12192000"/>
              <a:gd name="connsiteY4" fmla="*/ 4081668 h 4081668"/>
              <a:gd name="connsiteX5" fmla="*/ 428371 w 12192000"/>
              <a:gd name="connsiteY5" fmla="*/ 4027414 h 4081668"/>
              <a:gd name="connsiteX6" fmla="*/ 0 w 12192000"/>
              <a:gd name="connsiteY6" fmla="*/ 3996621 h 4081668"/>
              <a:gd name="connsiteX0" fmla="*/ 0 w 12192000"/>
              <a:gd name="connsiteY0" fmla="*/ 0 h 4081668"/>
              <a:gd name="connsiteX1" fmla="*/ 12192000 w 12192000"/>
              <a:gd name="connsiteY1" fmla="*/ 0 h 4081668"/>
              <a:gd name="connsiteX2" fmla="*/ 12192000 w 12192000"/>
              <a:gd name="connsiteY2" fmla="*/ 1828380 h 4081668"/>
              <a:gd name="connsiteX3" fmla="*/ 11909634 w 12192000"/>
              <a:gd name="connsiteY3" fmla="*/ 2005674 h 4081668"/>
              <a:gd name="connsiteX4" fmla="*/ 2209800 w 12192000"/>
              <a:gd name="connsiteY4" fmla="*/ 4081668 h 4081668"/>
              <a:gd name="connsiteX5" fmla="*/ 428371 w 12192000"/>
              <a:gd name="connsiteY5" fmla="*/ 4027414 h 4081668"/>
              <a:gd name="connsiteX6" fmla="*/ 0 w 12192000"/>
              <a:gd name="connsiteY6" fmla="*/ 3996621 h 4081668"/>
              <a:gd name="connsiteX7" fmla="*/ 91440 w 12192000"/>
              <a:gd name="connsiteY7" fmla="*/ 91440 h 4081668"/>
              <a:gd name="connsiteX0" fmla="*/ 1453154 w 13645154"/>
              <a:gd name="connsiteY0" fmla="*/ 0 h 4081668"/>
              <a:gd name="connsiteX1" fmla="*/ 13645154 w 13645154"/>
              <a:gd name="connsiteY1" fmla="*/ 0 h 4081668"/>
              <a:gd name="connsiteX2" fmla="*/ 13645154 w 13645154"/>
              <a:gd name="connsiteY2" fmla="*/ 1828380 h 4081668"/>
              <a:gd name="connsiteX3" fmla="*/ 13362788 w 13645154"/>
              <a:gd name="connsiteY3" fmla="*/ 2005674 h 4081668"/>
              <a:gd name="connsiteX4" fmla="*/ 3662954 w 13645154"/>
              <a:gd name="connsiteY4" fmla="*/ 4081668 h 4081668"/>
              <a:gd name="connsiteX5" fmla="*/ 1881525 w 13645154"/>
              <a:gd name="connsiteY5" fmla="*/ 4027414 h 4081668"/>
              <a:gd name="connsiteX6" fmla="*/ 1453154 w 13645154"/>
              <a:gd name="connsiteY6" fmla="*/ 3996621 h 4081668"/>
              <a:gd name="connsiteX7" fmla="*/ 0 w 13645154"/>
              <a:gd name="connsiteY7" fmla="*/ 635138 h 4081668"/>
              <a:gd name="connsiteX0" fmla="*/ 1490225 w 13645154"/>
              <a:gd name="connsiteY0" fmla="*/ 0 h 4699506"/>
              <a:gd name="connsiteX1" fmla="*/ 13645154 w 13645154"/>
              <a:gd name="connsiteY1" fmla="*/ 617838 h 4699506"/>
              <a:gd name="connsiteX2" fmla="*/ 13645154 w 13645154"/>
              <a:gd name="connsiteY2" fmla="*/ 2446218 h 4699506"/>
              <a:gd name="connsiteX3" fmla="*/ 13362788 w 13645154"/>
              <a:gd name="connsiteY3" fmla="*/ 2623512 h 4699506"/>
              <a:gd name="connsiteX4" fmla="*/ 3662954 w 13645154"/>
              <a:gd name="connsiteY4" fmla="*/ 4699506 h 4699506"/>
              <a:gd name="connsiteX5" fmla="*/ 1881525 w 13645154"/>
              <a:gd name="connsiteY5" fmla="*/ 4645252 h 4699506"/>
              <a:gd name="connsiteX6" fmla="*/ 1453154 w 13645154"/>
              <a:gd name="connsiteY6" fmla="*/ 4614459 h 4699506"/>
              <a:gd name="connsiteX7" fmla="*/ 0 w 13645154"/>
              <a:gd name="connsiteY7" fmla="*/ 1252976 h 4699506"/>
              <a:gd name="connsiteX0" fmla="*/ 13645154 w 13645154"/>
              <a:gd name="connsiteY0" fmla="*/ 0 h 4081668"/>
              <a:gd name="connsiteX1" fmla="*/ 13645154 w 13645154"/>
              <a:gd name="connsiteY1" fmla="*/ 1828380 h 4081668"/>
              <a:gd name="connsiteX2" fmla="*/ 13362788 w 13645154"/>
              <a:gd name="connsiteY2" fmla="*/ 2005674 h 4081668"/>
              <a:gd name="connsiteX3" fmla="*/ 3662954 w 13645154"/>
              <a:gd name="connsiteY3" fmla="*/ 4081668 h 4081668"/>
              <a:gd name="connsiteX4" fmla="*/ 1881525 w 13645154"/>
              <a:gd name="connsiteY4" fmla="*/ 4027414 h 4081668"/>
              <a:gd name="connsiteX5" fmla="*/ 1453154 w 13645154"/>
              <a:gd name="connsiteY5" fmla="*/ 3996621 h 4081668"/>
              <a:gd name="connsiteX6" fmla="*/ 0 w 13645154"/>
              <a:gd name="connsiteY6" fmla="*/ 635138 h 4081668"/>
              <a:gd name="connsiteX0" fmla="*/ 13645154 w 13645154"/>
              <a:gd name="connsiteY0" fmla="*/ 1193242 h 3446530"/>
              <a:gd name="connsiteX1" fmla="*/ 13362788 w 13645154"/>
              <a:gd name="connsiteY1" fmla="*/ 1370536 h 3446530"/>
              <a:gd name="connsiteX2" fmla="*/ 3662954 w 13645154"/>
              <a:gd name="connsiteY2" fmla="*/ 3446530 h 3446530"/>
              <a:gd name="connsiteX3" fmla="*/ 1881525 w 13645154"/>
              <a:gd name="connsiteY3" fmla="*/ 3392276 h 3446530"/>
              <a:gd name="connsiteX4" fmla="*/ 1453154 w 13645154"/>
              <a:gd name="connsiteY4" fmla="*/ 3361483 h 3446530"/>
              <a:gd name="connsiteX5" fmla="*/ 0 w 13645154"/>
              <a:gd name="connsiteY5" fmla="*/ 0 h 3446530"/>
              <a:gd name="connsiteX0" fmla="*/ 12192000 w 12192000"/>
              <a:gd name="connsiteY0" fmla="*/ 0 h 2253288"/>
              <a:gd name="connsiteX1" fmla="*/ 11909634 w 12192000"/>
              <a:gd name="connsiteY1" fmla="*/ 177294 h 2253288"/>
              <a:gd name="connsiteX2" fmla="*/ 2209800 w 12192000"/>
              <a:gd name="connsiteY2" fmla="*/ 2253288 h 2253288"/>
              <a:gd name="connsiteX3" fmla="*/ 428371 w 12192000"/>
              <a:gd name="connsiteY3" fmla="*/ 2199034 h 2253288"/>
              <a:gd name="connsiteX4" fmla="*/ 0 w 12192000"/>
              <a:gd name="connsiteY4" fmla="*/ 2168241 h 2253288"/>
              <a:gd name="connsiteX0" fmla="*/ 11763629 w 11763629"/>
              <a:gd name="connsiteY0" fmla="*/ 0 h 2253288"/>
              <a:gd name="connsiteX1" fmla="*/ 11481263 w 11763629"/>
              <a:gd name="connsiteY1" fmla="*/ 177294 h 2253288"/>
              <a:gd name="connsiteX2" fmla="*/ 1781429 w 11763629"/>
              <a:gd name="connsiteY2" fmla="*/ 2253288 h 2253288"/>
              <a:gd name="connsiteX3" fmla="*/ 0 w 11763629"/>
              <a:gd name="connsiteY3" fmla="*/ 2199034 h 2253288"/>
              <a:gd name="connsiteX0" fmla="*/ 9982200 w 9982200"/>
              <a:gd name="connsiteY0" fmla="*/ 0 h 2253288"/>
              <a:gd name="connsiteX1" fmla="*/ 9699834 w 9982200"/>
              <a:gd name="connsiteY1" fmla="*/ 177294 h 2253288"/>
              <a:gd name="connsiteX2" fmla="*/ 0 w 9982200"/>
              <a:gd name="connsiteY2" fmla="*/ 2253288 h 2253288"/>
              <a:gd name="connsiteX0" fmla="*/ 12404125 w 12404125"/>
              <a:gd name="connsiteY0" fmla="*/ 0 h 2574563"/>
              <a:gd name="connsiteX1" fmla="*/ 12121759 w 12404125"/>
              <a:gd name="connsiteY1" fmla="*/ 177294 h 2574563"/>
              <a:gd name="connsiteX2" fmla="*/ 0 w 12404125"/>
              <a:gd name="connsiteY2" fmla="*/ 2574563 h 2574563"/>
              <a:gd name="connsiteX0" fmla="*/ 12404125 w 12404125"/>
              <a:gd name="connsiteY0" fmla="*/ 0 h 2574563"/>
              <a:gd name="connsiteX1" fmla="*/ 12121759 w 12404125"/>
              <a:gd name="connsiteY1" fmla="*/ 177294 h 2574563"/>
              <a:gd name="connsiteX2" fmla="*/ 0 w 12404125"/>
              <a:gd name="connsiteY2" fmla="*/ 2574563 h 2574563"/>
              <a:gd name="connsiteX0" fmla="*/ 12453552 w 12453552"/>
              <a:gd name="connsiteY0" fmla="*/ 0 h 1833158"/>
              <a:gd name="connsiteX1" fmla="*/ 12171186 w 12453552"/>
              <a:gd name="connsiteY1" fmla="*/ 177294 h 1833158"/>
              <a:gd name="connsiteX2" fmla="*/ 0 w 12453552"/>
              <a:gd name="connsiteY2" fmla="*/ 1833158 h 1833158"/>
              <a:gd name="connsiteX0" fmla="*/ 12453552 w 12453552"/>
              <a:gd name="connsiteY0" fmla="*/ 0 h 1971267"/>
              <a:gd name="connsiteX1" fmla="*/ 12171186 w 12453552"/>
              <a:gd name="connsiteY1" fmla="*/ 177294 h 1971267"/>
              <a:gd name="connsiteX2" fmla="*/ 0 w 12453552"/>
              <a:gd name="connsiteY2" fmla="*/ 1833158 h 1971267"/>
              <a:gd name="connsiteX0" fmla="*/ 12197179 w 12197179"/>
              <a:gd name="connsiteY0" fmla="*/ 0 h 2025573"/>
              <a:gd name="connsiteX1" fmla="*/ 11914813 w 12197179"/>
              <a:gd name="connsiteY1" fmla="*/ 177294 h 2025573"/>
              <a:gd name="connsiteX2" fmla="*/ 0 w 12197179"/>
              <a:gd name="connsiteY2" fmla="*/ 1892978 h 2025573"/>
              <a:gd name="connsiteX0" fmla="*/ 12197179 w 12197179"/>
              <a:gd name="connsiteY0" fmla="*/ 0 h 2051029"/>
              <a:gd name="connsiteX1" fmla="*/ 11914813 w 12197179"/>
              <a:gd name="connsiteY1" fmla="*/ 177294 h 2051029"/>
              <a:gd name="connsiteX2" fmla="*/ 0 w 12197179"/>
              <a:gd name="connsiteY2" fmla="*/ 1892978 h 2051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7179" h="2051029">
                <a:moveTo>
                  <a:pt x="12197179" y="0"/>
                </a:moveTo>
                <a:lnTo>
                  <a:pt x="11914813" y="177294"/>
                </a:lnTo>
                <a:cubicBezTo>
                  <a:pt x="9812669" y="1429800"/>
                  <a:pt x="5705800" y="2455615"/>
                  <a:pt x="0" y="1892978"/>
                </a:cubicBezTo>
              </a:path>
            </a:pathLst>
          </a:custGeom>
          <a:noFill/>
          <a:ln w="19050">
            <a:solidFill>
              <a:srgbClr val="B4F6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C22559-EECF-459D-9BF6-A7957C887C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5247183" y="5938805"/>
            <a:ext cx="5764118" cy="710954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CA" sz="2400" dirty="0">
                <a:solidFill>
                  <a:srgbClr val="B4F62A"/>
                </a:solidFill>
              </a:defRPr>
            </a:lvl1pPr>
          </a:lstStyle>
          <a:p>
            <a:pPr lvl="0">
              <a:buNone/>
            </a:pPr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7264B1-E288-4B94-AC4C-204F8B7223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5247183" y="3199333"/>
            <a:ext cx="5764118" cy="2492094"/>
          </a:xfrm>
        </p:spPr>
        <p:txBody>
          <a:bodyPr anchor="b">
            <a:normAutofit/>
          </a:bodyPr>
          <a:lstStyle>
            <a:lvl1pPr algn="l">
              <a:defRPr lang="en-CA" sz="4000" b="1" kern="1200" cap="none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CA" dirty="0"/>
              <a:t>Thank you!</a:t>
            </a:r>
          </a:p>
        </p:txBody>
      </p:sp>
      <p:pic>
        <p:nvPicPr>
          <p:cNvPr id="8" name="CAE Logo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D47E37E3-2254-DBB6-AD53-E443CA1EFB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561" y="6295526"/>
            <a:ext cx="887416" cy="51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2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gal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165601" y="6634576"/>
            <a:ext cx="3860800" cy="142875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en-CA" sz="800" kern="1200" noProof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CAE Inc. Proprietary Information and/or Confidential</a:t>
            </a:r>
          </a:p>
        </p:txBody>
      </p:sp>
      <p:sp>
        <p:nvSpPr>
          <p:cNvPr id="18" name="Slide Number Placeholder 5"/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306000" y="6509087"/>
            <a:ext cx="504000" cy="144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342901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1000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9F13E4E3-EA9B-4FF8-B6C4-2516ED16E94E}" type="slidenum">
              <a:rPr lang="en-CA" smtClean="0"/>
              <a:pPr/>
              <a:t>‹#›</a:t>
            </a:fld>
            <a:endParaRPr lang="en-CA" dirty="0"/>
          </a:p>
        </p:txBody>
      </p:sp>
      <p:sp>
        <p:nvSpPr>
          <p:cNvPr id="16" name="Title Placeholder 1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551384" y="332656"/>
            <a:ext cx="11088000" cy="8640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CA" noProof="0"/>
              <a:t>Click to add a headline</a:t>
            </a:r>
          </a:p>
        </p:txBody>
      </p:sp>
      <p:sp>
        <p:nvSpPr>
          <p:cNvPr id="17" name="Text Placeholder 2"/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 bwMode="auto">
          <a:xfrm>
            <a:off x="551384" y="1412776"/>
            <a:ext cx="11088000" cy="4896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a14="http://schemas.microsoft.com/office/drawing/2010/main" xmlns:a16="http://schemas.microsoft.com/office/drawing/2014/main" xmlns:asvg="http://schemas.microsoft.com/office/drawing/2016/SVG/main" xmlns:p14="http://schemas.microsoft.com/office/powerpoint/2010/main" xmlns:p15="http://schemas.microsoft.com/office/powerpoint/2012/main" xmlns:ma14="http://schemas.microsoft.com/office/mac/drawingml/2011/main" val="1"/>
            </a:ext>
            <a:ext uri="{909E8E84-426E-40dd-AFC4-6F175D3DCCD1}">
              <a14:hiddenFill xmlns="" xmlns:ma14="http://schemas.microsoft.com/office/mac/drawingml/2011/main" xmlns:a16="http://schemas.microsoft.com/office/drawing/2014/main" xmlns:asvg="http://schemas.microsoft.com/office/drawing/2016/SVG/main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ma14="http://schemas.microsoft.com/office/mac/drawingml/2011/main" xmlns:a16="http://schemas.microsoft.com/office/drawing/2014/main" xmlns:asvg="http://schemas.microsoft.com/office/drawing/2016/SVG/main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add text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  <a:p>
            <a:pPr lvl="5"/>
            <a:r>
              <a:rPr lang="en-CA" noProof="0"/>
              <a:t>Sixth level</a:t>
            </a:r>
          </a:p>
          <a:p>
            <a:pPr lvl="6"/>
            <a:r>
              <a:rPr lang="en-CA" noProof="0"/>
              <a:t>Seventh level for paragraph title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DE32D7BE-E944-448C-A932-607615F4DAF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 flipV="1">
            <a:off x="551384" y="-315416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1C769970-E77E-44CB-862C-5CC9DD8BBAC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 flipV="1">
            <a:off x="11640616" y="-315416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FCBB0A4-34BF-4F15-8383-65A93B5F10E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 flipV="1">
            <a:off x="551384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D8A06FE9-917C-48F3-878A-E6DFD3A44D9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 flipV="1">
            <a:off x="11640616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65F5152-33FE-4563-9ABC-9042E366D42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-312712" y="1412776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F963B879-E6E3-4ACE-A15D-F6456016281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12288688" y="1412776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BDA1220E-448F-44B2-866F-92ECB3A717E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-312712" y="6309221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0A997D2-1B0A-477D-9B2E-D2C7CF49A7A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12288688" y="6309221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287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896" r:id="rId2"/>
    <p:sldLayoutId id="2147483920" r:id="rId3"/>
    <p:sldLayoutId id="2147483910" r:id="rId4"/>
    <p:sldLayoutId id="2147483895" r:id="rId5"/>
    <p:sldLayoutId id="2147483913" r:id="rId6"/>
    <p:sldLayoutId id="2147483914" r:id="rId7"/>
    <p:sldLayoutId id="2147483921" r:id="rId8"/>
    <p:sldLayoutId id="2147483917" r:id="rId9"/>
    <p:sldLayoutId id="2147483889" r:id="rId10"/>
  </p:sldLayoutIdLst>
  <p:transition spd="med">
    <p:fade/>
  </p:transition>
  <p:hf hdr="0" ftr="0" dt="0"/>
  <p:txStyles>
    <p:titleStyle>
      <a:lvl1pPr algn="l" defTabSz="612019" rtl="0" eaLnBrk="1" fontAlgn="base" hangingPunct="1">
        <a:lnSpc>
          <a:spcPct val="89000"/>
        </a:lnSpc>
        <a:spcBef>
          <a:spcPts val="0"/>
        </a:spcBef>
        <a:spcAft>
          <a:spcPts val="0"/>
        </a:spcAft>
        <a:defRPr lang="en-US" sz="3000" b="0" kern="1200" cap="none" baseline="0" dirty="0" smtClean="0">
          <a:solidFill>
            <a:schemeClr val="tx2"/>
          </a:solidFill>
          <a:latin typeface="+mj-lt"/>
          <a:ea typeface="+mn-ea"/>
          <a:cs typeface="+mn-cs"/>
        </a:defRPr>
      </a:lvl1pPr>
      <a:lvl2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2pPr>
      <a:lvl3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3pPr>
      <a:lvl4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4pPr>
      <a:lvl5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5pPr>
      <a:lvl6pPr marL="192846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6pPr>
      <a:lvl7pPr marL="385691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7pPr>
      <a:lvl8pPr marL="578537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8pPr>
      <a:lvl9pPr marL="771383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9pPr>
    </p:titleStyle>
    <p:bodyStyle>
      <a:lvl1pPr marL="0" indent="0" algn="l" defTabSz="612019" rtl="0" eaLnBrk="1" fontAlgn="base" hangingPunct="1">
        <a:spcBef>
          <a:spcPts val="1400"/>
        </a:spcBef>
        <a:spcAft>
          <a:spcPts val="0"/>
        </a:spcAft>
        <a:buClrTx/>
        <a:buFont typeface="Arial" panose="020B0604020202020204" pitchFamily="34" charset="0"/>
        <a:buChar char="​"/>
        <a:defRPr lang="en-US" sz="2200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234000" indent="-216000" algn="l" defTabSz="612019" rtl="0" eaLnBrk="1" fontAlgn="base" hangingPunct="1">
        <a:spcBef>
          <a:spcPts val="800"/>
        </a:spcBef>
        <a:spcAft>
          <a:spcPts val="0"/>
        </a:spcAft>
        <a:buClr>
          <a:schemeClr val="tx2"/>
        </a:buClr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28400" indent="-180000" algn="l" defTabSz="612019" rtl="0" eaLnBrk="1" fontAlgn="base" hangingPunct="1">
        <a:spcBef>
          <a:spcPts val="400"/>
        </a:spcBef>
        <a:spcAft>
          <a:spcPts val="0"/>
        </a:spcAft>
        <a:buClr>
          <a:schemeClr val="accent3"/>
        </a:buClr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583200" indent="-144000" algn="l" defTabSz="612019" rtl="0" eaLnBrk="1" fontAlgn="base" hangingPunct="1">
        <a:spcBef>
          <a:spcPts val="200"/>
        </a:spcBef>
        <a:spcAft>
          <a:spcPts val="0"/>
        </a:spcAft>
        <a:buClr>
          <a:schemeClr val="accent3"/>
        </a:buClr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414000" indent="-414000" algn="l" defTabSz="612019" rtl="0" eaLnBrk="1" fontAlgn="base" hangingPunct="1">
        <a:spcBef>
          <a:spcPts val="1000"/>
        </a:spcBef>
        <a:spcAft>
          <a:spcPts val="0"/>
        </a:spcAft>
        <a:buClr>
          <a:schemeClr val="tx2"/>
        </a:buClr>
        <a:buFont typeface="+mj-lt"/>
        <a:buAutoNum type="arabicPeriod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720000" indent="-288000" algn="l" defTabSz="612212" rtl="0" eaLnBrk="1" latinLnBrk="0" hangingPunct="1">
        <a:spcBef>
          <a:spcPts val="400"/>
        </a:spcBef>
        <a:buClr>
          <a:schemeClr val="tx2"/>
        </a:buClr>
        <a:buFont typeface="+mj-lt"/>
        <a:buAutoNum type="alphaLcPeriod"/>
        <a:defRPr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612212" rtl="0" eaLnBrk="1" latinLnBrk="0" hangingPunct="1">
        <a:spcBef>
          <a:spcPts val="1400"/>
        </a:spcBef>
        <a:buFont typeface="Arial" panose="020B0604020202020204" pitchFamily="34" charset="0"/>
        <a:buChar char="​"/>
        <a:defRPr sz="2200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2295794" indent="-153053" algn="l" defTabSz="612212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601901" indent="-153053" algn="l" defTabSz="612212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6107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12212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8318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24424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30531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36637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42742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48848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890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pos="347">
          <p15:clr>
            <a:srgbClr val="F26B43"/>
          </p15:clr>
        </p15:guide>
        <p15:guide id="6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A6CA0-2B19-AA20-2F37-99695C0E4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ubtitle 52">
            <a:extLst>
              <a:ext uri="{FF2B5EF4-FFF2-40B4-BE49-F238E27FC236}">
                <a16:creationId xmlns:a16="http://schemas.microsoft.com/office/drawing/2014/main" id="{ADDF81AD-EE50-DCA4-5DC1-7FDE5F61E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055" y="2286000"/>
            <a:ext cx="6305145" cy="710954"/>
          </a:xfrm>
        </p:spPr>
        <p:txBody>
          <a:bodyPr/>
          <a:lstStyle/>
          <a:p>
            <a:r>
              <a:rPr lang="en-US" dirty="0"/>
              <a:t>This is the Subtitle</a:t>
            </a:r>
            <a:endParaRPr lang="en-CA" dirty="0"/>
          </a:p>
        </p:txBody>
      </p:sp>
      <p:sp>
        <p:nvSpPr>
          <p:cNvPr id="52" name="Title 51">
            <a:extLst>
              <a:ext uri="{FF2B5EF4-FFF2-40B4-BE49-F238E27FC236}">
                <a16:creationId xmlns:a16="http://schemas.microsoft.com/office/drawing/2014/main" id="{28EDC59A-2C3F-A116-3A0A-31C3A07A1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054" y="381000"/>
            <a:ext cx="7600545" cy="1791273"/>
          </a:xfrm>
        </p:spPr>
        <p:txBody>
          <a:bodyPr/>
          <a:lstStyle/>
          <a:p>
            <a:r>
              <a:rPr lang="en-US" dirty="0"/>
              <a:t>This is the Cover</a:t>
            </a:r>
            <a:endParaRPr lang="en-CA" dirty="0"/>
          </a:p>
        </p:txBody>
      </p:sp>
      <p:sp>
        <p:nvSpPr>
          <p:cNvPr id="54" name="Date">
            <a:extLst>
              <a:ext uri="{FF2B5EF4-FFF2-40B4-BE49-F238E27FC236}">
                <a16:creationId xmlns:a16="http://schemas.microsoft.com/office/drawing/2014/main" id="{C08D0A6A-4934-243B-F5CC-1575E14886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20200" y="168275"/>
            <a:ext cx="2743200" cy="365125"/>
          </a:xfrm>
        </p:spPr>
        <p:txBody>
          <a:bodyPr/>
          <a:lstStyle/>
          <a:p>
            <a:r>
              <a:rPr lang="en-US" dirty="0"/>
              <a:t>Date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75700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C5B371-9D1D-25E6-98C8-C37D1E878A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35104" y="908720"/>
            <a:ext cx="6905512" cy="5069170"/>
          </a:xfrm>
        </p:spPr>
        <p:txBody>
          <a:bodyPr/>
          <a:lstStyle/>
          <a:p>
            <a:r>
              <a:rPr lang="en-CA" dirty="0"/>
              <a:t>Lorem ipsum dolor sit </a:t>
            </a:r>
          </a:p>
          <a:p>
            <a:r>
              <a:rPr lang="en-CA" dirty="0"/>
              <a:t>Sed </a:t>
            </a:r>
            <a:r>
              <a:rPr lang="en-CA" dirty="0" err="1"/>
              <a:t>ut</a:t>
            </a:r>
            <a:r>
              <a:rPr lang="en-CA" dirty="0"/>
              <a:t> </a:t>
            </a:r>
            <a:r>
              <a:rPr lang="en-CA" dirty="0" err="1"/>
              <a:t>perspiciatis</a:t>
            </a:r>
            <a:r>
              <a:rPr lang="en-CA" dirty="0"/>
              <a:t> </a:t>
            </a:r>
            <a:r>
              <a:rPr lang="en-CA" dirty="0" err="1"/>
              <a:t>unde</a:t>
            </a:r>
            <a:r>
              <a:rPr lang="en-CA" dirty="0"/>
              <a:t> </a:t>
            </a:r>
            <a:r>
              <a:rPr lang="en-CA" dirty="0" err="1"/>
              <a:t>omnis</a:t>
            </a:r>
            <a:endParaRPr lang="en-CA" dirty="0"/>
          </a:p>
          <a:p>
            <a:r>
              <a:rPr lang="en-CA" dirty="0" err="1"/>
              <a:t>Neque</a:t>
            </a:r>
            <a:r>
              <a:rPr lang="en-CA" dirty="0"/>
              <a:t> porro </a:t>
            </a:r>
            <a:r>
              <a:rPr lang="en-CA" dirty="0" err="1"/>
              <a:t>quisquam</a:t>
            </a:r>
            <a:r>
              <a:rPr lang="en-CA" dirty="0"/>
              <a:t> </a:t>
            </a:r>
            <a:r>
              <a:rPr lang="en-CA" dirty="0" err="1"/>
              <a:t>est</a:t>
            </a:r>
            <a:endParaRPr lang="en-CA" dirty="0"/>
          </a:p>
          <a:p>
            <a:r>
              <a:rPr lang="en-CA" dirty="0"/>
              <a:t>Quis autem vel </a:t>
            </a:r>
            <a:r>
              <a:rPr lang="en-CA" dirty="0" err="1"/>
              <a:t>eum</a:t>
            </a:r>
            <a:r>
              <a:rPr lang="en-CA" dirty="0"/>
              <a:t> </a:t>
            </a:r>
            <a:r>
              <a:rPr lang="en-CA" dirty="0" err="1"/>
              <a:t>iure</a:t>
            </a:r>
            <a:r>
              <a:rPr lang="en-CA" dirty="0"/>
              <a:t> </a:t>
            </a:r>
            <a:r>
              <a:rPr lang="en-CA" dirty="0" err="1"/>
              <a:t>reprehenderit</a:t>
            </a:r>
            <a:endParaRPr lang="en-CA" dirty="0"/>
          </a:p>
          <a:p>
            <a:r>
              <a:rPr lang="en-CA" dirty="0"/>
              <a:t>Nisi </a:t>
            </a:r>
            <a:r>
              <a:rPr lang="en-CA" dirty="0" err="1"/>
              <a:t>ut</a:t>
            </a:r>
            <a:r>
              <a:rPr lang="en-CA" dirty="0"/>
              <a:t> </a:t>
            </a:r>
            <a:r>
              <a:rPr lang="en-CA" dirty="0" err="1"/>
              <a:t>aliquid</a:t>
            </a:r>
            <a:r>
              <a:rPr lang="en-CA" dirty="0"/>
              <a:t> ex </a:t>
            </a:r>
            <a:r>
              <a:rPr lang="en-CA" dirty="0" err="1"/>
              <a:t>ea</a:t>
            </a:r>
            <a:r>
              <a:rPr lang="en-CA" dirty="0"/>
              <a:t> commode</a:t>
            </a:r>
          </a:p>
          <a:p>
            <a:r>
              <a:rPr lang="en-CA" dirty="0"/>
              <a:t>Duis </a:t>
            </a:r>
            <a:r>
              <a:rPr lang="en-CA" dirty="0" err="1"/>
              <a:t>aute</a:t>
            </a:r>
            <a:r>
              <a:rPr lang="en-CA" dirty="0"/>
              <a:t> </a:t>
            </a:r>
            <a:r>
              <a:rPr lang="en-CA" dirty="0" err="1"/>
              <a:t>irure</a:t>
            </a:r>
            <a:r>
              <a:rPr lang="en-CA" dirty="0"/>
              <a:t> dolor in </a:t>
            </a:r>
            <a:r>
              <a:rPr lang="en-CA" dirty="0" err="1"/>
              <a:t>reprehenderit</a:t>
            </a:r>
            <a:endParaRPr lang="en-CA" dirty="0"/>
          </a:p>
          <a:p>
            <a:r>
              <a:rPr lang="en-CA" dirty="0"/>
              <a:t>At </a:t>
            </a:r>
            <a:r>
              <a:rPr lang="en-CA" dirty="0" err="1"/>
              <a:t>vero</a:t>
            </a:r>
            <a:r>
              <a:rPr lang="en-CA" dirty="0"/>
              <a:t> </a:t>
            </a:r>
            <a:r>
              <a:rPr lang="en-CA" dirty="0" err="1"/>
              <a:t>eos</a:t>
            </a:r>
            <a:r>
              <a:rPr lang="en-CA" dirty="0"/>
              <a:t> et </a:t>
            </a:r>
            <a:r>
              <a:rPr lang="en-CA" dirty="0" err="1"/>
              <a:t>accusamus</a:t>
            </a:r>
            <a:r>
              <a:rPr lang="en-CA" dirty="0"/>
              <a:t> et </a:t>
            </a:r>
            <a:r>
              <a:rPr lang="en-CA" dirty="0" err="1"/>
              <a:t>iusto</a:t>
            </a:r>
            <a:endParaRPr lang="en-CA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FE9340-45E1-9D22-363B-6E74015CA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764704"/>
            <a:ext cx="2952328" cy="2909829"/>
          </a:xfrm>
        </p:spPr>
        <p:txBody>
          <a:bodyPr/>
          <a:lstStyle/>
          <a:p>
            <a:r>
              <a:rPr lang="en-US" b="0" dirty="0"/>
              <a:t>What We’ll Cover</a:t>
            </a:r>
            <a:endParaRPr lang="en-CA" b="0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F32CEED-6E51-3F95-F4D9-62350E67063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7" b="9137"/>
          <a:stretch/>
        </p:blipFill>
        <p:spPr>
          <a:xfrm>
            <a:off x="0" y="4064424"/>
            <a:ext cx="4007768" cy="2183976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1BD255-2B69-14C0-463D-F34B383969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6000" y="6509087"/>
            <a:ext cx="504000" cy="144463"/>
          </a:xfrm>
        </p:spPr>
        <p:txBody>
          <a:bodyPr/>
          <a:lstStyle/>
          <a:p>
            <a:fld id="{9F13E4E3-EA9B-4FF8-B6C4-2516ED16E94E}" type="slidenum">
              <a:rPr lang="en-CA" smtClean="0"/>
              <a:pPr/>
              <a:t>2</a:t>
            </a:fld>
            <a:endParaRPr lang="en-CA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7F8BE10-9B8C-2750-7B9F-70B5A11506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948883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6095B-0456-BBFB-6DAF-3E9D2AF64A7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055440" y="2324740"/>
            <a:ext cx="10081120" cy="615447"/>
          </a:xfrm>
        </p:spPr>
        <p:txBody>
          <a:bodyPr/>
          <a:lstStyle/>
          <a:p>
            <a:r>
              <a:rPr lang="en-US" dirty="0"/>
              <a:t>This is a Subtitle</a:t>
            </a:r>
            <a:endParaRPr lang="en-CA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59516B1-81D8-9E37-8D3F-5F808822A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440" y="2952000"/>
            <a:ext cx="10081120" cy="2852737"/>
          </a:xfrm>
        </p:spPr>
        <p:txBody>
          <a:bodyPr/>
          <a:lstStyle/>
          <a:p>
            <a:r>
              <a:rPr lang="en-US" b="0" dirty="0"/>
              <a:t>This is a Section Title</a:t>
            </a:r>
            <a:endParaRPr lang="en-CA" b="0" dirty="0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04C02924-14F3-0E78-CA10-09373F6E3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6000" y="6509087"/>
            <a:ext cx="504000" cy="144463"/>
          </a:xfrm>
        </p:spPr>
        <p:txBody>
          <a:bodyPr/>
          <a:lstStyle/>
          <a:p>
            <a:fld id="{9F13E4E3-EA9B-4FF8-B6C4-2516ED16E94E}" type="slidenum">
              <a:rPr lang="en-CA" smtClean="0"/>
              <a:pPr/>
              <a:t>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24727099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5B6CE342-E729-A663-2D2A-45DECA93CE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00" y="1219200"/>
            <a:ext cx="7294712" cy="4657726"/>
          </a:xfrm>
        </p:spPr>
        <p:txBody>
          <a:bodyPr/>
          <a:lstStyle/>
          <a:p>
            <a:r>
              <a:rPr lang="en-CA" dirty="0"/>
              <a:t>Lorem ipsum dolor sit </a:t>
            </a:r>
            <a:r>
              <a:rPr lang="en-CA" dirty="0" err="1"/>
              <a:t>amet</a:t>
            </a:r>
            <a:r>
              <a:rPr lang="en-CA" dirty="0"/>
              <a:t>, </a:t>
            </a:r>
            <a:r>
              <a:rPr lang="en-CA" dirty="0" err="1"/>
              <a:t>consectetur</a:t>
            </a:r>
            <a:r>
              <a:rPr lang="en-CA" dirty="0"/>
              <a:t> </a:t>
            </a:r>
            <a:r>
              <a:rPr lang="en-CA" dirty="0" err="1"/>
              <a:t>adipiscing</a:t>
            </a:r>
            <a:r>
              <a:rPr lang="en-CA" dirty="0"/>
              <a:t> </a:t>
            </a:r>
            <a:r>
              <a:rPr lang="en-CA" dirty="0" err="1"/>
              <a:t>elit</a:t>
            </a:r>
            <a:r>
              <a:rPr lang="en-CA" dirty="0"/>
              <a:t>, sed do </a:t>
            </a:r>
            <a:r>
              <a:rPr lang="en-CA" dirty="0" err="1"/>
              <a:t>eiusmod</a:t>
            </a:r>
            <a:r>
              <a:rPr lang="en-CA" dirty="0"/>
              <a:t> </a:t>
            </a:r>
            <a:r>
              <a:rPr lang="en-CA" dirty="0" err="1"/>
              <a:t>tempor</a:t>
            </a:r>
            <a:r>
              <a:rPr lang="en-CA" dirty="0"/>
              <a:t> </a:t>
            </a:r>
            <a:r>
              <a:rPr lang="en-CA" dirty="0" err="1"/>
              <a:t>incididunt</a:t>
            </a:r>
            <a:r>
              <a:rPr lang="en-CA" dirty="0"/>
              <a:t> </a:t>
            </a:r>
            <a:r>
              <a:rPr lang="en-CA" dirty="0" err="1"/>
              <a:t>ut</a:t>
            </a:r>
            <a:r>
              <a:rPr lang="en-CA" dirty="0"/>
              <a:t> labore et dolore magna </a:t>
            </a:r>
            <a:r>
              <a:rPr lang="en-CA" dirty="0" err="1"/>
              <a:t>aliqua</a:t>
            </a:r>
            <a:r>
              <a:rPr lang="en-CA" dirty="0"/>
              <a:t>. Ut </a:t>
            </a:r>
            <a:r>
              <a:rPr lang="en-CA" dirty="0" err="1"/>
              <a:t>enim</a:t>
            </a:r>
            <a:r>
              <a:rPr lang="en-CA" dirty="0"/>
              <a:t> ad minim </a:t>
            </a:r>
            <a:r>
              <a:rPr lang="en-CA" dirty="0" err="1"/>
              <a:t>veniam</a:t>
            </a:r>
            <a:r>
              <a:rPr lang="en-CA" dirty="0"/>
              <a:t>, </a:t>
            </a:r>
            <a:r>
              <a:rPr lang="en-CA" dirty="0" err="1"/>
              <a:t>quis</a:t>
            </a:r>
            <a:r>
              <a:rPr lang="en-CA" dirty="0"/>
              <a:t> </a:t>
            </a:r>
            <a:r>
              <a:rPr lang="en-CA" dirty="0" err="1"/>
              <a:t>nostrud</a:t>
            </a:r>
            <a:r>
              <a:rPr lang="en-CA" dirty="0"/>
              <a:t> exercitation </a:t>
            </a:r>
            <a:r>
              <a:rPr lang="en-CA" dirty="0" err="1"/>
              <a:t>ullamco</a:t>
            </a:r>
            <a:r>
              <a:rPr lang="en-CA" dirty="0"/>
              <a:t> </a:t>
            </a:r>
            <a:r>
              <a:rPr lang="en-CA" dirty="0" err="1"/>
              <a:t>laboris</a:t>
            </a:r>
            <a:r>
              <a:rPr lang="en-CA" dirty="0"/>
              <a:t> nisi </a:t>
            </a:r>
            <a:r>
              <a:rPr lang="en-CA" dirty="0" err="1"/>
              <a:t>ut</a:t>
            </a:r>
            <a:r>
              <a:rPr lang="en-CA" dirty="0"/>
              <a:t> </a:t>
            </a:r>
            <a:r>
              <a:rPr lang="en-CA" dirty="0" err="1"/>
              <a:t>aliquip</a:t>
            </a:r>
            <a:r>
              <a:rPr lang="en-CA" dirty="0"/>
              <a:t> ex </a:t>
            </a:r>
            <a:r>
              <a:rPr lang="en-CA" dirty="0" err="1"/>
              <a:t>ea</a:t>
            </a:r>
            <a:r>
              <a:rPr lang="en-CA" dirty="0"/>
              <a:t> </a:t>
            </a:r>
            <a:r>
              <a:rPr lang="en-CA" dirty="0" err="1"/>
              <a:t>commodo</a:t>
            </a:r>
            <a:r>
              <a:rPr lang="en-CA" dirty="0"/>
              <a:t> </a:t>
            </a:r>
            <a:r>
              <a:rPr lang="en-CA" dirty="0" err="1"/>
              <a:t>consequat</a:t>
            </a:r>
            <a:r>
              <a:rPr lang="en-CA" dirty="0"/>
              <a:t>. Duis </a:t>
            </a:r>
            <a:r>
              <a:rPr lang="en-CA" dirty="0" err="1"/>
              <a:t>aute</a:t>
            </a:r>
            <a:r>
              <a:rPr lang="en-CA" dirty="0"/>
              <a:t> </a:t>
            </a:r>
            <a:r>
              <a:rPr lang="en-CA" dirty="0" err="1"/>
              <a:t>irure</a:t>
            </a:r>
            <a:r>
              <a:rPr lang="en-CA" dirty="0"/>
              <a:t> dolor in </a:t>
            </a:r>
            <a:r>
              <a:rPr lang="en-CA" dirty="0" err="1"/>
              <a:t>reprehenderit</a:t>
            </a:r>
            <a:r>
              <a:rPr lang="en-CA" dirty="0"/>
              <a:t> in </a:t>
            </a:r>
            <a:r>
              <a:rPr lang="en-CA" dirty="0" err="1"/>
              <a:t>voluptate</a:t>
            </a:r>
            <a:r>
              <a:rPr lang="en-CA" dirty="0"/>
              <a:t> </a:t>
            </a:r>
            <a:r>
              <a:rPr lang="en-CA" dirty="0" err="1"/>
              <a:t>velit</a:t>
            </a:r>
            <a:r>
              <a:rPr lang="en-CA" dirty="0"/>
              <a:t> </a:t>
            </a:r>
            <a:r>
              <a:rPr lang="en-CA" dirty="0" err="1"/>
              <a:t>esse</a:t>
            </a:r>
            <a:r>
              <a:rPr lang="en-CA" dirty="0"/>
              <a:t> </a:t>
            </a:r>
            <a:r>
              <a:rPr lang="en-CA" dirty="0" err="1"/>
              <a:t>cillum</a:t>
            </a:r>
            <a:r>
              <a:rPr lang="en-CA" dirty="0"/>
              <a:t> dolore </a:t>
            </a:r>
            <a:r>
              <a:rPr lang="en-CA" dirty="0" err="1"/>
              <a:t>eu</a:t>
            </a:r>
            <a:r>
              <a:rPr lang="en-CA" dirty="0"/>
              <a:t> </a:t>
            </a:r>
            <a:r>
              <a:rPr lang="en-CA" dirty="0" err="1"/>
              <a:t>fugiat</a:t>
            </a:r>
            <a:r>
              <a:rPr lang="en-CA" dirty="0"/>
              <a:t> </a:t>
            </a:r>
            <a:r>
              <a:rPr lang="en-CA" dirty="0" err="1"/>
              <a:t>nulla</a:t>
            </a:r>
            <a:r>
              <a:rPr lang="en-CA" dirty="0"/>
              <a:t> </a:t>
            </a:r>
            <a:r>
              <a:rPr lang="en-CA" dirty="0" err="1"/>
              <a:t>pariatur</a:t>
            </a:r>
            <a:r>
              <a:rPr lang="en-CA" dirty="0"/>
              <a:t>. </a:t>
            </a:r>
          </a:p>
        </p:txBody>
      </p:sp>
      <p:pic>
        <p:nvPicPr>
          <p:cNvPr id="52" name="Picture Placeholder 51">
            <a:extLst>
              <a:ext uri="{FF2B5EF4-FFF2-40B4-BE49-F238E27FC236}">
                <a16:creationId xmlns:a16="http://schemas.microsoft.com/office/drawing/2014/main" id="{D193D0C4-BA11-591F-782B-0112C93A43B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0" r="27220"/>
          <a:stretch/>
        </p:blipFill>
        <p:spPr>
          <a:xfrm>
            <a:off x="8338914" y="609602"/>
            <a:ext cx="3853086" cy="5638798"/>
          </a:xfrm>
        </p:spPr>
      </p:pic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BA5C4B31-18EA-7B60-3903-28B553319A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00" y="457200"/>
            <a:ext cx="8153400" cy="762000"/>
          </a:xfrm>
        </p:spPr>
        <p:txBody>
          <a:bodyPr/>
          <a:lstStyle/>
          <a:p>
            <a:r>
              <a:rPr lang="en-US" dirty="0"/>
              <a:t>Heading - Text and Image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C4C911-B11D-BE2C-EAAE-A84D08CE9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6000" y="6509087"/>
            <a:ext cx="504000" cy="144463"/>
          </a:xfrm>
        </p:spPr>
        <p:txBody>
          <a:bodyPr/>
          <a:lstStyle/>
          <a:p>
            <a:fld id="{9F13E4E3-EA9B-4FF8-B6C4-2516ED16E94E}" type="slidenum">
              <a:rPr lang="en-CA" smtClean="0"/>
              <a:pPr/>
              <a:t>4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8279267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17F0C-446E-5ED2-46BD-0B58AB9F2A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00" y="1219200"/>
            <a:ext cx="11088205" cy="4657726"/>
          </a:xfrm>
        </p:spPr>
        <p:txBody>
          <a:bodyPr/>
          <a:lstStyle/>
          <a:p>
            <a:r>
              <a:rPr lang="en-CA" dirty="0"/>
              <a:t>Sed </a:t>
            </a:r>
            <a:r>
              <a:rPr lang="en-CA" dirty="0" err="1"/>
              <a:t>ut</a:t>
            </a:r>
            <a:r>
              <a:rPr lang="en-CA" dirty="0"/>
              <a:t> </a:t>
            </a:r>
            <a:r>
              <a:rPr lang="en-CA" dirty="0" err="1"/>
              <a:t>perspiciatis</a:t>
            </a:r>
            <a:r>
              <a:rPr lang="en-CA" dirty="0"/>
              <a:t> </a:t>
            </a:r>
            <a:r>
              <a:rPr lang="en-CA" dirty="0" err="1"/>
              <a:t>unde</a:t>
            </a:r>
            <a:r>
              <a:rPr lang="en-CA" dirty="0"/>
              <a:t> </a:t>
            </a:r>
            <a:r>
              <a:rPr lang="en-CA" dirty="0" err="1"/>
              <a:t>omnis</a:t>
            </a:r>
            <a:r>
              <a:rPr lang="en-CA" dirty="0"/>
              <a:t> </a:t>
            </a:r>
            <a:r>
              <a:rPr lang="en-CA" dirty="0" err="1"/>
              <a:t>iste</a:t>
            </a:r>
            <a:r>
              <a:rPr lang="en-CA" dirty="0"/>
              <a:t> </a:t>
            </a:r>
            <a:r>
              <a:rPr lang="en-CA" dirty="0" err="1"/>
              <a:t>natus</a:t>
            </a:r>
            <a:r>
              <a:rPr lang="en-CA" dirty="0"/>
              <a:t> error sit </a:t>
            </a:r>
            <a:r>
              <a:rPr lang="en-CA" dirty="0" err="1"/>
              <a:t>voluptatem</a:t>
            </a:r>
            <a:r>
              <a:rPr lang="en-CA" dirty="0"/>
              <a:t> </a:t>
            </a:r>
            <a:r>
              <a:rPr lang="en-CA" dirty="0" err="1"/>
              <a:t>accusantium</a:t>
            </a:r>
            <a:r>
              <a:rPr lang="en-CA" dirty="0"/>
              <a:t> </a:t>
            </a:r>
            <a:r>
              <a:rPr lang="en-CA" dirty="0" err="1"/>
              <a:t>doloremque</a:t>
            </a:r>
            <a:r>
              <a:rPr lang="en-CA" dirty="0"/>
              <a:t> </a:t>
            </a:r>
            <a:r>
              <a:rPr lang="en-CA" dirty="0" err="1"/>
              <a:t>laudantium</a:t>
            </a:r>
            <a:r>
              <a:rPr lang="en-CA" dirty="0"/>
              <a:t>, </a:t>
            </a:r>
            <a:r>
              <a:rPr lang="en-CA" dirty="0" err="1"/>
              <a:t>totam</a:t>
            </a:r>
            <a:r>
              <a:rPr lang="en-CA" dirty="0"/>
              <a:t> rem </a:t>
            </a:r>
            <a:r>
              <a:rPr lang="en-CA" dirty="0" err="1"/>
              <a:t>aperiam</a:t>
            </a:r>
            <a:r>
              <a:rPr lang="en-CA" dirty="0"/>
              <a:t>, </a:t>
            </a:r>
            <a:r>
              <a:rPr lang="en-CA" dirty="0" err="1"/>
              <a:t>eaque</a:t>
            </a:r>
            <a:r>
              <a:rPr lang="en-CA" dirty="0"/>
              <a:t> </a:t>
            </a:r>
            <a:r>
              <a:rPr lang="en-CA" dirty="0" err="1"/>
              <a:t>ipsa</a:t>
            </a:r>
            <a:r>
              <a:rPr lang="en-CA" dirty="0"/>
              <a:t> </a:t>
            </a:r>
            <a:r>
              <a:rPr lang="en-CA" dirty="0" err="1"/>
              <a:t>quae</a:t>
            </a:r>
            <a:r>
              <a:rPr lang="en-CA" dirty="0"/>
              <a:t> ab </a:t>
            </a:r>
            <a:r>
              <a:rPr lang="en-CA" dirty="0" err="1"/>
              <a:t>illo</a:t>
            </a:r>
            <a:r>
              <a:rPr lang="en-CA" dirty="0"/>
              <a:t> </a:t>
            </a:r>
            <a:r>
              <a:rPr lang="en-CA" dirty="0" err="1"/>
              <a:t>inventore</a:t>
            </a:r>
            <a:r>
              <a:rPr lang="en-CA" dirty="0"/>
              <a:t> </a:t>
            </a:r>
            <a:r>
              <a:rPr lang="en-CA" dirty="0" err="1"/>
              <a:t>veritatis</a:t>
            </a:r>
            <a:r>
              <a:rPr lang="en-CA" dirty="0"/>
              <a:t> et quasi </a:t>
            </a:r>
            <a:r>
              <a:rPr lang="en-CA" dirty="0" err="1"/>
              <a:t>architecto</a:t>
            </a:r>
            <a:r>
              <a:rPr lang="en-CA" dirty="0"/>
              <a:t> beatae vitae dicta sunt </a:t>
            </a:r>
            <a:r>
              <a:rPr lang="en-CA" dirty="0" err="1"/>
              <a:t>explicabo</a:t>
            </a:r>
            <a:r>
              <a:rPr lang="en-CA" dirty="0"/>
              <a:t>. </a:t>
            </a:r>
          </a:p>
          <a:p>
            <a:r>
              <a:rPr lang="en-CA" dirty="0"/>
              <a:t>Nemo </a:t>
            </a:r>
            <a:r>
              <a:rPr lang="en-CA" dirty="0" err="1"/>
              <a:t>enim</a:t>
            </a:r>
            <a:r>
              <a:rPr lang="en-CA" dirty="0"/>
              <a:t> </a:t>
            </a:r>
            <a:r>
              <a:rPr lang="en-CA" dirty="0" err="1"/>
              <a:t>ipsam</a:t>
            </a:r>
            <a:r>
              <a:rPr lang="en-CA" dirty="0"/>
              <a:t> </a:t>
            </a:r>
            <a:r>
              <a:rPr lang="en-CA" dirty="0" err="1"/>
              <a:t>voluptatem</a:t>
            </a:r>
            <a:r>
              <a:rPr lang="en-CA" dirty="0"/>
              <a:t> quia </a:t>
            </a:r>
            <a:r>
              <a:rPr lang="en-CA" dirty="0" err="1"/>
              <a:t>voluptas</a:t>
            </a:r>
            <a:r>
              <a:rPr lang="en-CA" dirty="0"/>
              <a:t> sit </a:t>
            </a:r>
            <a:r>
              <a:rPr lang="en-CA" dirty="0" err="1"/>
              <a:t>aspernatur</a:t>
            </a:r>
            <a:r>
              <a:rPr lang="en-CA" dirty="0"/>
              <a:t> </a:t>
            </a:r>
            <a:r>
              <a:rPr lang="en-CA" dirty="0" err="1"/>
              <a:t>aut</a:t>
            </a:r>
            <a:r>
              <a:rPr lang="en-CA" dirty="0"/>
              <a:t> </a:t>
            </a:r>
            <a:r>
              <a:rPr lang="en-CA" dirty="0" err="1"/>
              <a:t>odit</a:t>
            </a:r>
            <a:r>
              <a:rPr lang="en-CA" dirty="0"/>
              <a:t> </a:t>
            </a:r>
            <a:r>
              <a:rPr lang="en-CA" dirty="0" err="1"/>
              <a:t>aut</a:t>
            </a:r>
            <a:r>
              <a:rPr lang="en-CA" dirty="0"/>
              <a:t> fugit, sed quia </a:t>
            </a:r>
            <a:r>
              <a:rPr lang="en-CA" dirty="0" err="1"/>
              <a:t>consequuntur</a:t>
            </a:r>
            <a:r>
              <a:rPr lang="en-CA" dirty="0"/>
              <a:t> </a:t>
            </a:r>
            <a:r>
              <a:rPr lang="en-CA" dirty="0" err="1"/>
              <a:t>magni</a:t>
            </a:r>
            <a:r>
              <a:rPr lang="en-CA" dirty="0"/>
              <a:t> </a:t>
            </a:r>
            <a:r>
              <a:rPr lang="en-CA" dirty="0" err="1"/>
              <a:t>dolores</a:t>
            </a:r>
            <a:r>
              <a:rPr lang="en-CA" dirty="0"/>
              <a:t> </a:t>
            </a:r>
            <a:r>
              <a:rPr lang="en-CA" dirty="0" err="1"/>
              <a:t>eos</a:t>
            </a:r>
            <a:r>
              <a:rPr lang="en-CA" dirty="0"/>
              <a:t> qui ratione </a:t>
            </a:r>
            <a:r>
              <a:rPr lang="en-CA" dirty="0" err="1"/>
              <a:t>voluptatem</a:t>
            </a:r>
            <a:r>
              <a:rPr lang="en-CA" dirty="0"/>
              <a:t> </a:t>
            </a:r>
            <a:r>
              <a:rPr lang="en-CA" dirty="0" err="1"/>
              <a:t>sequi</a:t>
            </a:r>
            <a:r>
              <a:rPr lang="en-CA" dirty="0"/>
              <a:t> </a:t>
            </a:r>
            <a:r>
              <a:rPr lang="en-CA" dirty="0" err="1"/>
              <a:t>nesciunt</a:t>
            </a:r>
            <a:r>
              <a:rPr lang="en-CA" dirty="0"/>
              <a:t>. </a:t>
            </a:r>
          </a:p>
          <a:p>
            <a:r>
              <a:rPr lang="en-CA" dirty="0"/>
              <a:t>Porro </a:t>
            </a:r>
            <a:r>
              <a:rPr lang="en-CA" dirty="0" err="1"/>
              <a:t>quisquam</a:t>
            </a:r>
            <a:r>
              <a:rPr lang="en-CA" dirty="0"/>
              <a:t> </a:t>
            </a:r>
            <a:r>
              <a:rPr lang="en-CA" dirty="0" err="1"/>
              <a:t>est</a:t>
            </a:r>
            <a:r>
              <a:rPr lang="en-CA" dirty="0"/>
              <a:t>, qui </a:t>
            </a:r>
            <a:r>
              <a:rPr lang="en-CA" dirty="0" err="1"/>
              <a:t>dolorem</a:t>
            </a:r>
            <a:r>
              <a:rPr lang="en-CA" dirty="0"/>
              <a:t> ipsum quia dolor sit </a:t>
            </a:r>
            <a:r>
              <a:rPr lang="en-CA" dirty="0" err="1"/>
              <a:t>amet</a:t>
            </a:r>
            <a:r>
              <a:rPr lang="en-CA" dirty="0"/>
              <a:t>, </a:t>
            </a:r>
            <a:r>
              <a:rPr lang="en-CA" dirty="0" err="1"/>
              <a:t>consectetur</a:t>
            </a:r>
            <a:r>
              <a:rPr lang="en-CA" dirty="0"/>
              <a:t>, </a:t>
            </a:r>
            <a:r>
              <a:rPr lang="en-CA" dirty="0" err="1"/>
              <a:t>adipisci</a:t>
            </a:r>
            <a:r>
              <a:rPr lang="en-CA" dirty="0"/>
              <a:t> </a:t>
            </a:r>
            <a:r>
              <a:rPr lang="en-CA" dirty="0" err="1"/>
              <a:t>velit</a:t>
            </a:r>
            <a:r>
              <a:rPr lang="en-CA" dirty="0"/>
              <a:t>, sed quia non </a:t>
            </a:r>
            <a:r>
              <a:rPr lang="en-CA" dirty="0" err="1"/>
              <a:t>numquam</a:t>
            </a:r>
            <a:r>
              <a:rPr lang="en-CA" dirty="0"/>
              <a:t> eius </a:t>
            </a:r>
            <a:r>
              <a:rPr lang="en-CA" dirty="0" err="1"/>
              <a:t>modi</a:t>
            </a:r>
            <a:r>
              <a:rPr lang="en-CA" dirty="0"/>
              <a:t> </a:t>
            </a:r>
            <a:r>
              <a:rPr lang="en-CA" dirty="0" err="1"/>
              <a:t>tempora</a:t>
            </a:r>
            <a:r>
              <a:rPr lang="en-CA" dirty="0"/>
              <a:t> </a:t>
            </a:r>
            <a:r>
              <a:rPr lang="en-CA" dirty="0" err="1"/>
              <a:t>incidunt</a:t>
            </a:r>
            <a:r>
              <a:rPr lang="en-CA" dirty="0"/>
              <a:t> </a:t>
            </a:r>
            <a:r>
              <a:rPr lang="en-CA" dirty="0" err="1"/>
              <a:t>ut</a:t>
            </a:r>
            <a:r>
              <a:rPr lang="en-CA" dirty="0"/>
              <a:t> labore et dolore </a:t>
            </a:r>
            <a:r>
              <a:rPr lang="en-CA" dirty="0" err="1"/>
              <a:t>magnam</a:t>
            </a:r>
            <a:r>
              <a:rPr lang="en-CA" dirty="0"/>
              <a:t> </a:t>
            </a:r>
            <a:r>
              <a:rPr lang="en-CA" dirty="0" err="1"/>
              <a:t>aliquam</a:t>
            </a:r>
            <a:r>
              <a:rPr lang="en-CA" dirty="0"/>
              <a:t> </a:t>
            </a:r>
            <a:r>
              <a:rPr lang="en-CA" dirty="0" err="1"/>
              <a:t>quaerat</a:t>
            </a:r>
            <a:r>
              <a:rPr lang="en-CA" dirty="0"/>
              <a:t> </a:t>
            </a:r>
            <a:r>
              <a:rPr lang="en-CA" dirty="0" err="1"/>
              <a:t>voluptatem</a:t>
            </a:r>
            <a:r>
              <a:rPr lang="en-CA" dirty="0"/>
              <a:t>. Ut </a:t>
            </a:r>
            <a:r>
              <a:rPr lang="en-CA" dirty="0" err="1"/>
              <a:t>enim</a:t>
            </a:r>
            <a:r>
              <a:rPr lang="en-CA" dirty="0"/>
              <a:t> ad minima </a:t>
            </a:r>
            <a:r>
              <a:rPr lang="en-CA" dirty="0" err="1"/>
              <a:t>veniam</a:t>
            </a:r>
            <a:r>
              <a:rPr lang="en-CA" dirty="0"/>
              <a:t>, </a:t>
            </a:r>
            <a:r>
              <a:rPr lang="en-CA" dirty="0" err="1"/>
              <a:t>quis</a:t>
            </a:r>
            <a:r>
              <a:rPr lang="en-CA" dirty="0"/>
              <a:t> nostrum</a:t>
            </a:r>
          </a:p>
          <a:p>
            <a:r>
              <a:rPr lang="en-CA" dirty="0" err="1"/>
              <a:t>Exercitationem</a:t>
            </a:r>
            <a:r>
              <a:rPr lang="en-CA" dirty="0"/>
              <a:t> </a:t>
            </a:r>
            <a:r>
              <a:rPr lang="en-CA" dirty="0" err="1"/>
              <a:t>ullam</a:t>
            </a:r>
            <a:r>
              <a:rPr lang="en-CA" dirty="0"/>
              <a:t> corporis </a:t>
            </a:r>
            <a:r>
              <a:rPr lang="en-CA" dirty="0" err="1"/>
              <a:t>suscipit</a:t>
            </a:r>
            <a:r>
              <a:rPr lang="en-CA" dirty="0"/>
              <a:t> </a:t>
            </a:r>
            <a:r>
              <a:rPr lang="en-CA" dirty="0" err="1"/>
              <a:t>laboriosam</a:t>
            </a:r>
            <a:r>
              <a:rPr lang="en-CA" dirty="0"/>
              <a:t>, nisi </a:t>
            </a:r>
            <a:r>
              <a:rPr lang="en-CA" dirty="0" err="1"/>
              <a:t>ut</a:t>
            </a:r>
            <a:r>
              <a:rPr lang="en-CA" dirty="0"/>
              <a:t> </a:t>
            </a:r>
            <a:r>
              <a:rPr lang="en-CA" dirty="0" err="1"/>
              <a:t>aliquid</a:t>
            </a:r>
            <a:r>
              <a:rPr lang="en-CA" dirty="0"/>
              <a:t> ex </a:t>
            </a:r>
            <a:r>
              <a:rPr lang="en-CA" dirty="0" err="1"/>
              <a:t>ea</a:t>
            </a:r>
            <a:r>
              <a:rPr lang="en-CA" dirty="0"/>
              <a:t> </a:t>
            </a:r>
            <a:r>
              <a:rPr lang="en-CA" dirty="0" err="1"/>
              <a:t>commodi</a:t>
            </a:r>
            <a:r>
              <a:rPr lang="en-CA" dirty="0"/>
              <a:t> </a:t>
            </a:r>
            <a:r>
              <a:rPr lang="en-CA" dirty="0" err="1"/>
              <a:t>consequatur</a:t>
            </a:r>
            <a:r>
              <a:rPr lang="en-CA" dirty="0"/>
              <a:t> </a:t>
            </a:r>
            <a:r>
              <a:rPr lang="en-CA" dirty="0" err="1"/>
              <a:t>costi</a:t>
            </a:r>
            <a:r>
              <a:rPr lang="en-CA" dirty="0"/>
              <a:t> </a:t>
            </a:r>
            <a:r>
              <a:rPr lang="en-CA" dirty="0" err="1"/>
              <a:t>serti</a:t>
            </a:r>
            <a:r>
              <a:rPr lang="en-CA" dirty="0"/>
              <a:t> 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3DD7E-3936-184E-606A-51F1E085EB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00" y="230400"/>
            <a:ext cx="11088205" cy="762000"/>
          </a:xfrm>
        </p:spPr>
        <p:txBody>
          <a:bodyPr/>
          <a:lstStyle/>
          <a:p>
            <a:r>
              <a:rPr lang="en-CA" dirty="0"/>
              <a:t>Heading - Text Only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116726-F8CA-E73B-9703-532F802CC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6000" y="6509087"/>
            <a:ext cx="504000" cy="144463"/>
          </a:xfrm>
        </p:spPr>
        <p:txBody>
          <a:bodyPr/>
          <a:lstStyle/>
          <a:p>
            <a:fld id="{9F13E4E3-EA9B-4FF8-B6C4-2516ED16E94E}" type="slidenum">
              <a:rPr lang="en-CA" smtClean="0"/>
              <a:pPr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0604992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F352DE-20DD-C3E4-061F-97DBB12297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7531" y="3906259"/>
            <a:ext cx="3083858" cy="2315578"/>
          </a:xfrm>
        </p:spPr>
        <p:txBody>
          <a:bodyPr/>
          <a:lstStyle/>
          <a:p>
            <a:r>
              <a:rPr lang="en-CA" dirty="0"/>
              <a:t>Sed </a:t>
            </a:r>
            <a:r>
              <a:rPr lang="en-CA" dirty="0" err="1"/>
              <a:t>ut</a:t>
            </a:r>
            <a:r>
              <a:rPr lang="en-CA" dirty="0"/>
              <a:t> </a:t>
            </a:r>
            <a:r>
              <a:rPr lang="en-CA" dirty="0" err="1"/>
              <a:t>perspiciatis</a:t>
            </a:r>
            <a:r>
              <a:rPr lang="en-CA" dirty="0"/>
              <a:t> </a:t>
            </a:r>
            <a:r>
              <a:rPr lang="en-CA" dirty="0" err="1"/>
              <a:t>unde</a:t>
            </a:r>
            <a:r>
              <a:rPr lang="en-CA" dirty="0"/>
              <a:t> </a:t>
            </a:r>
            <a:r>
              <a:rPr lang="en-CA" dirty="0" err="1"/>
              <a:t>omnis</a:t>
            </a:r>
            <a:r>
              <a:rPr lang="en-CA" dirty="0"/>
              <a:t> </a:t>
            </a:r>
            <a:r>
              <a:rPr lang="en-CA" dirty="0" err="1"/>
              <a:t>iste</a:t>
            </a:r>
            <a:r>
              <a:rPr lang="en-CA" dirty="0"/>
              <a:t> </a:t>
            </a:r>
            <a:r>
              <a:rPr lang="en-CA" dirty="0" err="1"/>
              <a:t>natus</a:t>
            </a:r>
            <a:r>
              <a:rPr lang="en-CA" dirty="0"/>
              <a:t> error sit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E54268D-3FA6-D6D0-3465-869632DEB2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00" y="230400"/>
            <a:ext cx="11099006" cy="762000"/>
          </a:xfrm>
        </p:spPr>
        <p:txBody>
          <a:bodyPr/>
          <a:lstStyle/>
          <a:p>
            <a:r>
              <a:rPr lang="en-CA" dirty="0"/>
              <a:t>Heading – 3 Columns</a:t>
            </a:r>
          </a:p>
          <a:p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A24602-D317-8283-C51B-EF272B77C5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6000" y="6509087"/>
            <a:ext cx="504000" cy="144463"/>
          </a:xfrm>
        </p:spPr>
        <p:txBody>
          <a:bodyPr/>
          <a:lstStyle/>
          <a:p>
            <a:fld id="{9F13E4E3-EA9B-4FF8-B6C4-2516ED16E94E}" type="slidenum">
              <a:rPr lang="en-CA" smtClean="0"/>
              <a:pPr/>
              <a:t>6</a:t>
            </a:fld>
            <a:endParaRPr lang="en-C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1B0ACA-3B0C-DA87-96E9-9E5893EC3B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54071" y="3906259"/>
            <a:ext cx="3083858" cy="2315578"/>
          </a:xfrm>
        </p:spPr>
        <p:txBody>
          <a:bodyPr/>
          <a:lstStyle/>
          <a:p>
            <a:r>
              <a:rPr lang="it-IT" dirty="0" err="1"/>
              <a:t>dolorem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quia dolor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consectetur</a:t>
            </a:r>
            <a:r>
              <a:rPr lang="it-IT" dirty="0"/>
              <a:t>, </a:t>
            </a:r>
            <a:r>
              <a:rPr lang="it-IT" dirty="0" err="1"/>
              <a:t>adipisci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, sed quia</a:t>
            </a:r>
            <a:endParaRPr lang="en-C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F9902B1-A092-8644-53E2-B2E61445D1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90611" y="3906259"/>
            <a:ext cx="3048395" cy="2315578"/>
          </a:xfrm>
        </p:spPr>
        <p:txBody>
          <a:bodyPr/>
          <a:lstStyle/>
          <a:p>
            <a:r>
              <a:rPr lang="it-IT" dirty="0"/>
              <a:t>magni </a:t>
            </a:r>
            <a:r>
              <a:rPr lang="it-IT" dirty="0" err="1"/>
              <a:t>dolores</a:t>
            </a:r>
            <a:r>
              <a:rPr lang="it-IT" dirty="0"/>
              <a:t> </a:t>
            </a:r>
            <a:r>
              <a:rPr lang="it-IT" dirty="0" err="1"/>
              <a:t>eos</a:t>
            </a:r>
            <a:r>
              <a:rPr lang="it-IT" dirty="0"/>
              <a:t> qui ratione </a:t>
            </a:r>
            <a:r>
              <a:rPr lang="it-IT" dirty="0" err="1"/>
              <a:t>voluptatem</a:t>
            </a:r>
            <a:r>
              <a:rPr lang="it-IT" dirty="0"/>
              <a:t> </a:t>
            </a:r>
            <a:r>
              <a:rPr lang="it-IT" dirty="0" err="1"/>
              <a:t>sequi</a:t>
            </a:r>
            <a:r>
              <a:rPr lang="it-IT" dirty="0"/>
              <a:t> </a:t>
            </a:r>
            <a:r>
              <a:rPr lang="it-IT" dirty="0" err="1"/>
              <a:t>nesciunt</a:t>
            </a:r>
            <a:r>
              <a:rPr lang="it-IT" dirty="0"/>
              <a:t>.</a:t>
            </a:r>
            <a:endParaRPr lang="en-C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FF8F72-D6DE-ADAC-8D47-32AA53AB5A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7531" y="3019672"/>
            <a:ext cx="3083858" cy="707624"/>
          </a:xfrm>
        </p:spPr>
        <p:txBody>
          <a:bodyPr/>
          <a:lstStyle/>
          <a:p>
            <a:r>
              <a:rPr lang="en-CA" dirty="0"/>
              <a:t>This is a Heading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73A2CCD-ABEF-4A4B-AFC2-890BE68883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54071" y="3019672"/>
            <a:ext cx="3083858" cy="707624"/>
          </a:xfrm>
        </p:spPr>
        <p:txBody>
          <a:bodyPr/>
          <a:lstStyle/>
          <a:p>
            <a:r>
              <a:rPr lang="en-CA" dirty="0"/>
              <a:t>This is a Heading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1E35069-80A5-8A7B-D44A-B3D4AF128B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90611" y="3019672"/>
            <a:ext cx="3048395" cy="707624"/>
          </a:xfrm>
        </p:spPr>
        <p:txBody>
          <a:bodyPr/>
          <a:lstStyle/>
          <a:p>
            <a:r>
              <a:rPr lang="en-CA" dirty="0"/>
              <a:t>This is a Heading</a:t>
            </a:r>
          </a:p>
        </p:txBody>
      </p:sp>
    </p:spTree>
    <p:extLst>
      <p:ext uri="{BB962C8B-B14F-4D97-AF65-F5344CB8AC3E}">
        <p14:creationId xmlns:p14="http://schemas.microsoft.com/office/powerpoint/2010/main" val="2660248227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8E016C-AC17-59AE-B891-3B7D3B9497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6000" y="6509087"/>
            <a:ext cx="504000" cy="144463"/>
          </a:xfrm>
        </p:spPr>
        <p:txBody>
          <a:bodyPr/>
          <a:lstStyle/>
          <a:p>
            <a:fld id="{9F13E4E3-EA9B-4FF8-B6C4-2516ED16E94E}" type="slidenum">
              <a:rPr lang="en-CA" smtClean="0"/>
              <a:pPr/>
              <a:t>7</a:t>
            </a:fld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A4D6C-C89E-18E0-7DBF-EDDC487E80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00" y="230400"/>
            <a:ext cx="11095240" cy="762000"/>
          </a:xfrm>
        </p:spPr>
        <p:txBody>
          <a:bodyPr/>
          <a:lstStyle/>
          <a:p>
            <a:r>
              <a:rPr lang="en-US" dirty="0"/>
              <a:t>Heading - Data Highlights - Quarter</a:t>
            </a:r>
            <a:endParaRPr lang="en-CA" dirty="0"/>
          </a:p>
        </p:txBody>
      </p:sp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184B399B-712B-E74F-5AAE-CA1167632AA2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872308449"/>
              </p:ext>
            </p:extLst>
          </p:nvPr>
        </p:nvGraphicFramePr>
        <p:xfrm>
          <a:off x="550863" y="1411288"/>
          <a:ext cx="11095037" cy="4632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20075252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A23E81-944B-E1C3-6D5A-40D2BCC6B0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6000" y="6509087"/>
            <a:ext cx="504000" cy="144463"/>
          </a:xfrm>
        </p:spPr>
        <p:txBody>
          <a:bodyPr/>
          <a:lstStyle/>
          <a:p>
            <a:fld id="{9F13E4E3-EA9B-4FF8-B6C4-2516ED16E94E}" type="slidenum">
              <a:rPr lang="en-CA" smtClean="0"/>
              <a:pPr/>
              <a:t>8</a:t>
            </a:fld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84398-44AA-48E2-D31B-6592890DF8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00" y="230400"/>
            <a:ext cx="11095240" cy="762000"/>
          </a:xfrm>
        </p:spPr>
        <p:txBody>
          <a:bodyPr/>
          <a:lstStyle/>
          <a:p>
            <a:r>
              <a:rPr lang="en-US" dirty="0"/>
              <a:t>Heading - Data Highlights - Year</a:t>
            </a:r>
            <a:endParaRPr lang="en-CA" dirty="0"/>
          </a:p>
        </p:txBody>
      </p:sp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122AFAE7-DDC7-B3D6-9FE0-22EA3A3DD6B5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2053835283"/>
              </p:ext>
            </p:extLst>
          </p:nvPr>
        </p:nvGraphicFramePr>
        <p:xfrm>
          <a:off x="550863" y="1411288"/>
          <a:ext cx="11095037" cy="4632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38584708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Placeholder 82">
            <a:extLst>
              <a:ext uri="{FF2B5EF4-FFF2-40B4-BE49-F238E27FC236}">
                <a16:creationId xmlns:a16="http://schemas.microsoft.com/office/drawing/2014/main" id="{F059C93F-D0B1-0789-CAAA-028AFF87EA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00" y="230400"/>
            <a:ext cx="8153400" cy="762000"/>
          </a:xfrm>
        </p:spPr>
        <p:txBody>
          <a:bodyPr/>
          <a:lstStyle/>
          <a:p>
            <a:r>
              <a:rPr lang="en-US" dirty="0"/>
              <a:t>Heading – Quote or Story</a:t>
            </a:r>
            <a:endParaRPr lang="en-CA" dirty="0"/>
          </a:p>
          <a:p>
            <a:endParaRPr lang="en-CA" dirty="0"/>
          </a:p>
        </p:txBody>
      </p:sp>
      <p:sp>
        <p:nvSpPr>
          <p:cNvPr id="84" name="Text Placeholder 83">
            <a:extLst>
              <a:ext uri="{FF2B5EF4-FFF2-40B4-BE49-F238E27FC236}">
                <a16:creationId xmlns:a16="http://schemas.microsoft.com/office/drawing/2014/main" id="{81E5EF95-C93A-8D35-A127-C9D49F7449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799" y="1219200"/>
            <a:ext cx="7048713" cy="1458363"/>
          </a:xfrm>
        </p:spPr>
        <p:txBody>
          <a:bodyPr/>
          <a:lstStyle/>
          <a:p>
            <a:r>
              <a:rPr lang="en-CA" dirty="0"/>
              <a:t>Lorem ipsum dolor sit </a:t>
            </a:r>
            <a:r>
              <a:rPr lang="en-CA" dirty="0" err="1"/>
              <a:t>amet</a:t>
            </a:r>
            <a:r>
              <a:rPr lang="en-CA" dirty="0"/>
              <a:t>, </a:t>
            </a:r>
            <a:r>
              <a:rPr lang="en-CA" dirty="0" err="1"/>
              <a:t>consectetur</a:t>
            </a:r>
            <a:r>
              <a:rPr lang="en-CA" dirty="0"/>
              <a:t> </a:t>
            </a:r>
            <a:r>
              <a:rPr lang="en-CA" dirty="0" err="1"/>
              <a:t>adipiscing</a:t>
            </a:r>
            <a:r>
              <a:rPr lang="en-CA" dirty="0"/>
              <a:t> </a:t>
            </a:r>
            <a:r>
              <a:rPr lang="en-CA" dirty="0" err="1"/>
              <a:t>elit</a:t>
            </a:r>
            <a:r>
              <a:rPr lang="en-CA" dirty="0"/>
              <a:t>, sed do </a:t>
            </a:r>
            <a:r>
              <a:rPr lang="en-CA" dirty="0" err="1"/>
              <a:t>eiusmod</a:t>
            </a:r>
            <a:r>
              <a:rPr lang="en-CA" dirty="0"/>
              <a:t> </a:t>
            </a:r>
            <a:r>
              <a:rPr lang="en-CA" dirty="0" err="1"/>
              <a:t>tempor</a:t>
            </a:r>
            <a:r>
              <a:rPr lang="en-CA" dirty="0"/>
              <a:t> </a:t>
            </a:r>
            <a:r>
              <a:rPr lang="en-CA" dirty="0" err="1"/>
              <a:t>incididunt</a:t>
            </a:r>
            <a:r>
              <a:rPr lang="en-CA" dirty="0"/>
              <a:t> </a:t>
            </a:r>
            <a:r>
              <a:rPr lang="en-CA" dirty="0" err="1"/>
              <a:t>ut</a:t>
            </a:r>
            <a:r>
              <a:rPr lang="en-CA" dirty="0"/>
              <a:t> labore et dolore magna </a:t>
            </a:r>
            <a:r>
              <a:rPr lang="en-CA" dirty="0" err="1"/>
              <a:t>aliqua</a:t>
            </a:r>
            <a:r>
              <a:rPr lang="en-CA" dirty="0"/>
              <a:t>. Ut </a:t>
            </a:r>
            <a:r>
              <a:rPr lang="en-CA" dirty="0" err="1"/>
              <a:t>enim</a:t>
            </a:r>
            <a:r>
              <a:rPr lang="en-CA" dirty="0"/>
              <a:t> ad minim </a:t>
            </a:r>
            <a:r>
              <a:rPr lang="en-CA" dirty="0" err="1"/>
              <a:t>veniam</a:t>
            </a:r>
            <a:r>
              <a:rPr lang="en-CA" dirty="0"/>
              <a:t>, </a:t>
            </a:r>
            <a:r>
              <a:rPr lang="en-CA" dirty="0" err="1"/>
              <a:t>quis</a:t>
            </a:r>
            <a:r>
              <a:rPr lang="en-CA" dirty="0"/>
              <a:t> </a:t>
            </a:r>
            <a:r>
              <a:rPr lang="en-CA" dirty="0" err="1"/>
              <a:t>nostrud</a:t>
            </a:r>
            <a:r>
              <a:rPr lang="en-CA" dirty="0"/>
              <a:t>.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C0EB1901-2898-6B75-0C11-58B6283B170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40" b="16640"/>
          <a:stretch/>
        </p:blipFill>
        <p:spPr>
          <a:xfrm>
            <a:off x="8357419" y="1643291"/>
            <a:ext cx="2674376" cy="2674376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E6E1C3-C2B8-A406-065D-0808722ED2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06000" y="6509087"/>
            <a:ext cx="504000" cy="144463"/>
          </a:xfrm>
        </p:spPr>
        <p:txBody>
          <a:bodyPr/>
          <a:lstStyle/>
          <a:p>
            <a:fld id="{9F13E4E3-EA9B-4FF8-B6C4-2516ED16E94E}" type="slidenum">
              <a:rPr lang="en-CA" smtClean="0"/>
              <a:pPr/>
              <a:t>9</a:t>
            </a:fld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DD5D9-7068-BF00-C140-18CF6AE6E5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50799" y="3795703"/>
            <a:ext cx="7048714" cy="2248247"/>
          </a:xfrm>
        </p:spPr>
        <p:txBody>
          <a:bodyPr/>
          <a:lstStyle/>
          <a:p>
            <a:r>
              <a:rPr lang="en-US" dirty="0"/>
              <a:t>Text can also go in this area if required.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59376814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BBF7A19E-3D11-41B9-D9CE-62E2E8F85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1308" y="4791042"/>
            <a:ext cx="3772992" cy="710954"/>
          </a:xfrm>
        </p:spPr>
        <p:txBody>
          <a:bodyPr/>
          <a:lstStyle/>
          <a:p>
            <a:r>
              <a:rPr lang="en-US" dirty="0"/>
              <a:t>This is a Subtitle</a:t>
            </a:r>
            <a:endParaRPr lang="en-CA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A2C063B-164D-3F62-2942-F9671D383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1308" y="2051570"/>
            <a:ext cx="3772992" cy="2492094"/>
          </a:xfrm>
        </p:spPr>
        <p:txBody>
          <a:bodyPr/>
          <a:lstStyle/>
          <a:p>
            <a:r>
              <a:rPr lang="en-US" dirty="0"/>
              <a:t>Thank You!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29039087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AE 16/9 template June 2022 by PrezExpert">
  <a:themeElements>
    <a:clrScheme name="CAE">
      <a:dk1>
        <a:srgbClr val="000000"/>
      </a:dk1>
      <a:lt1>
        <a:srgbClr val="FFFFFF"/>
      </a:lt1>
      <a:dk2>
        <a:srgbClr val="06103D"/>
      </a:dk2>
      <a:lt2>
        <a:srgbClr val="E3E3E3"/>
      </a:lt2>
      <a:accent1>
        <a:srgbClr val="06103D"/>
      </a:accent1>
      <a:accent2>
        <a:srgbClr val="2969F2"/>
      </a:accent2>
      <a:accent3>
        <a:srgbClr val="777777"/>
      </a:accent3>
      <a:accent4>
        <a:srgbClr val="ADADAD"/>
      </a:accent4>
      <a:accent5>
        <a:srgbClr val="E3E3E3"/>
      </a:accent5>
      <a:accent6>
        <a:srgbClr val="B4F62A"/>
      </a:accent6>
      <a:hlink>
        <a:srgbClr val="06103D"/>
      </a:hlink>
      <a:folHlink>
        <a:srgbClr val="777777"/>
      </a:folHlink>
    </a:clrScheme>
    <a:fontScheme name="Red Hat Display-CAE">
      <a:majorFont>
        <a:latin typeface="Red Hat Display Light"/>
        <a:ea typeface=""/>
        <a:cs typeface=""/>
      </a:majorFont>
      <a:minorFont>
        <a:latin typeface="Red Hat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</a:spPr>
      <a:bodyPr lIns="144000" tIns="72000" rIns="144000" bIns="72000" rtlCol="0" anchor="ctr"/>
      <a:lstStyle>
        <a:defPPr algn="ctr">
          <a:spcBef>
            <a:spcPts val="800"/>
          </a:spcBef>
          <a:defRPr sz="1600" b="1" dirty="0" smtClean="0">
            <a:solidFill>
              <a:schemeClr val="bg1"/>
            </a:solidFill>
            <a:latin typeface="+mj-lt"/>
          </a:defRPr>
        </a:defPPr>
      </a:lst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1400"/>
          </a:spcBef>
          <a:defRPr sz="2200" dirty="0" smtClean="0">
            <a:solidFill>
              <a:schemeClr val="tx2"/>
            </a:solidFill>
            <a:latin typeface="+mn-lt"/>
          </a:defRPr>
        </a:defPPr>
      </a:lstStyle>
    </a:txDef>
  </a:objectDefaults>
  <a:extraClrSchemeLst/>
  <a:custClrLst>
    <a:custClr name="Yellow">
      <a:srgbClr val="F59B40"/>
    </a:custClr>
    <a:custClr name="Orange">
      <a:srgbClr val="F55C38"/>
    </a:custClr>
    <a:custClr name="Teal">
      <a:srgbClr val="1ED4B2"/>
    </a:custClr>
    <a:custClr name="Turqoise">
      <a:srgbClr val="31C6DE"/>
    </a:custClr>
    <a:custClr name="Indigo">
      <a:srgbClr val="4C41BB"/>
    </a:custClr>
    <a:custClr name="Pink">
      <a:srgbClr val="E23E9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Dashboard - Red">
      <a:srgbClr val="FF0000"/>
    </a:custClr>
    <a:custClr name="Dashboard - Yellow">
      <a:srgbClr val="FFFF00"/>
    </a:custClr>
    <a:custClr name="Dashboard - Green">
      <a:srgbClr val="00B050"/>
    </a:custClr>
  </a:custClrLst>
  <a:extLst>
    <a:ext uri="{05A4C25C-085E-4340-85A3-A5531E510DB2}">
      <thm15:themeFamily xmlns:thm15="http://schemas.microsoft.com/office/thememl/2012/main" name="CAE Template 16-9 ENG June 2022" id="{9A6B6E24-E6BE-4B38-B50C-CC043C9421B7}" vid="{F3BF8BBD-4A7F-4770-ADD3-FA4E75047700}"/>
    </a:ext>
  </a:extLst>
</a:theme>
</file>

<file path=ppt/theme/theme2.xml><?xml version="1.0" encoding="utf-8"?>
<a:theme xmlns:a="http://schemas.openxmlformats.org/drawingml/2006/main" name="Office Theme">
  <a:themeElements>
    <a:clrScheme name="CAE">
      <a:dk1>
        <a:srgbClr val="000000"/>
      </a:dk1>
      <a:lt1>
        <a:srgbClr val="FFFFFF"/>
      </a:lt1>
      <a:dk2>
        <a:srgbClr val="06103D"/>
      </a:dk2>
      <a:lt2>
        <a:srgbClr val="E3E3E3"/>
      </a:lt2>
      <a:accent1>
        <a:srgbClr val="06103D"/>
      </a:accent1>
      <a:accent2>
        <a:srgbClr val="2969F2"/>
      </a:accent2>
      <a:accent3>
        <a:srgbClr val="777777"/>
      </a:accent3>
      <a:accent4>
        <a:srgbClr val="ADADAD"/>
      </a:accent4>
      <a:accent5>
        <a:srgbClr val="E3E3E3"/>
      </a:accent5>
      <a:accent6>
        <a:srgbClr val="B4F62A"/>
      </a:accent6>
      <a:hlink>
        <a:srgbClr val="06103D"/>
      </a:hlink>
      <a:folHlink>
        <a:srgbClr val="777777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AE">
      <a:dk1>
        <a:srgbClr val="000000"/>
      </a:dk1>
      <a:lt1>
        <a:srgbClr val="FFFFFF"/>
      </a:lt1>
      <a:dk2>
        <a:srgbClr val="06103D"/>
      </a:dk2>
      <a:lt2>
        <a:srgbClr val="E3E3E3"/>
      </a:lt2>
      <a:accent1>
        <a:srgbClr val="06103D"/>
      </a:accent1>
      <a:accent2>
        <a:srgbClr val="2969F2"/>
      </a:accent2>
      <a:accent3>
        <a:srgbClr val="777777"/>
      </a:accent3>
      <a:accent4>
        <a:srgbClr val="ADADAD"/>
      </a:accent4>
      <a:accent5>
        <a:srgbClr val="E3E3E3"/>
      </a:accent5>
      <a:accent6>
        <a:srgbClr val="B4F62A"/>
      </a:accent6>
      <a:hlink>
        <a:srgbClr val="06103D"/>
      </a:hlink>
      <a:folHlink>
        <a:srgbClr val="777777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EE6BE8E9D62A489E89088165552537" ma:contentTypeVersion="24" ma:contentTypeDescription="Create a new document." ma:contentTypeScope="" ma:versionID="685f708db3255e9f2ddcddfb8075f34b">
  <xsd:schema xmlns:xsd="http://www.w3.org/2001/XMLSchema" xmlns:xs="http://www.w3.org/2001/XMLSchema" xmlns:p="http://schemas.microsoft.com/office/2006/metadata/properties" xmlns:ns2="9de35825-77e6-4d9d-bbc7-7a2b5e5c6d68" xmlns:ns3="12cd23af-3e52-4056-a2c9-5961a2704e29" xmlns:ns4="716d1e58-2f47-4028-a3d3-4ae2fbcdb48c" targetNamespace="http://schemas.microsoft.com/office/2006/metadata/properties" ma:root="true" ma:fieldsID="4bcdc1617e6711a0b9490802936df6f4" ns2:_="" ns3:_="" ns4:_="">
    <xsd:import namespace="9de35825-77e6-4d9d-bbc7-7a2b5e5c6d68"/>
    <xsd:import namespace="12cd23af-3e52-4056-a2c9-5961a2704e29"/>
    <xsd:import namespace="716d1e58-2f47-4028-a3d3-4ae2fbcdb4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TaxCatchAll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4:SharedWithUsers" minOccurs="0"/>
                <xsd:element ref="ns4:SharedWithDetails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e35825-77e6-4d9d-bbc7-7a2b5e5c6d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2dac91e-569b-4c3a-829b-3856784e6b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cd23af-3e52-4056-a2c9-5961a2704e2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b2d30fd-74c4-4107-a3e6-a9ccb0e97e32}" ma:internalName="TaxCatchAll" ma:showField="CatchAllData" ma:web="716d1e58-2f47-4028-a3d3-4ae2fbcdb4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6d1e58-2f47-4028-a3d3-4ae2fbcdb48c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2cd23af-3e52-4056-a2c9-5961a2704e29" xsi:nil="true"/>
    <lcf76f155ced4ddcb4097134ff3c332f xmlns="9de35825-77e6-4d9d-bbc7-7a2b5e5c6d68">
      <Terms xmlns="http://schemas.microsoft.com/office/infopath/2007/PartnerControls"/>
    </lcf76f155ced4ddcb4097134ff3c332f>
    <SharedWithUsers xmlns="716d1e58-2f47-4028-a3d3-4ae2fbcdb48c">
      <UserInfo>
        <DisplayName>Brian Carroll</DisplayName>
        <AccountId>14729</AccountId>
        <AccountType/>
      </UserInfo>
      <UserInfo>
        <DisplayName>Zoe McFarlane</DisplayName>
        <AccountId>15587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E16A2582-94A6-4489-A332-B42D67EE29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e35825-77e6-4d9d-bbc7-7a2b5e5c6d68"/>
    <ds:schemaRef ds:uri="12cd23af-3e52-4056-a2c9-5961a2704e29"/>
    <ds:schemaRef ds:uri="716d1e58-2f47-4028-a3d3-4ae2fbcdb4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EFE215-81A3-4C14-BE9D-72E910C090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D1F8C9-82F8-483F-A912-C55C6D1EE1CD}">
  <ds:schemaRefs>
    <ds:schemaRef ds:uri="12cd23af-3e52-4056-a2c9-5961a2704e29"/>
    <ds:schemaRef ds:uri="4871bcbc-ad0e-4d3a-ba34-89d22764072b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0718fbec-3582-47ec-a477-14d05c8998ca"/>
    <ds:schemaRef ds:uri="http://purl.org/dc/dcmitype/"/>
    <ds:schemaRef ds:uri="9de35825-77e6-4d9d-bbc7-7a2b5e5c6d68"/>
    <ds:schemaRef ds:uri="716d1e58-2f47-4028-a3d3-4ae2fbcdb48c"/>
  </ds:schemaRefs>
</ds:datastoreItem>
</file>

<file path=docMetadata/LabelInfo.xml><?xml version="1.0" encoding="utf-8"?>
<clbl:labelList xmlns:clbl="http://schemas.microsoft.com/office/2020/mipLabelMetadata">
  <clbl:label id="{006c1e48-e342-47e9-ab5d-0dd9ff89bd96}" enabled="0" method="" siteId="{006c1e48-e342-47e9-ab5d-0dd9ff89bd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CAE Template 16-9 ENG June 2022 (7)</Template>
  <TotalTime>856</TotalTime>
  <Words>369</Words>
  <Application>Microsoft Office PowerPoint</Application>
  <PresentationFormat>Widescreen</PresentationFormat>
  <Paragraphs>46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CAE 16/9 template June 2022 by PrezExpert</vt:lpstr>
      <vt:lpstr>This is the Cover</vt:lpstr>
      <vt:lpstr>What We’ll Cover</vt:lpstr>
      <vt:lpstr>This is a Section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Jason Joubert</dc:creator>
  <cp:lastModifiedBy>Nisa Raza</cp:lastModifiedBy>
  <cp:revision>5</cp:revision>
  <dcterms:created xsi:type="dcterms:W3CDTF">2024-02-07T14:13:23Z</dcterms:created>
  <dcterms:modified xsi:type="dcterms:W3CDTF">2026-09-14T09:20:00Z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0x01010027EE6BE8E9D62A489E89088165552537</vt:lpwstr>
  </property>
  <property fmtid="{D5CDD505-2E9C-101B-9397-08002B2CF9AE}" pid="3" name="NXPowerLiteLastOptimized">
    <vt:lpwstr>8554233</vt:lpwstr>
  </property>
  <property fmtid="{D5CDD505-2E9C-101B-9397-08002B2CF9AE}" pid="4" name="NXPowerLiteSettings">
    <vt:lpwstr>C980073804F000</vt:lpwstr>
  </property>
  <property fmtid="{D5CDD505-2E9C-101B-9397-08002B2CF9AE}" pid="5" name="NXPowerLiteVersion">
    <vt:lpwstr>D8.0.11</vt:lpwstr>
  </property>
  <property fmtid="{D5CDD505-2E9C-101B-9397-08002B2CF9AE}" pid="6" name="MediaServiceImageTags">
    <vt:lpwstr/>
  </property>
</Properties>
</file>