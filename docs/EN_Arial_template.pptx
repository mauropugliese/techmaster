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8.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2" r:id="rId4"/>
  </p:sldMasterIdLst>
  <p:notesMasterIdLst>
    <p:notesMasterId r:id="rId27"/>
  </p:notesMasterIdLst>
  <p:handoutMasterIdLst>
    <p:handoutMasterId r:id="rId28"/>
  </p:handoutMasterIdLst>
  <p:sldIdLst>
    <p:sldId id="256" r:id="rId5"/>
    <p:sldId id="655" r:id="rId6"/>
    <p:sldId id="658" r:id="rId7"/>
    <p:sldId id="794" r:id="rId8"/>
    <p:sldId id="795" r:id="rId9"/>
    <p:sldId id="662" r:id="rId10"/>
    <p:sldId id="660" r:id="rId11"/>
    <p:sldId id="673" r:id="rId12"/>
    <p:sldId id="665" r:id="rId13"/>
    <p:sldId id="668" r:id="rId14"/>
    <p:sldId id="2145706202" r:id="rId15"/>
    <p:sldId id="666" r:id="rId16"/>
    <p:sldId id="667" r:id="rId17"/>
    <p:sldId id="2145706204" r:id="rId18"/>
    <p:sldId id="2145706200" r:id="rId19"/>
    <p:sldId id="2145706203" r:id="rId20"/>
    <p:sldId id="802" r:id="rId21"/>
    <p:sldId id="2145706210" r:id="rId22"/>
    <p:sldId id="683" r:id="rId23"/>
    <p:sldId id="2145706205" r:id="rId24"/>
    <p:sldId id="669" r:id="rId25"/>
    <p:sldId id="686" r:id="rId26"/>
  </p:sldIdLst>
  <p:sldSz cx="12192000" cy="6858000"/>
  <p:notesSz cx="6858000" cy="9144000"/>
  <p:defaultTextStyle>
    <a:defPPr>
      <a:defRPr lang="en-US"/>
    </a:defPPr>
    <a:lvl1pPr algn="l" defTabSz="913614" rtl="0" fontAlgn="base">
      <a:spcBef>
        <a:spcPct val="0"/>
      </a:spcBef>
      <a:spcAft>
        <a:spcPct val="0"/>
      </a:spcAft>
      <a:defRPr sz="1800" kern="1200">
        <a:solidFill>
          <a:schemeClr val="tx1"/>
        </a:solidFill>
        <a:latin typeface="+mn-lt"/>
        <a:ea typeface="+mn-ea"/>
        <a:cs typeface="+mn-cs"/>
      </a:defRPr>
    </a:lvl1pPr>
    <a:lvl2pPr marL="456808" indent="-200852" algn="l" defTabSz="913614" rtl="0" fontAlgn="base">
      <a:spcBef>
        <a:spcPct val="0"/>
      </a:spcBef>
      <a:spcAft>
        <a:spcPct val="0"/>
      </a:spcAft>
      <a:defRPr sz="1800" kern="1200">
        <a:solidFill>
          <a:schemeClr val="tx1"/>
        </a:solidFill>
        <a:latin typeface="+mn-lt"/>
        <a:ea typeface="+mn-ea"/>
        <a:cs typeface="+mn-cs"/>
      </a:defRPr>
    </a:lvl2pPr>
    <a:lvl3pPr marL="913614" indent="-401707" algn="l" defTabSz="913614" rtl="0" fontAlgn="base">
      <a:spcBef>
        <a:spcPct val="0"/>
      </a:spcBef>
      <a:spcAft>
        <a:spcPct val="0"/>
      </a:spcAft>
      <a:defRPr sz="1800" kern="1200">
        <a:solidFill>
          <a:schemeClr val="tx1"/>
        </a:solidFill>
        <a:latin typeface="+mn-lt"/>
        <a:ea typeface="+mn-ea"/>
        <a:cs typeface="+mn-cs"/>
      </a:defRPr>
    </a:lvl3pPr>
    <a:lvl4pPr marL="1370423" indent="-602558" algn="l" defTabSz="913614" rtl="0" fontAlgn="base">
      <a:spcBef>
        <a:spcPct val="0"/>
      </a:spcBef>
      <a:spcAft>
        <a:spcPct val="0"/>
      </a:spcAft>
      <a:defRPr sz="1800" kern="1200">
        <a:solidFill>
          <a:schemeClr val="tx1"/>
        </a:solidFill>
        <a:latin typeface="+mn-lt"/>
        <a:ea typeface="+mn-ea"/>
        <a:cs typeface="+mn-cs"/>
      </a:defRPr>
    </a:lvl4pPr>
    <a:lvl5pPr marL="1828119" indent="-804302" algn="l" defTabSz="913614" rtl="0" fontAlgn="base">
      <a:spcBef>
        <a:spcPct val="0"/>
      </a:spcBef>
      <a:spcAft>
        <a:spcPct val="0"/>
      </a:spcAft>
      <a:defRPr sz="1800" kern="1200">
        <a:solidFill>
          <a:schemeClr val="tx1"/>
        </a:solidFill>
        <a:latin typeface="+mn-lt"/>
        <a:ea typeface="+mn-ea"/>
        <a:cs typeface="+mn-cs"/>
      </a:defRPr>
    </a:lvl5pPr>
    <a:lvl6pPr marL="1279772" algn="l" defTabSz="511908" rtl="0" eaLnBrk="1" latinLnBrk="0" hangingPunct="1">
      <a:defRPr sz="1800" kern="1200">
        <a:solidFill>
          <a:schemeClr val="tx1"/>
        </a:solidFill>
        <a:latin typeface="+mn-lt"/>
        <a:ea typeface="+mn-ea"/>
        <a:cs typeface="+mn-cs"/>
      </a:defRPr>
    </a:lvl6pPr>
    <a:lvl7pPr marL="1535726" algn="l" defTabSz="511908" rtl="0" eaLnBrk="1" latinLnBrk="0" hangingPunct="1">
      <a:defRPr sz="1800" kern="1200">
        <a:solidFill>
          <a:schemeClr val="tx1"/>
        </a:solidFill>
        <a:latin typeface="+mn-lt"/>
        <a:ea typeface="+mn-ea"/>
        <a:cs typeface="+mn-cs"/>
      </a:defRPr>
    </a:lvl7pPr>
    <a:lvl8pPr marL="1791681" algn="l" defTabSz="511908" rtl="0" eaLnBrk="1" latinLnBrk="0" hangingPunct="1">
      <a:defRPr sz="1800" kern="1200">
        <a:solidFill>
          <a:schemeClr val="tx1"/>
        </a:solidFill>
        <a:latin typeface="+mn-lt"/>
        <a:ea typeface="+mn-ea"/>
        <a:cs typeface="+mn-cs"/>
      </a:defRPr>
    </a:lvl8pPr>
    <a:lvl9pPr marL="2047634" algn="l" defTabSz="51190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3" orient="horz"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0DB3E8-B40A-E3DD-CBEB-B360C7BE8B28}" v="6" dt="2026-09-02T18:21:59.2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262" autoAdjust="0"/>
    <p:restoredTop sz="95477" autoAdjust="0"/>
  </p:normalViewPr>
  <p:slideViewPr>
    <p:cSldViewPr showGuides="1">
      <p:cViewPr varScale="1">
        <p:scale>
          <a:sx n="131" d="100"/>
          <a:sy n="131" d="100"/>
        </p:scale>
        <p:origin x="164" y="96"/>
      </p:cViewPr>
      <p:guideLst>
        <p:guide pos="3840"/>
        <p:guide orient="horz" pos="2160"/>
      </p:guideLst>
    </p:cSldViewPr>
  </p:slideViewPr>
  <p:notesTextViewPr>
    <p:cViewPr>
      <p:scale>
        <a:sx n="3" d="2"/>
        <a:sy n="3" d="2"/>
      </p:scale>
      <p:origin x="0" y="0"/>
    </p:cViewPr>
  </p:notesTextViewPr>
  <p:sorterViewPr>
    <p:cViewPr>
      <p:scale>
        <a:sx n="75" d="100"/>
        <a:sy n="75" d="100"/>
      </p:scale>
      <p:origin x="0" y="0"/>
    </p:cViewPr>
  </p:sorterViewPr>
  <p:notesViewPr>
    <p:cSldViewPr showGuides="1">
      <p:cViewPr varScale="1">
        <p:scale>
          <a:sx n="81" d="100"/>
          <a:sy n="81" d="100"/>
        </p:scale>
        <p:origin x="3900" y="5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h Bibeau" userId="S::sbibe@cae.com::11372fc5-2d87-4450-96cd-1de9251b9a57" providerId="AD" clId="Web-{E80DB3E8-B40A-E3DD-CBEB-B360C7BE8B28}"/>
    <pc:docChg chg="addSld delSld">
      <pc:chgData name="Sarah Bibeau" userId="S::sbibe@cae.com::11372fc5-2d87-4450-96cd-1de9251b9a57" providerId="AD" clId="Web-{E80DB3E8-B40A-E3DD-CBEB-B360C7BE8B28}" dt="2026-09-02T18:21:59.290" v="5"/>
      <pc:docMkLst>
        <pc:docMk/>
      </pc:docMkLst>
      <pc:sldChg chg="new del">
        <pc:chgData name="Sarah Bibeau" userId="S::sbibe@cae.com::11372fc5-2d87-4450-96cd-1de9251b9a57" providerId="AD" clId="Web-{E80DB3E8-B40A-E3DD-CBEB-B360C7BE8B28}" dt="2026-09-02T18:21:59.290" v="5"/>
        <pc:sldMkLst>
          <pc:docMk/>
          <pc:sldMk cId="323893560" sldId="2145706211"/>
        </pc:sldMkLst>
      </pc:sldChg>
      <pc:sldChg chg="new del">
        <pc:chgData name="Sarah Bibeau" userId="S::sbibe@cae.com::11372fc5-2d87-4450-96cd-1de9251b9a57" providerId="AD" clId="Web-{E80DB3E8-B40A-E3DD-CBEB-B360C7BE8B28}" dt="2026-09-02T18:21:54.509" v="4"/>
        <pc:sldMkLst>
          <pc:docMk/>
          <pc:sldMk cId="1157193135" sldId="2145706212"/>
        </pc:sldMkLst>
      </pc:sldChg>
      <pc:sldChg chg="new del">
        <pc:chgData name="Sarah Bibeau" userId="S::sbibe@cae.com::11372fc5-2d87-4450-96cd-1de9251b9a57" providerId="AD" clId="Web-{E80DB3E8-B40A-E3DD-CBEB-B360C7BE8B28}" dt="2026-09-02T18:21:51.899" v="3"/>
        <pc:sldMkLst>
          <pc:docMk/>
          <pc:sldMk cId="3863799715" sldId="2145706213"/>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lgn="l">
              <a:defRPr lang="en-CA" sz="2000" b="0" i="0" noProof="0">
                <a:solidFill>
                  <a:schemeClr val="tx2"/>
                </a:solidFill>
              </a:defRPr>
            </a:pPr>
            <a:r>
              <a:rPr lang="en-CA" sz="2000" b="0" i="0" noProof="0" dirty="0">
                <a:solidFill>
                  <a:schemeClr val="tx2"/>
                </a:solidFill>
              </a:rPr>
              <a:t>Chart title</a:t>
            </a:r>
          </a:p>
        </c:rich>
      </c:tx>
      <c:layout>
        <c:manualLayout>
          <c:xMode val="edge"/>
          <c:yMode val="edge"/>
          <c:x val="4.4390243902439023E-4"/>
          <c:y val="1.6655180571276493E-2"/>
        </c:manualLayout>
      </c:layout>
      <c:overlay val="1"/>
    </c:title>
    <c:autoTitleDeleted val="0"/>
    <c:plotArea>
      <c:layout>
        <c:manualLayout>
          <c:layoutTarget val="inner"/>
          <c:xMode val="edge"/>
          <c:yMode val="edge"/>
          <c:x val="0.1739234869015357"/>
          <c:y val="8.8855476195059985E-2"/>
          <c:w val="0.80295971093044283"/>
          <c:h val="0.80099493675759981"/>
        </c:manualLayout>
      </c:layout>
      <c:barChart>
        <c:barDir val="col"/>
        <c:grouping val="stacked"/>
        <c:varyColors val="0"/>
        <c:ser>
          <c:idx val="0"/>
          <c:order val="0"/>
          <c:spPr>
            <a:solidFill>
              <a:schemeClr val="accent1"/>
            </a:solidFill>
          </c:spPr>
          <c:invertIfNegative val="0"/>
          <c:dLbls>
            <c:numFmt formatCode="#,##0.0" sourceLinked="0"/>
            <c:spPr>
              <a:noFill/>
              <a:ln>
                <a:noFill/>
              </a:ln>
              <a:effectLst/>
            </c:spPr>
            <c:txPr>
              <a:bodyPr/>
              <a:lstStyle/>
              <a:p>
                <a:pPr>
                  <a:defRPr sz="1600" b="1">
                    <a:solidFill>
                      <a:schemeClr val="bg1"/>
                    </a:solidFill>
                  </a:defRPr>
                </a:pPr>
                <a:endParaRPr lang="fr-FR"/>
              </a:p>
            </c:txPr>
            <c:dLblPos val="ctr"/>
            <c:showLegendKey val="0"/>
            <c:showVal val="1"/>
            <c:showCatName val="0"/>
            <c:showSerName val="0"/>
            <c:showPercent val="0"/>
            <c:showBubbleSize val="0"/>
            <c:showLeaderLines val="0"/>
            <c:extLst xmlns:mc="http://schemas.openxmlformats.org/markup-compatibility/2006" xmlns:c14="http://schemas.microsoft.com/office/drawing/2007/8/2/chart" xmlns:c15="http://schemas.microsoft.com/office/drawing/2012/chart" xmlns:c16="http://schemas.microsoft.com/office/drawing/2014/chart">
              <c:ext xmlns:c15="http://schemas.microsoft.com/office/drawing/2012/chart" uri="{CE6537A1-D6FC-4f65-9D91-7224C49458BB}">
                <c15:showLeaderLines val="0"/>
              </c:ext>
            </c:extLst>
          </c:dLbls>
          <c:val>
            <c:numRef>
              <c:f>Sheet1!$B$2:$B$5</c:f>
              <c:numCache>
                <c:formatCode>General</c:formatCode>
                <c:ptCount val="4"/>
                <c:pt idx="0">
                  <c:v>4.3</c:v>
                </c:pt>
                <c:pt idx="1">
                  <c:v>2.5</c:v>
                </c:pt>
                <c:pt idx="2">
                  <c:v>3.5</c:v>
                </c:pt>
                <c:pt idx="3">
                  <c:v>3</c:v>
                </c:pt>
              </c:numCache>
            </c:numRef>
          </c:val>
          <c:extLst xmlns:mc="http://schemas.openxmlformats.org/markup-compatibility/2006" xmlns:c14="http://schemas.microsoft.com/office/drawing/2007/8/2/chart" xmlns:c15="http://schemas.microsoft.com/office/drawing/2012/chart" xmlns:c16="http://schemas.microsoft.com/office/drawing/2014/chart">
            <c:ext xmlns:c15="http://schemas.microsoft.com/office/drawing/2012/chart" uri="{02D57815-91ED-43cb-92C2-25804820EDAC}">
              <c15:filteredSeriesTitle>
                <c15:tx>
                  <c:strRef>
                    <c:extLst xmlns:mc="http://schemas.openxmlformats.org/markup-compatibility/2006" xmlns:c14="http://schemas.microsoft.com/office/drawing/2007/8/2/chart" xmlns:c16="http://schemas.microsoft.com/office/drawing/2014/chart">
                      <c:ext uri="{02D57815-91ED-43cb-92C2-25804820EDAC}">
                        <c15:formulaRef>
                          <c15:sqref>Sheet1!$B$1</c15:sqref>
                        </c15:formulaRef>
                      </c:ext>
                    </c:extLst>
                    <c:strCache>
                      <c:ptCount val="1"/>
                      <c:pt idx="0">
                        <c:v>Series 1</c:v>
                      </c:pt>
                    </c:strCache>
                  </c:strRef>
                </c15:tx>
              </c15:filteredSeriesTitle>
            </c:ext>
            <c:ext xmlns:c15="http://schemas.microsoft.com/office/drawing/2012/chart" uri="{02D57815-91ED-43cb-92C2-25804820EDAC}">
              <c15:filteredCategoryTitle>
                <c15:cat>
                  <c:strRef>
                    <c:extLst xmlns:mc="http://schemas.openxmlformats.org/markup-compatibility/2006" xmlns:c14="http://schemas.microsoft.com/office/drawing/2007/8/2/chart" xmlns:c16="http://schemas.microsoft.com/office/drawing/2014/chart">
                      <c:ext uri="{02D57815-91ED-43cb-92C2-25804820EDAC}">
                        <c15:formulaRef>
                          <c15:sqref>Sheet1!$A$2:$A$5</c15:sqref>
                        </c15:formulaRef>
                      </c:ext>
                    </c:extLst>
                    <c:strCache>
                      <c:ptCount val="4"/>
                      <c:pt idx="0">
                        <c:v>Category 1</c:v>
                      </c:pt>
                      <c:pt idx="1">
                        <c:v>Category 2</c:v>
                      </c:pt>
                      <c:pt idx="2">
                        <c:v>Category 3</c:v>
                      </c:pt>
                      <c:pt idx="3">
                        <c:v>Category 4</c:v>
                      </c:pt>
                    </c:strCache>
                  </c:strRef>
                </c15:cat>
              </c15:filteredCategoryTitle>
            </c:ext>
            <c:ext xmlns:c16="http://schemas.microsoft.com/office/drawing/2014/chart" uri="{C3380CC4-5D6E-409C-BE32-E72D297353CC}">
              <c16:uniqueId val="{00000000-12A2-4368-B900-17F48EFFBC7C}"/>
            </c:ext>
          </c:extLst>
        </c:ser>
        <c:ser>
          <c:idx val="1"/>
          <c:order val="1"/>
          <c:spPr>
            <a:solidFill>
              <a:schemeClr val="accent2"/>
            </a:solidFill>
          </c:spPr>
          <c:invertIfNegative val="0"/>
          <c:dLbls>
            <c:numFmt formatCode="#,##0.0" sourceLinked="0"/>
            <c:spPr>
              <a:noFill/>
              <a:ln>
                <a:noFill/>
              </a:ln>
              <a:effectLst/>
            </c:spPr>
            <c:txPr>
              <a:bodyPr/>
              <a:lstStyle/>
              <a:p>
                <a:pPr>
                  <a:defRPr sz="1600" b="1">
                    <a:solidFill>
                      <a:schemeClr val="bg1"/>
                    </a:solidFill>
                  </a:defRPr>
                </a:pPr>
                <a:endParaRPr lang="fr-FR"/>
              </a:p>
            </c:txPr>
            <c:dLblPos val="ctr"/>
            <c:showLegendKey val="0"/>
            <c:showVal val="1"/>
            <c:showCatName val="0"/>
            <c:showSerName val="0"/>
            <c:showPercent val="0"/>
            <c:showBubbleSize val="0"/>
            <c:showLeaderLines val="0"/>
            <c:extLst xmlns:mc="http://schemas.openxmlformats.org/markup-compatibility/2006" xmlns:c14="http://schemas.microsoft.com/office/drawing/2007/8/2/chart" xmlns:c15="http://schemas.microsoft.com/office/drawing/2012/chart" xmlns:c16="http://schemas.microsoft.com/office/drawing/2014/chart">
              <c:ext xmlns:c15="http://schemas.microsoft.com/office/drawing/2012/chart" uri="{CE6537A1-D6FC-4f65-9D91-7224C49458BB}">
                <c15:showLeaderLines val="0"/>
              </c:ext>
            </c:extLst>
          </c:dLbls>
          <c:val>
            <c:numRef>
              <c:f>Sheet1!$C$2:$C$5</c:f>
              <c:numCache>
                <c:formatCode>General</c:formatCode>
                <c:ptCount val="4"/>
                <c:pt idx="0">
                  <c:v>2.4</c:v>
                </c:pt>
                <c:pt idx="1">
                  <c:v>4.4000000000000004</c:v>
                </c:pt>
                <c:pt idx="2">
                  <c:v>1.8</c:v>
                </c:pt>
                <c:pt idx="3">
                  <c:v>2.8</c:v>
                </c:pt>
              </c:numCache>
            </c:numRef>
          </c:val>
          <c:extLst xmlns:mc="http://schemas.openxmlformats.org/markup-compatibility/2006" xmlns:c14="http://schemas.microsoft.com/office/drawing/2007/8/2/chart" xmlns:c15="http://schemas.microsoft.com/office/drawing/2012/chart" xmlns:c16="http://schemas.microsoft.com/office/drawing/2014/chart">
            <c:ext xmlns:c15="http://schemas.microsoft.com/office/drawing/2012/chart" uri="{02D57815-91ED-43cb-92C2-25804820EDAC}">
              <c15:filteredSeriesTitle>
                <c15:tx>
                  <c:strRef>
                    <c:extLst xmlns:mc="http://schemas.openxmlformats.org/markup-compatibility/2006" xmlns:c14="http://schemas.microsoft.com/office/drawing/2007/8/2/chart" xmlns:c16="http://schemas.microsoft.com/office/drawing/2014/chart">
                      <c:ext uri="{02D57815-91ED-43cb-92C2-25804820EDAC}">
                        <c15:formulaRef>
                          <c15:sqref>Sheet1!$C$1</c15:sqref>
                        </c15:formulaRef>
                      </c:ext>
                    </c:extLst>
                    <c:strCache>
                      <c:ptCount val="1"/>
                      <c:pt idx="0">
                        <c:v>Series 2</c:v>
                      </c:pt>
                    </c:strCache>
                  </c:strRef>
                </c15:tx>
              </c15:filteredSeriesTitle>
            </c:ext>
            <c:ext xmlns:c15="http://schemas.microsoft.com/office/drawing/2012/chart" uri="{02D57815-91ED-43cb-92C2-25804820EDAC}">
              <c15:filteredCategoryTitle>
                <c15:cat>
                  <c:strRef>
                    <c:extLst xmlns:mc="http://schemas.openxmlformats.org/markup-compatibility/2006" xmlns:c14="http://schemas.microsoft.com/office/drawing/2007/8/2/chart" xmlns:c16="http://schemas.microsoft.com/office/drawing/2014/chart">
                      <c:ext uri="{02D57815-91ED-43cb-92C2-25804820EDAC}">
                        <c15:formulaRef>
                          <c15:sqref>Sheet1!$A$2:$A$5</c15:sqref>
                        </c15:formulaRef>
                      </c:ext>
                    </c:extLst>
                    <c:strCache>
                      <c:ptCount val="4"/>
                      <c:pt idx="0">
                        <c:v>Category 1</c:v>
                      </c:pt>
                      <c:pt idx="1">
                        <c:v>Category 2</c:v>
                      </c:pt>
                      <c:pt idx="2">
                        <c:v>Category 3</c:v>
                      </c:pt>
                      <c:pt idx="3">
                        <c:v>Category 4</c:v>
                      </c:pt>
                    </c:strCache>
                  </c:strRef>
                </c15:cat>
              </c15:filteredCategoryTitle>
            </c:ext>
            <c:ext xmlns:c16="http://schemas.microsoft.com/office/drawing/2014/chart" uri="{C3380CC4-5D6E-409C-BE32-E72D297353CC}">
              <c16:uniqueId val="{00000001-12A2-4368-B900-17F48EFFBC7C}"/>
            </c:ext>
          </c:extLst>
        </c:ser>
        <c:ser>
          <c:idx val="2"/>
          <c:order val="2"/>
          <c:spPr>
            <a:solidFill>
              <a:schemeClr val="accent3"/>
            </a:solidFill>
          </c:spPr>
          <c:invertIfNegative val="0"/>
          <c:dLbls>
            <c:numFmt formatCode="#,##0.0" sourceLinked="0"/>
            <c:spPr>
              <a:noFill/>
              <a:ln>
                <a:noFill/>
              </a:ln>
              <a:effectLst/>
            </c:spPr>
            <c:txPr>
              <a:bodyPr/>
              <a:lstStyle/>
              <a:p>
                <a:pPr>
                  <a:defRPr sz="1600" b="1">
                    <a:solidFill>
                      <a:schemeClr val="bg1"/>
                    </a:solidFill>
                  </a:defRPr>
                </a:pPr>
                <a:endParaRPr lang="fr-FR"/>
              </a:p>
            </c:txPr>
            <c:dLblPos val="ctr"/>
            <c:showLegendKey val="0"/>
            <c:showVal val="1"/>
            <c:showCatName val="0"/>
            <c:showSerName val="0"/>
            <c:showPercent val="0"/>
            <c:showBubbleSize val="0"/>
            <c:showLeaderLines val="0"/>
            <c:extLst xmlns:mc="http://schemas.openxmlformats.org/markup-compatibility/2006" xmlns:c14="http://schemas.microsoft.com/office/drawing/2007/8/2/chart" xmlns:c15="http://schemas.microsoft.com/office/drawing/2012/chart" xmlns:c16="http://schemas.microsoft.com/office/drawing/2014/chart">
              <c:ext xmlns:c15="http://schemas.microsoft.com/office/drawing/2012/chart" uri="{CE6537A1-D6FC-4f65-9D91-7224C49458BB}">
                <c15:showLeaderLines val="0"/>
              </c:ext>
            </c:extLst>
          </c:dLbls>
          <c:val>
            <c:numRef>
              <c:f>Sheet1!$D$2:$D$5</c:f>
              <c:numCache>
                <c:formatCode>General</c:formatCode>
                <c:ptCount val="4"/>
                <c:pt idx="0">
                  <c:v>2</c:v>
                </c:pt>
                <c:pt idx="1">
                  <c:v>2</c:v>
                </c:pt>
                <c:pt idx="2">
                  <c:v>3</c:v>
                </c:pt>
                <c:pt idx="3">
                  <c:v>5</c:v>
                </c:pt>
              </c:numCache>
            </c:numRef>
          </c:val>
          <c:extLst xmlns:mc="http://schemas.openxmlformats.org/markup-compatibility/2006" xmlns:c14="http://schemas.microsoft.com/office/drawing/2007/8/2/chart" xmlns:c15="http://schemas.microsoft.com/office/drawing/2012/chart" xmlns:c16="http://schemas.microsoft.com/office/drawing/2014/chart">
            <c:ext xmlns:c15="http://schemas.microsoft.com/office/drawing/2012/chart" uri="{02D57815-91ED-43cb-92C2-25804820EDAC}">
              <c15:filteredSeriesTitle>
                <c15:tx>
                  <c:strRef>
                    <c:extLst xmlns:mc="http://schemas.openxmlformats.org/markup-compatibility/2006" xmlns:c14="http://schemas.microsoft.com/office/drawing/2007/8/2/chart" xmlns:c16="http://schemas.microsoft.com/office/drawing/2014/chart">
                      <c:ext uri="{02D57815-91ED-43cb-92C2-25804820EDAC}">
                        <c15:formulaRef>
                          <c15:sqref>Sheet1!$D$1</c15:sqref>
                        </c15:formulaRef>
                      </c:ext>
                    </c:extLst>
                    <c:strCache>
                      <c:ptCount val="1"/>
                      <c:pt idx="0">
                        <c:v>Series 3</c:v>
                      </c:pt>
                    </c:strCache>
                  </c:strRef>
                </c15:tx>
              </c15:filteredSeriesTitle>
            </c:ext>
            <c:ext xmlns:c15="http://schemas.microsoft.com/office/drawing/2012/chart" uri="{02D57815-91ED-43cb-92C2-25804820EDAC}">
              <c15:filteredCategoryTitle>
                <c15:cat>
                  <c:strRef>
                    <c:extLst xmlns:mc="http://schemas.openxmlformats.org/markup-compatibility/2006" xmlns:c14="http://schemas.microsoft.com/office/drawing/2007/8/2/chart" xmlns:c16="http://schemas.microsoft.com/office/drawing/2014/chart">
                      <c:ext uri="{02D57815-91ED-43cb-92C2-25804820EDAC}">
                        <c15:formulaRef>
                          <c15:sqref>Sheet1!$A$2:$A$5</c15:sqref>
                        </c15:formulaRef>
                      </c:ext>
                    </c:extLst>
                    <c:strCache>
                      <c:ptCount val="4"/>
                      <c:pt idx="0">
                        <c:v>Category 1</c:v>
                      </c:pt>
                      <c:pt idx="1">
                        <c:v>Category 2</c:v>
                      </c:pt>
                      <c:pt idx="2">
                        <c:v>Category 3</c:v>
                      </c:pt>
                      <c:pt idx="3">
                        <c:v>Category 4</c:v>
                      </c:pt>
                    </c:strCache>
                  </c:strRef>
                </c15:cat>
              </c15:filteredCategoryTitle>
            </c:ext>
            <c:ext xmlns:c16="http://schemas.microsoft.com/office/drawing/2014/chart" uri="{C3380CC4-5D6E-409C-BE32-E72D297353CC}">
              <c16:uniqueId val="{00000002-12A2-4368-B900-17F48EFFBC7C}"/>
            </c:ext>
          </c:extLst>
        </c:ser>
        <c:ser>
          <c:idx val="3"/>
          <c:order val="3"/>
          <c:spPr>
            <a:solidFill>
              <a:schemeClr val="accent4"/>
            </a:solidFill>
          </c:spPr>
          <c:invertIfNegative val="0"/>
          <c:dLbls>
            <c:numFmt formatCode="#,##0.0" sourceLinked="0"/>
            <c:spPr>
              <a:noFill/>
              <a:ln>
                <a:noFill/>
              </a:ln>
              <a:effectLst/>
            </c:spPr>
            <c:txPr>
              <a:bodyPr/>
              <a:lstStyle/>
              <a:p>
                <a:pPr>
                  <a:defRPr sz="1600" b="1">
                    <a:solidFill>
                      <a:schemeClr val="bg1"/>
                    </a:solidFill>
                  </a:defRPr>
                </a:pPr>
                <a:endParaRPr lang="fr-FR"/>
              </a:p>
            </c:txPr>
            <c:dLblPos val="ctr"/>
            <c:showLegendKey val="0"/>
            <c:showVal val="1"/>
            <c:showCatName val="0"/>
            <c:showSerName val="0"/>
            <c:showPercent val="0"/>
            <c:showBubbleSize val="0"/>
            <c:showLeaderLines val="0"/>
            <c:extLst xmlns:mc="http://schemas.openxmlformats.org/markup-compatibility/2006" xmlns:c14="http://schemas.microsoft.com/office/drawing/2007/8/2/chart" xmlns:c15="http://schemas.microsoft.com/office/drawing/2012/chart" xmlns:c16="http://schemas.microsoft.com/office/drawing/2014/chart">
              <c:ext xmlns:c15="http://schemas.microsoft.com/office/drawing/2012/chart" uri="{CE6537A1-D6FC-4f65-9D91-7224C49458BB}">
                <c15:showLeaderLines val="0"/>
              </c:ext>
            </c:extLst>
          </c:dLbls>
          <c:val>
            <c:numRef>
              <c:f>Sheet1!$E$2:$E$5</c:f>
              <c:numCache>
                <c:formatCode>General</c:formatCode>
                <c:ptCount val="4"/>
                <c:pt idx="0">
                  <c:v>1.9</c:v>
                </c:pt>
                <c:pt idx="1">
                  <c:v>2</c:v>
                </c:pt>
                <c:pt idx="2">
                  <c:v>3</c:v>
                </c:pt>
                <c:pt idx="3">
                  <c:v>2</c:v>
                </c:pt>
              </c:numCache>
            </c:numRef>
          </c:val>
          <c:extLst xmlns:mc="http://schemas.openxmlformats.org/markup-compatibility/2006" xmlns:c14="http://schemas.microsoft.com/office/drawing/2007/8/2/chart" xmlns:c15="http://schemas.microsoft.com/office/drawing/2012/chart" xmlns:c16="http://schemas.microsoft.com/office/drawing/2014/chart">
            <c:ext xmlns:c15="http://schemas.microsoft.com/office/drawing/2012/chart" uri="{02D57815-91ED-43cb-92C2-25804820EDAC}">
              <c15:filteredSeriesTitle>
                <c15:tx>
                  <c:strRef>
                    <c:extLst xmlns:mc="http://schemas.openxmlformats.org/markup-compatibility/2006" xmlns:c14="http://schemas.microsoft.com/office/drawing/2007/8/2/chart" xmlns:c16="http://schemas.microsoft.com/office/drawing/2014/chart">
                      <c:ext uri="{02D57815-91ED-43cb-92C2-25804820EDAC}">
                        <c15:formulaRef>
                          <c15:sqref>Sheet1!$E$1</c15:sqref>
                        </c15:formulaRef>
                      </c:ext>
                    </c:extLst>
                    <c:strCache>
                      <c:ptCount val="1"/>
                      <c:pt idx="0">
                        <c:v>Series 4</c:v>
                      </c:pt>
                    </c:strCache>
                  </c:strRef>
                </c15:tx>
              </c15:filteredSeriesTitle>
            </c:ext>
            <c:ext xmlns:c15="http://schemas.microsoft.com/office/drawing/2012/chart" uri="{02D57815-91ED-43cb-92C2-25804820EDAC}">
              <c15:filteredCategoryTitle>
                <c15:cat>
                  <c:strRef>
                    <c:extLst xmlns:mc="http://schemas.openxmlformats.org/markup-compatibility/2006" xmlns:c14="http://schemas.microsoft.com/office/drawing/2007/8/2/chart" xmlns:c16="http://schemas.microsoft.com/office/drawing/2014/chart">
                      <c:ext uri="{02D57815-91ED-43cb-92C2-25804820EDAC}">
                        <c15:formulaRef>
                          <c15:sqref>Sheet1!$A$2:$A$5</c15:sqref>
                        </c15:formulaRef>
                      </c:ext>
                    </c:extLst>
                    <c:strCache>
                      <c:ptCount val="4"/>
                      <c:pt idx="0">
                        <c:v>Category 1</c:v>
                      </c:pt>
                      <c:pt idx="1">
                        <c:v>Category 2</c:v>
                      </c:pt>
                      <c:pt idx="2">
                        <c:v>Category 3</c:v>
                      </c:pt>
                      <c:pt idx="3">
                        <c:v>Category 4</c:v>
                      </c:pt>
                    </c:strCache>
                  </c:strRef>
                </c15:cat>
              </c15:filteredCategoryTitle>
            </c:ext>
            <c:ext xmlns:c16="http://schemas.microsoft.com/office/drawing/2014/chart" uri="{C3380CC4-5D6E-409C-BE32-E72D297353CC}">
              <c16:uniqueId val="{00000003-12A2-4368-B900-17F48EFFBC7C}"/>
            </c:ext>
          </c:extLst>
        </c:ser>
        <c:ser>
          <c:idx val="4"/>
          <c:order val="4"/>
          <c:spPr>
            <a:solidFill>
              <a:schemeClr val="accent5"/>
            </a:solidFill>
          </c:spPr>
          <c:invertIfNegative val="0"/>
          <c:dLbls>
            <c:numFmt formatCode="#,##0.0" sourceLinked="0"/>
            <c:spPr>
              <a:noFill/>
              <a:ln>
                <a:noFill/>
              </a:ln>
              <a:effectLst/>
            </c:spPr>
            <c:txPr>
              <a:bodyPr/>
              <a:lstStyle/>
              <a:p>
                <a:pPr>
                  <a:defRPr sz="1600" b="1">
                    <a:solidFill>
                      <a:schemeClr val="tx2"/>
                    </a:solidFill>
                  </a:defRPr>
                </a:pPr>
                <a:endParaRPr lang="fr-FR"/>
              </a:p>
            </c:txPr>
            <c:dLblPos val="ctr"/>
            <c:showLegendKey val="0"/>
            <c:showVal val="1"/>
            <c:showCatName val="0"/>
            <c:showSerName val="0"/>
            <c:showPercent val="0"/>
            <c:showBubbleSize val="0"/>
            <c:showLeaderLines val="0"/>
            <c:extLst xmlns:mc="http://schemas.openxmlformats.org/markup-compatibility/2006" xmlns:c14="http://schemas.microsoft.com/office/drawing/2007/8/2/chart" xmlns:c15="http://schemas.microsoft.com/office/drawing/2012/chart" xmlns:c16="http://schemas.microsoft.com/office/drawing/2014/chart">
              <c:ext xmlns:c15="http://schemas.microsoft.com/office/drawing/2012/chart" uri="{CE6537A1-D6FC-4f65-9D91-7224C49458BB}">
                <c15:showLeaderLines val="1"/>
              </c:ext>
            </c:extLst>
          </c:dLbls>
          <c:val>
            <c:numRef>
              <c:f>Sheet1!$F$2:$F$5</c:f>
              <c:numCache>
                <c:formatCode>General</c:formatCode>
                <c:ptCount val="4"/>
                <c:pt idx="0">
                  <c:v>1.4</c:v>
                </c:pt>
                <c:pt idx="1">
                  <c:v>2.2000000000000002</c:v>
                </c:pt>
                <c:pt idx="2">
                  <c:v>1</c:v>
                </c:pt>
                <c:pt idx="3">
                  <c:v>2.8</c:v>
                </c:pt>
              </c:numCache>
            </c:numRef>
          </c:val>
          <c:extLst xmlns:mc="http://schemas.openxmlformats.org/markup-compatibility/2006" xmlns:c14="http://schemas.microsoft.com/office/drawing/2007/8/2/chart" xmlns:c15="http://schemas.microsoft.com/office/drawing/2012/chart" xmlns:c16="http://schemas.microsoft.com/office/drawing/2014/chart">
            <c:ext xmlns:c15="http://schemas.microsoft.com/office/drawing/2012/chart" uri="{02D57815-91ED-43cb-92C2-25804820EDAC}">
              <c15:filteredSeriesTitle>
                <c15:tx>
                  <c:strRef>
                    <c:extLst xmlns:mc="http://schemas.openxmlformats.org/markup-compatibility/2006" xmlns:c14="http://schemas.microsoft.com/office/drawing/2007/8/2/chart" xmlns:c16="http://schemas.microsoft.com/office/drawing/2014/chart">
                      <c:ext uri="{02D57815-91ED-43cb-92C2-25804820EDAC}">
                        <c15:formulaRef>
                          <c15:sqref>Sheet1!$F$1</c15:sqref>
                        </c15:formulaRef>
                      </c:ext>
                    </c:extLst>
                    <c:strCache>
                      <c:ptCount val="1"/>
                      <c:pt idx="0">
                        <c:v>Series 5</c:v>
                      </c:pt>
                    </c:strCache>
                  </c:strRef>
                </c15:tx>
              </c15:filteredSeriesTitle>
            </c:ext>
            <c:ext xmlns:c15="http://schemas.microsoft.com/office/drawing/2012/chart" uri="{02D57815-91ED-43cb-92C2-25804820EDAC}">
              <c15:filteredCategoryTitle>
                <c15:cat>
                  <c:strRef>
                    <c:extLst xmlns:mc="http://schemas.openxmlformats.org/markup-compatibility/2006" xmlns:c14="http://schemas.microsoft.com/office/drawing/2007/8/2/chart" xmlns:c16="http://schemas.microsoft.com/office/drawing/2014/chart">
                      <c:ext uri="{02D57815-91ED-43cb-92C2-25804820EDAC}">
                        <c15:formulaRef>
                          <c15:sqref>Sheet1!$A$2:$A$5</c15:sqref>
                        </c15:formulaRef>
                      </c:ext>
                    </c:extLst>
                    <c:strCache>
                      <c:ptCount val="4"/>
                      <c:pt idx="0">
                        <c:v>Category 1</c:v>
                      </c:pt>
                      <c:pt idx="1">
                        <c:v>Category 2</c:v>
                      </c:pt>
                      <c:pt idx="2">
                        <c:v>Category 3</c:v>
                      </c:pt>
                      <c:pt idx="3">
                        <c:v>Category 4</c:v>
                      </c:pt>
                    </c:strCache>
                  </c:strRef>
                </c15:cat>
              </c15:filteredCategoryTitle>
            </c:ext>
            <c:ext xmlns:c16="http://schemas.microsoft.com/office/drawing/2014/chart" uri="{C3380CC4-5D6E-409C-BE32-E72D297353CC}">
              <c16:uniqueId val="{00000000-233D-40FD-BFF5-F94AE3FC44CD}"/>
            </c:ext>
          </c:extLst>
        </c:ser>
        <c:ser>
          <c:idx val="5"/>
          <c:order val="5"/>
          <c:spPr>
            <a:solidFill>
              <a:schemeClr val="accent6"/>
            </a:solidFill>
          </c:spPr>
          <c:invertIfNegative val="0"/>
          <c:dLbls>
            <c:numFmt formatCode="#,##0.0" sourceLinked="0"/>
            <c:spPr>
              <a:noFill/>
              <a:ln>
                <a:noFill/>
              </a:ln>
              <a:effectLst/>
            </c:spPr>
            <c:txPr>
              <a:bodyPr/>
              <a:lstStyle/>
              <a:p>
                <a:pPr>
                  <a:defRPr sz="1600" b="1">
                    <a:solidFill>
                      <a:schemeClr val="tx2"/>
                    </a:solidFill>
                  </a:defRPr>
                </a:pPr>
                <a:endParaRPr lang="fr-FR"/>
              </a:p>
            </c:txPr>
            <c:dLblPos val="ctr"/>
            <c:showLegendKey val="0"/>
            <c:showVal val="1"/>
            <c:showCatName val="0"/>
            <c:showSerName val="0"/>
            <c:showPercent val="0"/>
            <c:showBubbleSize val="0"/>
            <c:showLeaderLines val="0"/>
            <c:extLst xmlns:mc="http://schemas.openxmlformats.org/markup-compatibility/2006" xmlns:c14="http://schemas.microsoft.com/office/drawing/2007/8/2/chart" xmlns:c15="http://schemas.microsoft.com/office/drawing/2012/chart" xmlns:c16="http://schemas.microsoft.com/office/drawing/2014/chart">
              <c:ext xmlns:c15="http://schemas.microsoft.com/office/drawing/2012/chart" uri="{CE6537A1-D6FC-4f65-9D91-7224C49458BB}">
                <c15:showLeaderLines val="1"/>
              </c:ext>
            </c:extLst>
          </c:dLbls>
          <c:val>
            <c:numRef>
              <c:f>Sheet1!$G$2:$G$5</c:f>
              <c:numCache>
                <c:formatCode>General</c:formatCode>
                <c:ptCount val="4"/>
                <c:pt idx="0">
                  <c:v>1.9</c:v>
                </c:pt>
                <c:pt idx="1">
                  <c:v>2</c:v>
                </c:pt>
                <c:pt idx="2">
                  <c:v>3</c:v>
                </c:pt>
                <c:pt idx="3">
                  <c:v>2</c:v>
                </c:pt>
              </c:numCache>
            </c:numRef>
          </c:val>
          <c:extLst xmlns:mc="http://schemas.openxmlformats.org/markup-compatibility/2006" xmlns:c14="http://schemas.microsoft.com/office/drawing/2007/8/2/chart" xmlns:c15="http://schemas.microsoft.com/office/drawing/2012/chart" xmlns:c16="http://schemas.microsoft.com/office/drawing/2014/chart">
            <c:ext xmlns:c15="http://schemas.microsoft.com/office/drawing/2012/chart" uri="{02D57815-91ED-43cb-92C2-25804820EDAC}">
              <c15:filteredSeriesTitle>
                <c15:tx>
                  <c:strRef>
                    <c:extLst xmlns:mc="http://schemas.openxmlformats.org/markup-compatibility/2006" xmlns:c14="http://schemas.microsoft.com/office/drawing/2007/8/2/chart" xmlns:c16="http://schemas.microsoft.com/office/drawing/2014/chart">
                      <c:ext uri="{02D57815-91ED-43cb-92C2-25804820EDAC}">
                        <c15:formulaRef>
                          <c15:sqref>Sheet1!$G$1</c15:sqref>
                        </c15:formulaRef>
                      </c:ext>
                    </c:extLst>
                    <c:strCache>
                      <c:ptCount val="1"/>
                      <c:pt idx="0">
                        <c:v>Series 6</c:v>
                      </c:pt>
                    </c:strCache>
                  </c:strRef>
                </c15:tx>
              </c15:filteredSeriesTitle>
            </c:ext>
            <c:ext xmlns:c15="http://schemas.microsoft.com/office/drawing/2012/chart" uri="{02D57815-91ED-43cb-92C2-25804820EDAC}">
              <c15:filteredCategoryTitle>
                <c15:cat>
                  <c:strRef>
                    <c:extLst xmlns:mc="http://schemas.openxmlformats.org/markup-compatibility/2006" xmlns:c14="http://schemas.microsoft.com/office/drawing/2007/8/2/chart" xmlns:c16="http://schemas.microsoft.com/office/drawing/2014/chart">
                      <c:ext uri="{02D57815-91ED-43cb-92C2-25804820EDAC}">
                        <c15:formulaRef>
                          <c15:sqref>Sheet1!$A$2:$A$5</c15:sqref>
                        </c15:formulaRef>
                      </c:ext>
                    </c:extLst>
                    <c:strCache>
                      <c:ptCount val="4"/>
                      <c:pt idx="0">
                        <c:v>Category 1</c:v>
                      </c:pt>
                      <c:pt idx="1">
                        <c:v>Category 2</c:v>
                      </c:pt>
                      <c:pt idx="2">
                        <c:v>Category 3</c:v>
                      </c:pt>
                      <c:pt idx="3">
                        <c:v>Category 4</c:v>
                      </c:pt>
                    </c:strCache>
                  </c:strRef>
                </c15:cat>
              </c15:filteredCategoryTitle>
            </c:ext>
            <c:ext xmlns:c16="http://schemas.microsoft.com/office/drawing/2014/chart" uri="{C3380CC4-5D6E-409C-BE32-E72D297353CC}">
              <c16:uniqueId val="{00000001-233D-40FD-BFF5-F94AE3FC44CD}"/>
            </c:ext>
          </c:extLst>
        </c:ser>
        <c:dLbls>
          <c:showLegendKey val="0"/>
          <c:showVal val="0"/>
          <c:showCatName val="0"/>
          <c:showSerName val="0"/>
          <c:showPercent val="0"/>
          <c:showBubbleSize val="0"/>
        </c:dLbls>
        <c:gapWidth val="95"/>
        <c:overlap val="100"/>
        <c:axId val="344797952"/>
        <c:axId val="344799488"/>
      </c:barChart>
      <c:catAx>
        <c:axId val="344797952"/>
        <c:scaling>
          <c:orientation val="minMax"/>
        </c:scaling>
        <c:delete val="0"/>
        <c:axPos val="b"/>
        <c:numFmt formatCode="General" sourceLinked="0"/>
        <c:majorTickMark val="none"/>
        <c:minorTickMark val="none"/>
        <c:tickLblPos val="nextTo"/>
        <c:spPr>
          <a:ln>
            <a:solidFill>
              <a:schemeClr val="accent4"/>
            </a:solidFill>
          </a:ln>
        </c:spPr>
        <c:txPr>
          <a:bodyPr/>
          <a:lstStyle/>
          <a:p>
            <a:pPr>
              <a:defRPr lang="en-CA" sz="1600" noProof="0">
                <a:solidFill>
                  <a:schemeClr val="accent3"/>
                </a:solidFill>
              </a:defRPr>
            </a:pPr>
            <a:endParaRPr lang="fr-FR"/>
          </a:p>
        </c:txPr>
        <c:crossAx val="344799488"/>
        <c:crosses val="autoZero"/>
        <c:auto val="1"/>
        <c:lblAlgn val="ctr"/>
        <c:lblOffset val="100"/>
        <c:noMultiLvlLbl val="0"/>
      </c:catAx>
      <c:valAx>
        <c:axId val="344799488"/>
        <c:scaling>
          <c:orientation val="minMax"/>
        </c:scaling>
        <c:delete val="1"/>
        <c:axPos val="l"/>
        <c:numFmt formatCode="General" sourceLinked="1"/>
        <c:majorTickMark val="out"/>
        <c:minorTickMark val="none"/>
        <c:tickLblPos val="none"/>
        <c:crossAx val="344797952"/>
        <c:crosses val="autoZero"/>
        <c:crossBetween val="between"/>
      </c:valAx>
    </c:plotArea>
    <c:plotVisOnly val="1"/>
    <c:dispBlanksAs val="gap"/>
    <c:showDLblsOverMax val="0"/>
  </c:chart>
  <c:txPr>
    <a:bodyPr/>
    <a:lstStyle/>
    <a:p>
      <a:pPr>
        <a:defRPr lang="en-CA" sz="1800" noProof="0"/>
      </a:pPr>
      <a:endParaRPr lang="fr-F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CA" sz="2000" b="0" i="0" u="none" strike="noStrike" kern="1200" spc="0" baseline="0" noProof="0">
                <a:solidFill>
                  <a:schemeClr val="accent1"/>
                </a:solidFill>
                <a:latin typeface="+mn-lt"/>
                <a:ea typeface="+mn-ea"/>
                <a:cs typeface="+mn-cs"/>
              </a:defRPr>
            </a:pPr>
            <a:r>
              <a:rPr lang="en-CA" sz="2000" b="0" noProof="0" dirty="0">
                <a:solidFill>
                  <a:schemeClr val="accent1"/>
                </a:solidFill>
              </a:rPr>
              <a:t>Chart title</a:t>
            </a:r>
          </a:p>
        </c:rich>
      </c:tx>
      <c:layout>
        <c:manualLayout>
          <c:xMode val="edge"/>
          <c:yMode val="edge"/>
          <c:x val="2.9222742225929146E-2"/>
          <c:y val="2.7127842843066283E-2"/>
        </c:manualLayout>
      </c:layout>
      <c:overlay val="0"/>
      <c:spPr>
        <a:noFill/>
        <a:ln>
          <a:noFill/>
        </a:ln>
        <a:effectLst/>
      </c:spPr>
      <c:txPr>
        <a:bodyPr rot="0" spcFirstLastPara="1" vertOverflow="ellipsis" vert="horz" wrap="square" anchor="ctr" anchorCtr="1"/>
        <a:lstStyle/>
        <a:p>
          <a:pPr>
            <a:defRPr lang="en-CA" sz="2000" b="0" i="0" u="none" strike="noStrike" kern="1200" spc="0" baseline="0" noProof="0">
              <a:solidFill>
                <a:schemeClr val="accent1"/>
              </a:solidFill>
              <a:latin typeface="+mn-lt"/>
              <a:ea typeface="+mn-ea"/>
              <a:cs typeface="+mn-cs"/>
            </a:defRPr>
          </a:pPr>
          <a:endParaRPr lang="fr-FR"/>
        </a:p>
      </c:txPr>
    </c:title>
    <c:autoTitleDeleted val="0"/>
    <c:plotArea>
      <c:layout>
        <c:manualLayout>
          <c:layoutTarget val="inner"/>
          <c:xMode val="edge"/>
          <c:yMode val="edge"/>
          <c:x val="3.3553415301191727E-2"/>
          <c:y val="0.26798485198344046"/>
          <c:w val="0.94009154074696877"/>
          <c:h val="0.62335211705044735"/>
        </c:manualLayout>
      </c:layout>
      <c:barChart>
        <c:barDir val="col"/>
        <c:grouping val="clustered"/>
        <c:varyColors val="0"/>
        <c:ser>
          <c:idx val="0"/>
          <c:order val="0"/>
          <c:tx>
            <c:strRef>
              <c:f>Feuil1!$B$1</c:f>
              <c:strCache>
                <c:ptCount val="1"/>
                <c:pt idx="0">
                  <c:v>Q1</c:v>
                </c:pt>
              </c:strCache>
            </c:strRef>
          </c:tx>
          <c:spPr>
            <a:solidFill>
              <a:schemeClr val="accent1"/>
            </a:solidFill>
            <a:ln w="6350">
              <a:noFill/>
            </a:ln>
            <a:effectLst/>
          </c:spPr>
          <c:invertIfNegative val="0"/>
          <c:dPt>
            <c:idx val="0"/>
            <c:invertIfNegative val="0"/>
            <c:bubble3D val="0"/>
            <c:extLst xmlns:mc="http://schemas.openxmlformats.org/markup-compatibility/2006" xmlns:c14="http://schemas.microsoft.com/office/drawing/2007/8/2/chart" xmlns:c16="http://schemas.microsoft.com/office/drawing/2014/chart" xmlns:c15="http://schemas.microsoft.com/office/drawing/2012/chart">
              <c:ext xmlns:c16="http://schemas.microsoft.com/office/drawing/2014/chart" uri="{C3380CC4-5D6E-409C-BE32-E72D297353CC}">
                <c16:uniqueId val="{00000001-43E3-4A50-97DF-B62D945AE93D}"/>
              </c:ext>
            </c:extLst>
          </c:dPt>
          <c:dPt>
            <c:idx val="1"/>
            <c:invertIfNegative val="0"/>
            <c:bubble3D val="0"/>
            <c:extLst xmlns:mc="http://schemas.openxmlformats.org/markup-compatibility/2006" xmlns:c14="http://schemas.microsoft.com/office/drawing/2007/8/2/chart" xmlns:c16="http://schemas.microsoft.com/office/drawing/2014/chart" xmlns:c15="http://schemas.microsoft.com/office/drawing/2012/chart">
              <c:ext xmlns:c16="http://schemas.microsoft.com/office/drawing/2014/chart" uri="{C3380CC4-5D6E-409C-BE32-E72D297353CC}">
                <c16:uniqueId val="{00000003-43E3-4A50-97DF-B62D945AE93D}"/>
              </c:ext>
            </c:extLst>
          </c:dPt>
          <c:dPt>
            <c:idx val="2"/>
            <c:invertIfNegative val="0"/>
            <c:bubble3D val="0"/>
            <c:extLst xmlns:mc="http://schemas.openxmlformats.org/markup-compatibility/2006" xmlns:c14="http://schemas.microsoft.com/office/drawing/2007/8/2/chart" xmlns:c16="http://schemas.microsoft.com/office/drawing/2014/chart" xmlns:c15="http://schemas.microsoft.com/office/drawing/2012/chart">
              <c:ext xmlns:c16="http://schemas.microsoft.com/office/drawing/2014/chart" uri="{C3380CC4-5D6E-409C-BE32-E72D297353CC}">
                <c16:uniqueId val="{00000005-43E3-4A50-97DF-B62D945AE93D}"/>
              </c:ext>
            </c:extLst>
          </c:dPt>
          <c:dPt>
            <c:idx val="3"/>
            <c:invertIfNegative val="0"/>
            <c:bubble3D val="0"/>
            <c:extLst xmlns:mc="http://schemas.openxmlformats.org/markup-compatibility/2006" xmlns:c14="http://schemas.microsoft.com/office/drawing/2007/8/2/chart" xmlns:c16="http://schemas.microsoft.com/office/drawing/2014/chart" xmlns:c15="http://schemas.microsoft.com/office/drawing/2012/chart">
              <c:ext xmlns:c16="http://schemas.microsoft.com/office/drawing/2014/chart" uri="{C3380CC4-5D6E-409C-BE32-E72D297353CC}">
                <c16:uniqueId val="{00000007-43E3-4A50-97DF-B62D945AE93D}"/>
              </c:ext>
            </c:extLst>
          </c:dPt>
          <c:dPt>
            <c:idx val="4"/>
            <c:invertIfNegative val="0"/>
            <c:bubble3D val="0"/>
            <c:extLst xmlns:mc="http://schemas.openxmlformats.org/markup-compatibility/2006" xmlns:c14="http://schemas.microsoft.com/office/drawing/2007/8/2/chart" xmlns:c16="http://schemas.microsoft.com/office/drawing/2014/chart" xmlns:c15="http://schemas.microsoft.com/office/drawing/2012/chart">
              <c:ext xmlns:c16="http://schemas.microsoft.com/office/drawing/2014/chart" uri="{C3380CC4-5D6E-409C-BE32-E72D297353CC}">
                <c16:uniqueId val="{00000009-43E3-4A50-97DF-B62D945AE93D}"/>
              </c:ext>
            </c:extLst>
          </c:dPt>
          <c:dLbls>
            <c:numFmt formatCode="#,##0.0" sourceLinked="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fr-FR"/>
              </a:p>
            </c:txPr>
            <c:dLblPos val="inEnd"/>
            <c:showLegendKey val="0"/>
            <c:showVal val="1"/>
            <c:showCatName val="0"/>
            <c:showSerName val="0"/>
            <c:showPercent val="0"/>
            <c:showBubbleSize val="0"/>
            <c:showLeaderLines val="0"/>
            <c:extLst xmlns:mc="http://schemas.openxmlformats.org/markup-compatibility/2006" xmlns:c14="http://schemas.microsoft.com/office/drawing/2007/8/2/chart" xmlns:c16="http://schemas.microsoft.com/office/drawing/2014/char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Feuil1!$A$2:$A$6</c:f>
              <c:strCache>
                <c:ptCount val="5"/>
                <c:pt idx="0">
                  <c:v>Category A</c:v>
                </c:pt>
                <c:pt idx="1">
                  <c:v>Category B</c:v>
                </c:pt>
                <c:pt idx="2">
                  <c:v>Category C</c:v>
                </c:pt>
                <c:pt idx="3">
                  <c:v>Category D</c:v>
                </c:pt>
                <c:pt idx="4">
                  <c:v>Category E</c:v>
                </c:pt>
              </c:strCache>
            </c:strRef>
          </c:cat>
          <c:val>
            <c:numRef>
              <c:f>Feuil1!$B$2:$B$6</c:f>
              <c:numCache>
                <c:formatCode>General</c:formatCode>
                <c:ptCount val="5"/>
                <c:pt idx="0">
                  <c:v>8.1999999999999993</c:v>
                </c:pt>
                <c:pt idx="1">
                  <c:v>3.2</c:v>
                </c:pt>
                <c:pt idx="2">
                  <c:v>1.4</c:v>
                </c:pt>
                <c:pt idx="3">
                  <c:v>1.2</c:v>
                </c:pt>
                <c:pt idx="4">
                  <c:v>4</c:v>
                </c:pt>
              </c:numCache>
            </c:numRef>
          </c:val>
          <c:extLst xmlns:mc="http://schemas.openxmlformats.org/markup-compatibility/2006" xmlns:c14="http://schemas.microsoft.com/office/drawing/2007/8/2/chart" xmlns:c16="http://schemas.microsoft.com/office/drawing/2014/chart" xmlns:c15="http://schemas.microsoft.com/office/drawing/2012/chart">
            <c:ext xmlns:c16="http://schemas.microsoft.com/office/drawing/2014/chart" uri="{C3380CC4-5D6E-409C-BE32-E72D297353CC}">
              <c16:uniqueId val="{0000000A-43E3-4A50-97DF-B62D945AE93D}"/>
            </c:ext>
          </c:extLst>
        </c:ser>
        <c:ser>
          <c:idx val="1"/>
          <c:order val="1"/>
          <c:tx>
            <c:strRef>
              <c:f>Feuil1!$C$1</c:f>
              <c:strCache>
                <c:ptCount val="1"/>
                <c:pt idx="0">
                  <c:v>Q2</c:v>
                </c:pt>
              </c:strCache>
            </c:strRef>
          </c:tx>
          <c:spPr>
            <a:solidFill>
              <a:schemeClr val="accent2"/>
            </a:solidFill>
            <a:ln w="6350">
              <a:no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fr-FR"/>
              </a:p>
            </c:txPr>
            <c:dLblPos val="inEnd"/>
            <c:showLegendKey val="0"/>
            <c:showVal val="1"/>
            <c:showCatName val="0"/>
            <c:showSerName val="0"/>
            <c:showPercent val="0"/>
            <c:showBubbleSize val="0"/>
            <c:showLeaderLines val="0"/>
            <c:extLst xmlns:mc="http://schemas.openxmlformats.org/markup-compatibility/2006" xmlns:c14="http://schemas.microsoft.com/office/drawing/2007/8/2/chart" xmlns:c16="http://schemas.microsoft.com/office/drawing/2014/char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Feuil1!$A$2:$A$6</c:f>
              <c:strCache>
                <c:ptCount val="5"/>
                <c:pt idx="0">
                  <c:v>Category A</c:v>
                </c:pt>
                <c:pt idx="1">
                  <c:v>Category B</c:v>
                </c:pt>
                <c:pt idx="2">
                  <c:v>Category C</c:v>
                </c:pt>
                <c:pt idx="3">
                  <c:v>Category D</c:v>
                </c:pt>
                <c:pt idx="4">
                  <c:v>Category E</c:v>
                </c:pt>
              </c:strCache>
            </c:strRef>
          </c:cat>
          <c:val>
            <c:numRef>
              <c:f>Feuil1!$C$2:$C$6</c:f>
              <c:numCache>
                <c:formatCode>General</c:formatCode>
                <c:ptCount val="5"/>
                <c:pt idx="0">
                  <c:v>8.3000000000000007</c:v>
                </c:pt>
                <c:pt idx="1">
                  <c:v>4</c:v>
                </c:pt>
                <c:pt idx="2">
                  <c:v>3</c:v>
                </c:pt>
                <c:pt idx="3">
                  <c:v>2</c:v>
                </c:pt>
                <c:pt idx="4">
                  <c:v>7.2</c:v>
                </c:pt>
              </c:numCache>
            </c:numRef>
          </c:val>
          <c:extLst xmlns:mc="http://schemas.openxmlformats.org/markup-compatibility/2006" xmlns:c14="http://schemas.microsoft.com/office/drawing/2007/8/2/chart" xmlns:c16="http://schemas.microsoft.com/office/drawing/2014/chart" xmlns:c15="http://schemas.microsoft.com/office/drawing/2012/chart">
            <c:ext xmlns:c16="http://schemas.microsoft.com/office/drawing/2014/chart" uri="{C3380CC4-5D6E-409C-BE32-E72D297353CC}">
              <c16:uniqueId val="{0000000B-43E3-4A50-97DF-B62D945AE93D}"/>
            </c:ext>
          </c:extLst>
        </c:ser>
        <c:ser>
          <c:idx val="2"/>
          <c:order val="2"/>
          <c:tx>
            <c:strRef>
              <c:f>Feuil1!$D$1</c:f>
              <c:strCache>
                <c:ptCount val="1"/>
                <c:pt idx="0">
                  <c:v>Q3</c:v>
                </c:pt>
              </c:strCache>
            </c:strRef>
          </c:tx>
          <c:spPr>
            <a:solidFill>
              <a:schemeClr val="accent3"/>
            </a:solidFill>
            <a:ln w="6350">
              <a:no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fr-FR"/>
              </a:p>
            </c:txPr>
            <c:dLblPos val="inEnd"/>
            <c:showLegendKey val="0"/>
            <c:showVal val="1"/>
            <c:showCatName val="0"/>
            <c:showSerName val="0"/>
            <c:showPercent val="0"/>
            <c:showBubbleSize val="0"/>
            <c:showLeaderLines val="0"/>
            <c:extLst xmlns:mc="http://schemas.openxmlformats.org/markup-compatibility/2006" xmlns:c14="http://schemas.microsoft.com/office/drawing/2007/8/2/chart" xmlns:c16="http://schemas.microsoft.com/office/drawing/2014/char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Feuil1!$A$2:$A$6</c:f>
              <c:strCache>
                <c:ptCount val="5"/>
                <c:pt idx="0">
                  <c:v>Category A</c:v>
                </c:pt>
                <c:pt idx="1">
                  <c:v>Category B</c:v>
                </c:pt>
                <c:pt idx="2">
                  <c:v>Category C</c:v>
                </c:pt>
                <c:pt idx="3">
                  <c:v>Category D</c:v>
                </c:pt>
                <c:pt idx="4">
                  <c:v>Category E</c:v>
                </c:pt>
              </c:strCache>
            </c:strRef>
          </c:cat>
          <c:val>
            <c:numRef>
              <c:f>Feuil1!$D$2:$D$6</c:f>
              <c:numCache>
                <c:formatCode>General</c:formatCode>
                <c:ptCount val="5"/>
                <c:pt idx="0">
                  <c:v>7</c:v>
                </c:pt>
                <c:pt idx="1">
                  <c:v>4.2</c:v>
                </c:pt>
                <c:pt idx="2">
                  <c:v>2.2000000000000002</c:v>
                </c:pt>
                <c:pt idx="3">
                  <c:v>2</c:v>
                </c:pt>
                <c:pt idx="4">
                  <c:v>7.8</c:v>
                </c:pt>
              </c:numCache>
            </c:numRef>
          </c:val>
          <c:extLst xmlns:mc="http://schemas.openxmlformats.org/markup-compatibility/2006" xmlns:c14="http://schemas.microsoft.com/office/drawing/2007/8/2/chart" xmlns:c16="http://schemas.microsoft.com/office/drawing/2014/chart" xmlns:c15="http://schemas.microsoft.com/office/drawing/2012/chart">
            <c:ext xmlns:c16="http://schemas.microsoft.com/office/drawing/2014/chart" uri="{C3380CC4-5D6E-409C-BE32-E72D297353CC}">
              <c16:uniqueId val="{0000000C-43E3-4A50-97DF-B62D945AE93D}"/>
            </c:ext>
          </c:extLst>
        </c:ser>
        <c:ser>
          <c:idx val="3"/>
          <c:order val="3"/>
          <c:tx>
            <c:strRef>
              <c:f>Feuil1!$E$1</c:f>
              <c:strCache>
                <c:ptCount val="1"/>
                <c:pt idx="0">
                  <c:v>Q4</c:v>
                </c:pt>
              </c:strCache>
            </c:strRef>
          </c:tx>
          <c:spPr>
            <a:solidFill>
              <a:schemeClr val="accent4"/>
            </a:solidFill>
            <a:ln w="6350">
              <a:no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bg1"/>
                    </a:solidFill>
                    <a:latin typeface="+mn-lt"/>
                    <a:ea typeface="+mn-ea"/>
                    <a:cs typeface="+mn-cs"/>
                  </a:defRPr>
                </a:pPr>
                <a:endParaRPr lang="fr-FR"/>
              </a:p>
            </c:txPr>
            <c:dLblPos val="inEnd"/>
            <c:showLegendKey val="0"/>
            <c:showVal val="1"/>
            <c:showCatName val="0"/>
            <c:showSerName val="0"/>
            <c:showPercent val="0"/>
            <c:showBubbleSize val="0"/>
            <c:showLeaderLines val="0"/>
            <c:extLst xmlns:mc="http://schemas.openxmlformats.org/markup-compatibility/2006" xmlns:c14="http://schemas.microsoft.com/office/drawing/2007/8/2/chart" xmlns:c16="http://schemas.microsoft.com/office/drawing/2014/char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Feuil1!$A$2:$A$6</c:f>
              <c:strCache>
                <c:ptCount val="5"/>
                <c:pt idx="0">
                  <c:v>Category A</c:v>
                </c:pt>
                <c:pt idx="1">
                  <c:v>Category B</c:v>
                </c:pt>
                <c:pt idx="2">
                  <c:v>Category C</c:v>
                </c:pt>
                <c:pt idx="3">
                  <c:v>Category D</c:v>
                </c:pt>
                <c:pt idx="4">
                  <c:v>Category E</c:v>
                </c:pt>
              </c:strCache>
            </c:strRef>
          </c:cat>
          <c:val>
            <c:numRef>
              <c:f>Feuil1!$E$2:$E$6</c:f>
              <c:numCache>
                <c:formatCode>General</c:formatCode>
                <c:ptCount val="5"/>
                <c:pt idx="0">
                  <c:v>7.7</c:v>
                </c:pt>
                <c:pt idx="1">
                  <c:v>3.9</c:v>
                </c:pt>
                <c:pt idx="2">
                  <c:v>4</c:v>
                </c:pt>
                <c:pt idx="3">
                  <c:v>3.2</c:v>
                </c:pt>
                <c:pt idx="4">
                  <c:v>6</c:v>
                </c:pt>
              </c:numCache>
            </c:numRef>
          </c:val>
          <c:extLst xmlns:mc="http://schemas.openxmlformats.org/markup-compatibility/2006" xmlns:c14="http://schemas.microsoft.com/office/drawing/2007/8/2/chart" xmlns:c16="http://schemas.microsoft.com/office/drawing/2014/chart" xmlns:c15="http://schemas.microsoft.com/office/drawing/2012/chart">
            <c:ext xmlns:c16="http://schemas.microsoft.com/office/drawing/2014/chart" uri="{C3380CC4-5D6E-409C-BE32-E72D297353CC}">
              <c16:uniqueId val="{0000000D-43E3-4A50-97DF-B62D945AE93D}"/>
            </c:ext>
          </c:extLst>
        </c:ser>
        <c:dLbls>
          <c:dLblPos val="outEnd"/>
          <c:showLegendKey val="0"/>
          <c:showVal val="1"/>
          <c:showCatName val="0"/>
          <c:showSerName val="0"/>
          <c:showPercent val="0"/>
          <c:showBubbleSize val="0"/>
        </c:dLbls>
        <c:gapWidth val="90"/>
        <c:overlap val="-12"/>
        <c:axId val="692647144"/>
        <c:axId val="692645176"/>
      </c:barChart>
      <c:catAx>
        <c:axId val="692647144"/>
        <c:scaling>
          <c:orientation val="minMax"/>
        </c:scaling>
        <c:delete val="0"/>
        <c:axPos val="b"/>
        <c:numFmt formatCode="General" sourceLinked="1"/>
        <c:majorTickMark val="none"/>
        <c:minorTickMark val="none"/>
        <c:tickLblPos val="nextTo"/>
        <c:spPr>
          <a:noFill/>
          <a:ln w="9525" cap="flat" cmpd="sng" algn="ctr">
            <a:solidFill>
              <a:schemeClr val="accent4"/>
            </a:solidFill>
            <a:round/>
          </a:ln>
          <a:effectLst/>
        </c:spPr>
        <c:txPr>
          <a:bodyPr rot="-60000000" spcFirstLastPara="1" vertOverflow="ellipsis" vert="horz" wrap="square" anchor="ctr" anchorCtr="1"/>
          <a:lstStyle/>
          <a:p>
            <a:pPr>
              <a:defRPr sz="1600" b="0" i="0" u="none" strike="noStrike" kern="1200" baseline="0">
                <a:solidFill>
                  <a:schemeClr val="accent3"/>
                </a:solidFill>
                <a:latin typeface="+mn-lt"/>
                <a:ea typeface="+mn-ea"/>
                <a:cs typeface="+mn-cs"/>
              </a:defRPr>
            </a:pPr>
            <a:endParaRPr lang="fr-FR"/>
          </a:p>
        </c:txPr>
        <c:crossAx val="692645176"/>
        <c:crosses val="autoZero"/>
        <c:auto val="1"/>
        <c:lblAlgn val="ctr"/>
        <c:lblOffset val="100"/>
        <c:noMultiLvlLbl val="0"/>
      </c:catAx>
      <c:valAx>
        <c:axId val="692645176"/>
        <c:scaling>
          <c:orientation val="minMax"/>
        </c:scaling>
        <c:delete val="1"/>
        <c:axPos val="l"/>
        <c:numFmt formatCode="General" sourceLinked="1"/>
        <c:majorTickMark val="out"/>
        <c:minorTickMark val="none"/>
        <c:tickLblPos val="nextTo"/>
        <c:crossAx val="692647144"/>
        <c:crosses val="autoZero"/>
        <c:crossBetween val="between"/>
      </c:valAx>
      <c:spPr>
        <a:noFill/>
        <a:ln>
          <a:noFill/>
        </a:ln>
        <a:effectLst/>
      </c:spPr>
    </c:plotArea>
    <c:legend>
      <c:legendPos val="r"/>
      <c:layout>
        <c:manualLayout>
          <c:xMode val="edge"/>
          <c:yMode val="edge"/>
          <c:x val="1.6247166800478025E-2"/>
          <c:y val="0.18743203353941237"/>
          <c:w val="0.25034707250075983"/>
          <c:h val="6.2002714065914677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accent3"/>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0.03318</cdr:x>
      <cdr:y>0.08823</cdr:y>
    </cdr:from>
    <cdr:to>
      <cdr:x>0.5</cdr:x>
      <cdr:y>0.13235</cdr:y>
    </cdr:to>
    <cdr:sp macro="" textlink="">
      <cdr:nvSpPr>
        <cdr:cNvPr id="2" name="ZoneTexte 2">
          <a:extLst xmlns:a="http://schemas.openxmlformats.org/drawingml/2006/main">
            <a:ext uri="{FF2B5EF4-FFF2-40B4-BE49-F238E27FC236}">
              <a16:creationId xmlns:a16="http://schemas.microsoft.com/office/drawing/2014/main" id="{0490FBF1-7890-4355-9A18-928B55099522}"/>
            </a:ext>
          </a:extLst>
        </cdr:cNvPr>
        <cdr:cNvSpPr txBox="1"/>
      </cdr:nvSpPr>
      <cdr:spPr>
        <a:xfrm xmlns:a="http://schemas.openxmlformats.org/drawingml/2006/main">
          <a:off x="367975" y="431961"/>
          <a:ext cx="5177162" cy="216012"/>
        </a:xfrm>
        <a:prstGeom xmlns:a="http://schemas.openxmlformats.org/drawingml/2006/main" prst="rect">
          <a:avLst/>
        </a:prstGeom>
        <a:noFill xmlns:a="http://schemas.openxmlformats.org/drawingml/2006/main"/>
      </cdr:spPr>
      <cdr:txBody>
        <a:bodyPr xmlns:a="http://schemas.openxmlformats.org/drawingml/2006/main" wrap="square" lIns="0" tIns="0" rIns="0" bIns="0" rtlCol="0" anchor="ctr">
          <a:spAutoFit/>
        </a:bodyPr>
        <a:lstStyle xmlns:a="http://schemas.openxmlformats.org/drawingml/2006/main">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l">
            <a:spcBef>
              <a:spcPts val="1800"/>
            </a:spcBef>
          </a:pPr>
          <a:r>
            <a:rPr lang="en-CA" sz="1400" i="0" noProof="0" dirty="0">
              <a:solidFill>
                <a:schemeClr val="accent3"/>
              </a:solidFill>
            </a:rPr>
            <a:t>Subtitle</a:t>
          </a: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A33E728-FF3F-47D0-95DE-B2C4065CFCC1}"/>
              </a:ext>
            </a:extLst>
          </p:cNvPr>
          <p:cNvSpPr>
            <a:spLocks noGrp="1"/>
          </p:cNvSpPr>
          <p:nvPr>
            <p:ph type="hdr" sz="quarter"/>
          </p:nvPr>
        </p:nvSpPr>
        <p:spPr>
          <a:xfrm>
            <a:off x="0" y="0"/>
            <a:ext cx="4869160" cy="458788"/>
          </a:xfrm>
          <a:prstGeom prst="rect">
            <a:avLst/>
          </a:prstGeom>
        </p:spPr>
        <p:txBody>
          <a:bodyPr vert="horz" lIns="144000" tIns="144000" rIns="144000" bIns="144000" rtlCol="0" anchor="t"/>
          <a:lstStyle>
            <a:lvl1pPr algn="l">
              <a:defRPr sz="1200"/>
            </a:lvl1pPr>
          </a:lstStyle>
          <a:p>
            <a:endParaRPr lang="en-CA" dirty="0">
              <a:solidFill>
                <a:schemeClr val="tx2"/>
              </a:solidFill>
              <a:latin typeface="+mn-lt"/>
            </a:endParaRPr>
          </a:p>
        </p:txBody>
      </p:sp>
      <p:sp>
        <p:nvSpPr>
          <p:cNvPr id="3" name="Date Placeholder 2">
            <a:extLst>
              <a:ext uri="{FF2B5EF4-FFF2-40B4-BE49-F238E27FC236}">
                <a16:creationId xmlns:a16="http://schemas.microsoft.com/office/drawing/2014/main" id="{E99CC9FE-CDEF-4228-80B2-120082C1CD67}"/>
              </a:ext>
            </a:extLst>
          </p:cNvPr>
          <p:cNvSpPr>
            <a:spLocks noGrp="1"/>
          </p:cNvSpPr>
          <p:nvPr>
            <p:ph type="dt" sz="quarter" idx="1"/>
          </p:nvPr>
        </p:nvSpPr>
        <p:spPr>
          <a:xfrm>
            <a:off x="5589239" y="0"/>
            <a:ext cx="1267173" cy="458788"/>
          </a:xfrm>
          <a:prstGeom prst="rect">
            <a:avLst/>
          </a:prstGeom>
        </p:spPr>
        <p:txBody>
          <a:bodyPr vert="horz" lIns="144000" tIns="144000" rIns="144000" bIns="144000" rtlCol="0" anchor="t"/>
          <a:lstStyle>
            <a:lvl1pPr algn="r">
              <a:defRPr sz="1200"/>
            </a:lvl1pPr>
          </a:lstStyle>
          <a:p>
            <a:fld id="{65784025-F79D-4849-B13B-BFBE9BA48635}" type="datetimeFigureOut">
              <a:rPr lang="en-CA" smtClean="0">
                <a:solidFill>
                  <a:schemeClr val="tx2"/>
                </a:solidFill>
                <a:latin typeface="+mn-lt"/>
              </a:rPr>
              <a:t>2026-09-02</a:t>
            </a:fld>
            <a:endParaRPr lang="en-CA" dirty="0">
              <a:solidFill>
                <a:schemeClr val="tx2"/>
              </a:solidFill>
              <a:latin typeface="+mn-lt"/>
            </a:endParaRPr>
          </a:p>
        </p:txBody>
      </p:sp>
      <p:sp>
        <p:nvSpPr>
          <p:cNvPr id="4" name="Footer Placeholder 3">
            <a:extLst>
              <a:ext uri="{FF2B5EF4-FFF2-40B4-BE49-F238E27FC236}">
                <a16:creationId xmlns:a16="http://schemas.microsoft.com/office/drawing/2014/main" id="{5C7C5142-A5B5-414A-A935-439ECD593046}"/>
              </a:ext>
            </a:extLst>
          </p:cNvPr>
          <p:cNvSpPr>
            <a:spLocks noGrp="1"/>
          </p:cNvSpPr>
          <p:nvPr>
            <p:ph type="ftr" sz="quarter" idx="2"/>
          </p:nvPr>
        </p:nvSpPr>
        <p:spPr>
          <a:xfrm>
            <a:off x="0" y="8685213"/>
            <a:ext cx="4869160" cy="458787"/>
          </a:xfrm>
          <a:prstGeom prst="rect">
            <a:avLst/>
          </a:prstGeom>
        </p:spPr>
        <p:txBody>
          <a:bodyPr vert="horz" lIns="144000" tIns="144000" rIns="144000" bIns="144000" rtlCol="0" anchor="b"/>
          <a:lstStyle>
            <a:lvl1pPr algn="l">
              <a:defRPr sz="1200"/>
            </a:lvl1pPr>
          </a:lstStyle>
          <a:p>
            <a:endParaRPr lang="en-CA" dirty="0">
              <a:solidFill>
                <a:schemeClr val="tx2"/>
              </a:solidFill>
              <a:latin typeface="+mn-lt"/>
            </a:endParaRPr>
          </a:p>
        </p:txBody>
      </p:sp>
      <p:sp>
        <p:nvSpPr>
          <p:cNvPr id="5" name="Slide Number Placeholder 4">
            <a:extLst>
              <a:ext uri="{FF2B5EF4-FFF2-40B4-BE49-F238E27FC236}">
                <a16:creationId xmlns:a16="http://schemas.microsoft.com/office/drawing/2014/main" id="{ABCA9A4E-A69C-4CE9-B88B-1DA872B2E990}"/>
              </a:ext>
            </a:extLst>
          </p:cNvPr>
          <p:cNvSpPr>
            <a:spLocks noGrp="1"/>
          </p:cNvSpPr>
          <p:nvPr>
            <p:ph type="sldNum" sz="quarter" idx="3"/>
          </p:nvPr>
        </p:nvSpPr>
        <p:spPr>
          <a:xfrm>
            <a:off x="5589239" y="8685213"/>
            <a:ext cx="1267173" cy="458787"/>
          </a:xfrm>
          <a:prstGeom prst="rect">
            <a:avLst/>
          </a:prstGeom>
        </p:spPr>
        <p:txBody>
          <a:bodyPr vert="horz" lIns="144000" tIns="144000" rIns="144000" bIns="144000" rtlCol="0" anchor="b"/>
          <a:lstStyle>
            <a:lvl1pPr algn="r">
              <a:defRPr sz="1200"/>
            </a:lvl1pPr>
          </a:lstStyle>
          <a:p>
            <a:fld id="{40B11401-9CD5-4FFC-B428-D493AAFECA1D}" type="slidenum">
              <a:rPr lang="en-CA" smtClean="0">
                <a:solidFill>
                  <a:schemeClr val="tx2"/>
                </a:solidFill>
                <a:latin typeface="+mn-lt"/>
              </a:rPr>
              <a:t>‹#›</a:t>
            </a:fld>
            <a:endParaRPr lang="en-CA" dirty="0">
              <a:solidFill>
                <a:schemeClr val="tx2"/>
              </a:solidFill>
              <a:latin typeface="+mn-lt"/>
            </a:endParaRPr>
          </a:p>
        </p:txBody>
      </p:sp>
    </p:spTree>
    <p:extLst>
      <p:ext uri="{BB962C8B-B14F-4D97-AF65-F5344CB8AC3E}">
        <p14:creationId xmlns:p14="http://schemas.microsoft.com/office/powerpoint/2010/main" val="34121695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144000" tIns="144000" rIns="144000" bIns="144000" rtlCol="0"/>
          <a:lstStyle>
            <a:lvl1pPr algn="l">
              <a:defRPr sz="1200">
                <a:solidFill>
                  <a:schemeClr val="tx2"/>
                </a:solidFill>
                <a:latin typeface="+mn-lt"/>
              </a:defRPr>
            </a:lvl1pPr>
          </a:lstStyle>
          <a:p>
            <a:endParaRPr lang="en-CA" dirty="0"/>
          </a:p>
        </p:txBody>
      </p:sp>
      <p:sp>
        <p:nvSpPr>
          <p:cNvPr id="3" name="Date Placeholder 2"/>
          <p:cNvSpPr>
            <a:spLocks noGrp="1"/>
          </p:cNvSpPr>
          <p:nvPr>
            <p:ph type="dt" idx="1"/>
          </p:nvPr>
        </p:nvSpPr>
        <p:spPr>
          <a:xfrm>
            <a:off x="3884613" y="0"/>
            <a:ext cx="2971800" cy="458788"/>
          </a:xfrm>
          <a:prstGeom prst="rect">
            <a:avLst/>
          </a:prstGeom>
        </p:spPr>
        <p:txBody>
          <a:bodyPr vert="horz" lIns="144000" tIns="144000" rIns="144000" bIns="144000" rtlCol="0"/>
          <a:lstStyle>
            <a:lvl1pPr algn="r">
              <a:defRPr sz="1200">
                <a:solidFill>
                  <a:schemeClr val="tx2"/>
                </a:solidFill>
                <a:latin typeface="+mn-lt"/>
              </a:defRPr>
            </a:lvl1pPr>
          </a:lstStyle>
          <a:p>
            <a:fld id="{862401FA-03E4-417E-850D-BECBAC0BE149}" type="datetimeFigureOut">
              <a:rPr lang="en-CA" smtClean="0"/>
              <a:pPr/>
              <a:t>2026-09-02</a:t>
            </a:fld>
            <a:endParaRPr lang="en-CA" dirty="0"/>
          </a:p>
        </p:txBody>
      </p:sp>
      <p:sp>
        <p:nvSpPr>
          <p:cNvPr id="4" name="Slide Image Placeholder 3"/>
          <p:cNvSpPr>
            <a:spLocks noGrp="1" noRot="1" noChangeAspect="1"/>
          </p:cNvSpPr>
          <p:nvPr>
            <p:ph type="sldImg" idx="2"/>
          </p:nvPr>
        </p:nvSpPr>
        <p:spPr>
          <a:xfrm>
            <a:off x="548680" y="971600"/>
            <a:ext cx="5760640" cy="3240360"/>
          </a:xfrm>
          <a:prstGeom prst="rect">
            <a:avLst/>
          </a:prstGeom>
          <a:noFill/>
          <a:ln w="12700">
            <a:solidFill>
              <a:schemeClr val="accent4"/>
            </a:solidFill>
          </a:ln>
        </p:spPr>
        <p:txBody>
          <a:bodyPr vert="horz" lIns="91440" tIns="45720" rIns="91440" bIns="45720" rtlCol="0" anchor="ctr"/>
          <a:lstStyle/>
          <a:p>
            <a:endParaRPr lang="en-CA" dirty="0"/>
          </a:p>
        </p:txBody>
      </p:sp>
      <p:sp>
        <p:nvSpPr>
          <p:cNvPr id="5" name="Notes Placeholder 4"/>
          <p:cNvSpPr>
            <a:spLocks noGrp="1"/>
          </p:cNvSpPr>
          <p:nvPr>
            <p:ph type="body" sz="quarter" idx="3"/>
          </p:nvPr>
        </p:nvSpPr>
        <p:spPr>
          <a:xfrm>
            <a:off x="548680" y="4427934"/>
            <a:ext cx="5760640" cy="3744466"/>
          </a:xfrm>
          <a:prstGeom prst="rect">
            <a:avLst/>
          </a:prstGeom>
        </p:spPr>
        <p:txBody>
          <a:bodyPr vert="horz" lIns="91440" tIns="45720" rIns="91440" bIns="45720" rtlCol="0"/>
          <a:lstStyle/>
          <a:p>
            <a:pPr lvl="0"/>
            <a:r>
              <a:rPr lang="en-US" dirty="0"/>
              <a:t>Click to add notes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144000" tIns="144000" rIns="144000" bIns="144000" rtlCol="0" anchor="b"/>
          <a:lstStyle>
            <a:lvl1pPr algn="l">
              <a:defRPr sz="1200">
                <a:solidFill>
                  <a:schemeClr val="tx2"/>
                </a:solidFill>
                <a:latin typeface="+mn-lt"/>
              </a:defRPr>
            </a:lvl1pPr>
          </a:lstStyle>
          <a:p>
            <a:endParaRPr lang="en-CA"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144000" tIns="144000" rIns="144000" bIns="144000" rtlCol="0" anchor="b"/>
          <a:lstStyle>
            <a:lvl1pPr algn="r">
              <a:defRPr sz="1200">
                <a:solidFill>
                  <a:schemeClr val="tx2"/>
                </a:solidFill>
                <a:latin typeface="+mn-lt"/>
              </a:defRPr>
            </a:lvl1pPr>
          </a:lstStyle>
          <a:p>
            <a:fld id="{527AB645-225A-4E0C-832E-9FE495AA9FCD}" type="slidenum">
              <a:rPr lang="en-CA" smtClean="0"/>
              <a:pPr/>
              <a:t>‹#›</a:t>
            </a:fld>
            <a:endParaRPr lang="en-CA" dirty="0"/>
          </a:p>
        </p:txBody>
      </p:sp>
    </p:spTree>
    <p:extLst>
      <p:ext uri="{BB962C8B-B14F-4D97-AF65-F5344CB8AC3E}">
        <p14:creationId xmlns:p14="http://schemas.microsoft.com/office/powerpoint/2010/main" val="3586464455"/>
      </p:ext>
    </p:extLst>
  </p:cSld>
  <p:clrMap bg1="lt1" tx1="dk1" bg2="lt2" tx2="dk2" accent1="accent1" accent2="accent2" accent3="accent3" accent4="accent4" accent5="accent5" accent6="accent6" hlink="hlink" folHlink="folHlink"/>
  <p:notesStyle>
    <a:lvl1pPr marL="0" indent="0" algn="l" defTabSz="914400" rtl="0" eaLnBrk="1" latinLnBrk="0" hangingPunct="1">
      <a:spcBef>
        <a:spcPts val="800"/>
      </a:spcBef>
      <a:buFont typeface="Arial" panose="020B0604020202020204" pitchFamily="34" charset="0"/>
      <a:buChar char="​"/>
      <a:defRPr sz="1400" kern="1200">
        <a:solidFill>
          <a:schemeClr val="tx2"/>
        </a:solidFill>
        <a:latin typeface="+mn-lt"/>
        <a:ea typeface="+mn-ea"/>
        <a:cs typeface="+mn-cs"/>
      </a:defRPr>
    </a:lvl1pPr>
    <a:lvl2pPr marL="234000" indent="-216000" algn="l" defTabSz="914400" rtl="0" eaLnBrk="1" latinLnBrk="0" hangingPunct="1">
      <a:spcBef>
        <a:spcPts val="400"/>
      </a:spcBef>
      <a:buClr>
        <a:schemeClr val="tx2"/>
      </a:buClr>
      <a:buFont typeface="Wingdings" panose="05000000000000000000" pitchFamily="2" charset="2"/>
      <a:buChar char="§"/>
      <a:defRPr sz="1200" kern="1200">
        <a:solidFill>
          <a:schemeClr val="tx2"/>
        </a:solidFill>
        <a:latin typeface="+mn-lt"/>
        <a:ea typeface="+mn-ea"/>
        <a:cs typeface="+mn-cs"/>
      </a:defRPr>
    </a:lvl2pPr>
    <a:lvl3pPr marL="428400" indent="-180000" algn="l" defTabSz="914400" rtl="0" eaLnBrk="1" latinLnBrk="0" hangingPunct="1">
      <a:spcBef>
        <a:spcPts val="200"/>
      </a:spcBef>
      <a:buClr>
        <a:schemeClr val="accent3"/>
      </a:buClr>
      <a:buFont typeface="Wingdings" panose="05000000000000000000" pitchFamily="2" charset="2"/>
      <a:buChar char="§"/>
      <a:defRPr sz="1100" kern="1200">
        <a:solidFill>
          <a:schemeClr val="tx2"/>
        </a:solidFill>
        <a:latin typeface="+mn-lt"/>
        <a:ea typeface="+mn-ea"/>
        <a:cs typeface="+mn-cs"/>
      </a:defRPr>
    </a:lvl3pPr>
    <a:lvl4pPr marL="583200" indent="-144000" algn="l" defTabSz="914400" rtl="0" eaLnBrk="1" latinLnBrk="0" hangingPunct="1">
      <a:spcBef>
        <a:spcPts val="100"/>
      </a:spcBef>
      <a:buClr>
        <a:schemeClr val="accent3"/>
      </a:buClr>
      <a:buFont typeface="Wingdings" panose="05000000000000000000" pitchFamily="2" charset="2"/>
      <a:buChar char="§"/>
      <a:defRPr sz="1000" kern="1200">
        <a:solidFill>
          <a:schemeClr val="tx2"/>
        </a:solidFill>
        <a:latin typeface="+mn-lt"/>
        <a:ea typeface="+mn-ea"/>
        <a:cs typeface="+mn-cs"/>
      </a:defRPr>
    </a:lvl4pPr>
    <a:lvl5pPr marL="234000" indent="-234000" algn="l" defTabSz="914400" rtl="0" eaLnBrk="1" latinLnBrk="0" hangingPunct="1">
      <a:buFont typeface="+mj-lt"/>
      <a:buAutoNum type="arabicPeriod"/>
      <a:defRPr sz="1200" kern="1200">
        <a:solidFill>
          <a:schemeClr val="tx2"/>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49275" y="971550"/>
            <a:ext cx="5759450" cy="3240088"/>
          </a:xfrm>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527AB645-225A-4E0C-832E-9FE495AA9FCD}" type="slidenum">
              <a:rPr lang="en-CA" smtClean="0"/>
              <a:pPr/>
              <a:t>1</a:t>
            </a:fld>
            <a:endParaRPr lang="en-CA" dirty="0"/>
          </a:p>
        </p:txBody>
      </p:sp>
    </p:spTree>
    <p:extLst>
      <p:ext uri="{BB962C8B-B14F-4D97-AF65-F5344CB8AC3E}">
        <p14:creationId xmlns:p14="http://schemas.microsoft.com/office/powerpoint/2010/main" val="144248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549275" y="971550"/>
            <a:ext cx="5759450" cy="3240088"/>
          </a:xfrm>
        </p:spPr>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5"/>
          </p:nvPr>
        </p:nvSpPr>
        <p:spPr/>
        <p:txBody>
          <a:bodyPr/>
          <a:lstStyle/>
          <a:p>
            <a:fld id="{4696A285-8BA0-4226-AEAB-32118D3726C6}" type="slidenum">
              <a:rPr lang="fr-CA" altLang="fr-FR" smtClean="0"/>
              <a:pPr/>
              <a:t>2</a:t>
            </a:fld>
            <a:endParaRPr lang="fr-CA" altLang="fr-FR" dirty="0"/>
          </a:p>
        </p:txBody>
      </p:sp>
    </p:spTree>
    <p:extLst>
      <p:ext uri="{BB962C8B-B14F-4D97-AF65-F5344CB8AC3E}">
        <p14:creationId xmlns:p14="http://schemas.microsoft.com/office/powerpoint/2010/main" val="28332940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549275" y="971550"/>
            <a:ext cx="5759450" cy="3240088"/>
          </a:xfrm>
        </p:spPr>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5"/>
          </p:nvPr>
        </p:nvSpPr>
        <p:spPr/>
        <p:txBody>
          <a:bodyPr/>
          <a:lstStyle/>
          <a:p>
            <a:fld id="{4696A285-8BA0-4226-AEAB-32118D3726C6}" type="slidenum">
              <a:rPr lang="fr-CA" altLang="fr-FR" smtClean="0"/>
              <a:pPr/>
              <a:t>3</a:t>
            </a:fld>
            <a:endParaRPr lang="fr-CA" altLang="fr-FR" dirty="0"/>
          </a:p>
        </p:txBody>
      </p:sp>
    </p:spTree>
    <p:extLst>
      <p:ext uri="{BB962C8B-B14F-4D97-AF65-F5344CB8AC3E}">
        <p14:creationId xmlns:p14="http://schemas.microsoft.com/office/powerpoint/2010/main" val="22072512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49275" y="971550"/>
            <a:ext cx="5759450" cy="3240088"/>
          </a:xfrm>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527AB645-225A-4E0C-832E-9FE495AA9FCD}" type="slidenum">
              <a:rPr lang="en-CA" smtClean="0"/>
              <a:pPr/>
              <a:t>5</a:t>
            </a:fld>
            <a:endParaRPr lang="en-CA" dirty="0"/>
          </a:p>
        </p:txBody>
      </p:sp>
    </p:spTree>
    <p:extLst>
      <p:ext uri="{BB962C8B-B14F-4D97-AF65-F5344CB8AC3E}">
        <p14:creationId xmlns:p14="http://schemas.microsoft.com/office/powerpoint/2010/main" val="35406432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49275" y="971550"/>
            <a:ext cx="5759450" cy="3240088"/>
          </a:xfrm>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527AB645-225A-4E0C-832E-9FE495AA9FCD}" type="slidenum">
              <a:rPr lang="en-CA" smtClean="0"/>
              <a:pPr/>
              <a:t>6</a:t>
            </a:fld>
            <a:endParaRPr lang="en-CA" dirty="0"/>
          </a:p>
        </p:txBody>
      </p:sp>
    </p:spTree>
    <p:extLst>
      <p:ext uri="{BB962C8B-B14F-4D97-AF65-F5344CB8AC3E}">
        <p14:creationId xmlns:p14="http://schemas.microsoft.com/office/powerpoint/2010/main" val="917418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06400" y="696913"/>
            <a:ext cx="6197600" cy="3486150"/>
          </a:xfrm>
        </p:spPr>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10"/>
          </p:nvPr>
        </p:nvSpPr>
        <p:spPr/>
        <p:txBody>
          <a:bodyPr/>
          <a:lstStyle/>
          <a:p>
            <a:fld id="{4696A285-8BA0-4226-AEAB-32118D3726C6}" type="slidenum">
              <a:rPr lang="fr-CA" altLang="fr-FR" smtClean="0"/>
              <a:pPr/>
              <a:t>7</a:t>
            </a:fld>
            <a:endParaRPr lang="fr-CA" altLang="fr-FR" dirty="0"/>
          </a:p>
        </p:txBody>
      </p:sp>
    </p:spTree>
    <p:extLst>
      <p:ext uri="{BB962C8B-B14F-4D97-AF65-F5344CB8AC3E}">
        <p14:creationId xmlns:p14="http://schemas.microsoft.com/office/powerpoint/2010/main" val="14445575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549275" y="971550"/>
            <a:ext cx="5759450" cy="3240088"/>
          </a:xfrm>
        </p:spPr>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5"/>
          </p:nvPr>
        </p:nvSpPr>
        <p:spPr/>
        <p:txBody>
          <a:bodyPr/>
          <a:lstStyle/>
          <a:p>
            <a:fld id="{4696A285-8BA0-4226-AEAB-32118D3726C6}" type="slidenum">
              <a:rPr lang="fr-CA" altLang="fr-FR" smtClean="0"/>
              <a:pPr/>
              <a:t>8</a:t>
            </a:fld>
            <a:endParaRPr lang="fr-CA" altLang="fr-FR" dirty="0"/>
          </a:p>
        </p:txBody>
      </p:sp>
    </p:spTree>
    <p:extLst>
      <p:ext uri="{BB962C8B-B14F-4D97-AF65-F5344CB8AC3E}">
        <p14:creationId xmlns:p14="http://schemas.microsoft.com/office/powerpoint/2010/main" val="36876421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549275" y="971550"/>
            <a:ext cx="5759450" cy="3240088"/>
          </a:xfrm>
        </p:spPr>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5"/>
          </p:nvPr>
        </p:nvSpPr>
        <p:spPr/>
        <p:txBody>
          <a:bodyPr/>
          <a:lstStyle/>
          <a:p>
            <a:fld id="{4696A285-8BA0-4226-AEAB-32118D3726C6}" type="slidenum">
              <a:rPr lang="fr-CA" altLang="fr-FR" smtClean="0"/>
              <a:pPr/>
              <a:t>9</a:t>
            </a:fld>
            <a:endParaRPr lang="fr-CA" altLang="fr-FR" dirty="0"/>
          </a:p>
        </p:txBody>
      </p:sp>
    </p:spTree>
    <p:extLst>
      <p:ext uri="{BB962C8B-B14F-4D97-AF65-F5344CB8AC3E}">
        <p14:creationId xmlns:p14="http://schemas.microsoft.com/office/powerpoint/2010/main" val="16528186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549275" y="971550"/>
            <a:ext cx="5759450" cy="3240088"/>
          </a:xfrm>
        </p:spPr>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5"/>
          </p:nvPr>
        </p:nvSpPr>
        <p:spPr/>
        <p:txBody>
          <a:bodyPr/>
          <a:lstStyle/>
          <a:p>
            <a:fld id="{4696A285-8BA0-4226-AEAB-32118D3726C6}" type="slidenum">
              <a:rPr lang="fr-CA" altLang="fr-FR" smtClean="0"/>
              <a:pPr/>
              <a:t>10</a:t>
            </a:fld>
            <a:endParaRPr lang="fr-CA" altLang="fr-FR" dirty="0"/>
          </a:p>
        </p:txBody>
      </p:sp>
    </p:spTree>
    <p:extLst>
      <p:ext uri="{BB962C8B-B14F-4D97-AF65-F5344CB8AC3E}">
        <p14:creationId xmlns:p14="http://schemas.microsoft.com/office/powerpoint/2010/main" val="10131072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549275" y="971550"/>
            <a:ext cx="5759450" cy="3240088"/>
          </a:xfrm>
        </p:spPr>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5"/>
          </p:nvPr>
        </p:nvSpPr>
        <p:spPr/>
        <p:txBody>
          <a:bodyPr/>
          <a:lstStyle/>
          <a:p>
            <a:fld id="{4696A285-8BA0-4226-AEAB-32118D3726C6}" type="slidenum">
              <a:rPr lang="fr-CA" altLang="fr-FR" smtClean="0"/>
              <a:pPr/>
              <a:t>11</a:t>
            </a:fld>
            <a:endParaRPr lang="fr-CA" altLang="fr-FR" dirty="0"/>
          </a:p>
        </p:txBody>
      </p:sp>
    </p:spTree>
    <p:extLst>
      <p:ext uri="{BB962C8B-B14F-4D97-AF65-F5344CB8AC3E}">
        <p14:creationId xmlns:p14="http://schemas.microsoft.com/office/powerpoint/2010/main" val="32717673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49275" y="971550"/>
            <a:ext cx="5759450" cy="3240088"/>
          </a:xfrm>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527AB645-225A-4E0C-832E-9FE495AA9FCD}" type="slidenum">
              <a:rPr lang="en-CA" smtClean="0"/>
              <a:pPr/>
              <a:t>12</a:t>
            </a:fld>
            <a:endParaRPr lang="en-CA" dirty="0"/>
          </a:p>
        </p:txBody>
      </p:sp>
    </p:spTree>
    <p:extLst>
      <p:ext uri="{BB962C8B-B14F-4D97-AF65-F5344CB8AC3E}">
        <p14:creationId xmlns:p14="http://schemas.microsoft.com/office/powerpoint/2010/main" val="28688504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549275" y="971550"/>
            <a:ext cx="5759450" cy="3240088"/>
          </a:xfrm>
        </p:spPr>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5"/>
          </p:nvPr>
        </p:nvSpPr>
        <p:spPr/>
        <p:txBody>
          <a:bodyPr/>
          <a:lstStyle/>
          <a:p>
            <a:fld id="{4696A285-8BA0-4226-AEAB-32118D3726C6}" type="slidenum">
              <a:rPr lang="fr-CA" altLang="fr-FR" smtClean="0"/>
              <a:pPr/>
              <a:t>13</a:t>
            </a:fld>
            <a:endParaRPr lang="fr-CA" altLang="fr-FR" dirty="0"/>
          </a:p>
        </p:txBody>
      </p:sp>
    </p:spTree>
    <p:extLst>
      <p:ext uri="{BB962C8B-B14F-4D97-AF65-F5344CB8AC3E}">
        <p14:creationId xmlns:p14="http://schemas.microsoft.com/office/powerpoint/2010/main" val="41812593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549275" y="971550"/>
            <a:ext cx="5759450" cy="3240088"/>
          </a:xfrm>
        </p:spPr>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5"/>
          </p:nvPr>
        </p:nvSpPr>
        <p:spPr/>
        <p:txBody>
          <a:bodyPr/>
          <a:lstStyle/>
          <a:p>
            <a:fld id="{4696A285-8BA0-4226-AEAB-32118D3726C6}" type="slidenum">
              <a:rPr lang="fr-CA" altLang="fr-FR" smtClean="0"/>
              <a:pPr/>
              <a:t>14</a:t>
            </a:fld>
            <a:endParaRPr lang="fr-CA" altLang="fr-FR" dirty="0"/>
          </a:p>
        </p:txBody>
      </p:sp>
    </p:spTree>
    <p:extLst>
      <p:ext uri="{BB962C8B-B14F-4D97-AF65-F5344CB8AC3E}">
        <p14:creationId xmlns:p14="http://schemas.microsoft.com/office/powerpoint/2010/main" val="36431798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549275" y="971550"/>
            <a:ext cx="5759450" cy="3240088"/>
          </a:xfrm>
        </p:spPr>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5"/>
          </p:nvPr>
        </p:nvSpPr>
        <p:spPr/>
        <p:txBody>
          <a:bodyPr/>
          <a:lstStyle/>
          <a:p>
            <a:fld id="{527AB645-225A-4E0C-832E-9FE495AA9FCD}" type="slidenum">
              <a:rPr lang="en-CA" smtClean="0"/>
              <a:pPr/>
              <a:t>15</a:t>
            </a:fld>
            <a:endParaRPr lang="en-CA" dirty="0"/>
          </a:p>
        </p:txBody>
      </p:sp>
    </p:spTree>
    <p:extLst>
      <p:ext uri="{BB962C8B-B14F-4D97-AF65-F5344CB8AC3E}">
        <p14:creationId xmlns:p14="http://schemas.microsoft.com/office/powerpoint/2010/main" val="42777315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549275" y="971550"/>
            <a:ext cx="5759450" cy="3240088"/>
          </a:xfrm>
        </p:spPr>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5"/>
          </p:nvPr>
        </p:nvSpPr>
        <p:spPr/>
        <p:txBody>
          <a:bodyPr/>
          <a:lstStyle/>
          <a:p>
            <a:fld id="{527AB645-225A-4E0C-832E-9FE495AA9FCD}" type="slidenum">
              <a:rPr lang="en-CA" smtClean="0"/>
              <a:pPr/>
              <a:t>16</a:t>
            </a:fld>
            <a:endParaRPr lang="en-CA" dirty="0"/>
          </a:p>
        </p:txBody>
      </p:sp>
    </p:spTree>
    <p:extLst>
      <p:ext uri="{BB962C8B-B14F-4D97-AF65-F5344CB8AC3E}">
        <p14:creationId xmlns:p14="http://schemas.microsoft.com/office/powerpoint/2010/main" val="6059171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49275" y="971550"/>
            <a:ext cx="5759450" cy="3240088"/>
          </a:xfrm>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527AB645-225A-4E0C-832E-9FE495AA9FCD}" type="slidenum">
              <a:rPr lang="en-CA" smtClean="0"/>
              <a:pPr/>
              <a:t>17</a:t>
            </a:fld>
            <a:endParaRPr lang="en-CA" dirty="0"/>
          </a:p>
        </p:txBody>
      </p:sp>
    </p:spTree>
    <p:extLst>
      <p:ext uri="{BB962C8B-B14F-4D97-AF65-F5344CB8AC3E}">
        <p14:creationId xmlns:p14="http://schemas.microsoft.com/office/powerpoint/2010/main" val="32730860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549275" y="971550"/>
            <a:ext cx="5759450" cy="3240088"/>
          </a:xfrm>
        </p:spPr>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5"/>
          </p:nvPr>
        </p:nvSpPr>
        <p:spPr/>
        <p:txBody>
          <a:bodyPr/>
          <a:lstStyle/>
          <a:p>
            <a:fld id="{527AB645-225A-4E0C-832E-9FE495AA9FCD}" type="slidenum">
              <a:rPr lang="en-CA" smtClean="0"/>
              <a:pPr/>
              <a:t>18</a:t>
            </a:fld>
            <a:endParaRPr lang="en-CA" dirty="0"/>
          </a:p>
        </p:txBody>
      </p:sp>
    </p:spTree>
    <p:extLst>
      <p:ext uri="{BB962C8B-B14F-4D97-AF65-F5344CB8AC3E}">
        <p14:creationId xmlns:p14="http://schemas.microsoft.com/office/powerpoint/2010/main" val="31940373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49275" y="971550"/>
            <a:ext cx="5759450" cy="3240088"/>
          </a:xfrm>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527AB645-225A-4E0C-832E-9FE495AA9FCD}" type="slidenum">
              <a:rPr lang="en-CA" smtClean="0"/>
              <a:pPr/>
              <a:t>19</a:t>
            </a:fld>
            <a:endParaRPr lang="en-CA" dirty="0"/>
          </a:p>
        </p:txBody>
      </p:sp>
    </p:spTree>
    <p:extLst>
      <p:ext uri="{BB962C8B-B14F-4D97-AF65-F5344CB8AC3E}">
        <p14:creationId xmlns:p14="http://schemas.microsoft.com/office/powerpoint/2010/main" val="13246954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549275" y="971550"/>
            <a:ext cx="5759450" cy="3240088"/>
          </a:xfrm>
        </p:spPr>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5"/>
          </p:nvPr>
        </p:nvSpPr>
        <p:spPr/>
        <p:txBody>
          <a:bodyPr/>
          <a:lstStyle/>
          <a:p>
            <a:fld id="{4696A285-8BA0-4226-AEAB-32118D3726C6}" type="slidenum">
              <a:rPr lang="fr-CA" altLang="fr-FR" smtClean="0"/>
              <a:pPr/>
              <a:t>20</a:t>
            </a:fld>
            <a:endParaRPr lang="fr-CA" altLang="fr-FR" dirty="0"/>
          </a:p>
        </p:txBody>
      </p:sp>
    </p:spTree>
    <p:extLst>
      <p:ext uri="{BB962C8B-B14F-4D97-AF65-F5344CB8AC3E}">
        <p14:creationId xmlns:p14="http://schemas.microsoft.com/office/powerpoint/2010/main" val="34106205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49275" y="971550"/>
            <a:ext cx="5759450" cy="3240088"/>
          </a:xfrm>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527AB645-225A-4E0C-832E-9FE495AA9FCD}" type="slidenum">
              <a:rPr lang="en-CA" smtClean="0"/>
              <a:pPr/>
              <a:t>21</a:t>
            </a:fld>
            <a:endParaRPr lang="en-CA" dirty="0"/>
          </a:p>
        </p:txBody>
      </p:sp>
    </p:spTree>
    <p:extLst>
      <p:ext uri="{BB962C8B-B14F-4D97-AF65-F5344CB8AC3E}">
        <p14:creationId xmlns:p14="http://schemas.microsoft.com/office/powerpoint/2010/main" val="5447395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549275" y="971550"/>
            <a:ext cx="5759450" cy="3240088"/>
          </a:xfrm>
        </p:spPr>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5"/>
          </p:nvPr>
        </p:nvSpPr>
        <p:spPr/>
        <p:txBody>
          <a:bodyPr/>
          <a:lstStyle/>
          <a:p>
            <a:fld id="{4696A285-8BA0-4226-AEAB-32118D3726C6}" type="slidenum">
              <a:rPr lang="fr-CA" altLang="fr-FR" smtClean="0"/>
              <a:pPr/>
              <a:t>22</a:t>
            </a:fld>
            <a:endParaRPr lang="fr-CA" altLang="fr-FR" dirty="0"/>
          </a:p>
        </p:txBody>
      </p:sp>
    </p:spTree>
    <p:extLst>
      <p:ext uri="{BB962C8B-B14F-4D97-AF65-F5344CB8AC3E}">
        <p14:creationId xmlns:p14="http://schemas.microsoft.com/office/powerpoint/2010/main" val="4156141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549275" y="971550"/>
            <a:ext cx="5759450" cy="3240088"/>
          </a:xfrm>
        </p:spPr>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5"/>
          </p:nvPr>
        </p:nvSpPr>
        <p:spPr/>
        <p:txBody>
          <a:bodyPr/>
          <a:lstStyle/>
          <a:p>
            <a:fld id="{4696A285-8BA0-4226-AEAB-32118D3726C6}" type="slidenum">
              <a:rPr lang="fr-CA" altLang="fr-FR" smtClean="0"/>
              <a:pPr/>
              <a:t>23</a:t>
            </a:fld>
            <a:endParaRPr lang="fr-CA" altLang="fr-FR" dirty="0"/>
          </a:p>
        </p:txBody>
      </p:sp>
    </p:spTree>
    <p:extLst>
      <p:ext uri="{BB962C8B-B14F-4D97-AF65-F5344CB8AC3E}">
        <p14:creationId xmlns:p14="http://schemas.microsoft.com/office/powerpoint/2010/main" val="426960742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image" Target="../media/image12.png"/></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page - CORP">
    <p:bg>
      <p:bgPr>
        <a:solidFill>
          <a:schemeClr val="tx2"/>
        </a:solidFill>
        <a:effectLst/>
      </p:bgPr>
    </p:bg>
    <p:spTree>
      <p:nvGrpSpPr>
        <p:cNvPr id="1" name=""/>
        <p:cNvGrpSpPr/>
        <p:nvPr/>
      </p:nvGrpSpPr>
      <p:grpSpPr>
        <a:xfrm>
          <a:off x="0" y="0"/>
          <a:ext cx="0" cy="0"/>
          <a:chOff x="0" y="0"/>
          <a:chExt cx="0" cy="0"/>
        </a:xfrm>
      </p:grpSpPr>
      <p:pic>
        <p:nvPicPr>
          <p:cNvPr id="5" name="Graphique 4">
            <a:extLst>
              <a:ext uri="{FF2B5EF4-FFF2-40B4-BE49-F238E27FC236}">
                <a16:creationId xmlns:a16="http://schemas.microsoft.com/office/drawing/2014/main" id="{85660C0A-DA26-D54D-9751-6607D10B5A8D}"/>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41477"/>
          <a:stretch/>
        </p:blipFill>
        <p:spPr>
          <a:xfrm>
            <a:off x="0" y="800024"/>
            <a:ext cx="4776928" cy="5936400"/>
          </a:xfrm>
          <a:prstGeom prst="rect">
            <a:avLst/>
          </a:prstGeom>
        </p:spPr>
      </p:pic>
      <p:sp>
        <p:nvSpPr>
          <p:cNvPr id="2" name="Title 1">
            <a:extLst>
              <a:ext uri="{FF2B5EF4-FFF2-40B4-BE49-F238E27FC236}">
                <a16:creationId xmlns:a16="http://schemas.microsoft.com/office/drawing/2014/main" id="{6A7264B1-E288-4B94-AC4C-204F8B722335}"/>
              </a:ext>
            </a:extLst>
          </p:cNvPr>
          <p:cNvSpPr>
            <a:spLocks noGrp="1"/>
          </p:cNvSpPr>
          <p:nvPr>
            <p:ph type="ctrTitle" hasCustomPrompt="1"/>
          </p:nvPr>
        </p:nvSpPr>
        <p:spPr>
          <a:xfrm>
            <a:off x="1260000" y="936000"/>
            <a:ext cx="7992000" cy="3204000"/>
          </a:xfrm>
        </p:spPr>
        <p:txBody>
          <a:bodyPr anchor="b">
            <a:normAutofit/>
          </a:bodyPr>
          <a:lstStyle>
            <a:lvl1pPr algn="l">
              <a:defRPr sz="7000" b="0">
                <a:solidFill>
                  <a:schemeClr val="bg1"/>
                </a:solidFill>
              </a:defRPr>
            </a:lvl1pPr>
          </a:lstStyle>
          <a:p>
            <a:r>
              <a:rPr lang="en-CA" dirty="0"/>
              <a:t>Click to add a title</a:t>
            </a:r>
          </a:p>
        </p:txBody>
      </p:sp>
      <p:sp>
        <p:nvSpPr>
          <p:cNvPr id="3" name="Subtitle 2">
            <a:extLst>
              <a:ext uri="{FF2B5EF4-FFF2-40B4-BE49-F238E27FC236}">
                <a16:creationId xmlns:a16="http://schemas.microsoft.com/office/drawing/2014/main" id="{C4C22559-EECF-459D-9BF6-A7957C887C3D}"/>
              </a:ext>
            </a:extLst>
          </p:cNvPr>
          <p:cNvSpPr>
            <a:spLocks noGrp="1"/>
          </p:cNvSpPr>
          <p:nvPr>
            <p:ph type="subTitle" idx="1" hasCustomPrompt="1"/>
          </p:nvPr>
        </p:nvSpPr>
        <p:spPr>
          <a:xfrm>
            <a:off x="1260000" y="4248000"/>
            <a:ext cx="7992000" cy="720000"/>
          </a:xfrm>
        </p:spPr>
        <p:txBody>
          <a:bodyPr lIns="36000" rIns="36000"/>
          <a:lstStyle>
            <a:lvl1pPr marL="0" indent="0" algn="l">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CA" dirty="0"/>
              <a:t>Click to add a subtitle</a:t>
            </a:r>
          </a:p>
        </p:txBody>
      </p:sp>
      <p:sp>
        <p:nvSpPr>
          <p:cNvPr id="9" name="Espace réservé du texte 4">
            <a:extLst>
              <a:ext uri="{FF2B5EF4-FFF2-40B4-BE49-F238E27FC236}">
                <a16:creationId xmlns:a16="http://schemas.microsoft.com/office/drawing/2014/main" id="{F21D7C7C-36C3-4B1B-B65D-DC298D08BB58}"/>
              </a:ext>
            </a:extLst>
          </p:cNvPr>
          <p:cNvSpPr>
            <a:spLocks noGrp="1"/>
          </p:cNvSpPr>
          <p:nvPr>
            <p:ph type="body" sz="quarter" idx="10" hasCustomPrompt="1"/>
          </p:nvPr>
        </p:nvSpPr>
        <p:spPr>
          <a:xfrm>
            <a:off x="1260000" y="5040000"/>
            <a:ext cx="7992000" cy="288000"/>
          </a:xfrm>
        </p:spPr>
        <p:txBody>
          <a:bodyPr lIns="36000" rIns="36000" anchor="ctr"/>
          <a:lstStyle>
            <a:lvl1pPr marL="0" indent="0">
              <a:buNone/>
              <a:defRPr sz="1400">
                <a:solidFill>
                  <a:schemeClr val="bg1"/>
                </a:solidFill>
                <a:latin typeface="+mn-lt"/>
              </a:defRPr>
            </a:lvl1pPr>
          </a:lstStyle>
          <a:p>
            <a:pPr lvl="0"/>
            <a:r>
              <a:rPr lang="en-CA" noProof="0" dirty="0"/>
              <a:t>Name / Date</a:t>
            </a:r>
          </a:p>
        </p:txBody>
      </p:sp>
      <p:pic>
        <p:nvPicPr>
          <p:cNvPr id="6" name="Graphic 9">
            <a:extLst>
              <a:ext uri="{FF2B5EF4-FFF2-40B4-BE49-F238E27FC236}">
                <a16:creationId xmlns:a16="http://schemas.microsoft.com/office/drawing/2014/main" id="{67131FB2-12AA-80A8-A236-6A7987B4F52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96600" y="6248400"/>
            <a:ext cx="903783" cy="338919"/>
          </a:xfrm>
          <a:prstGeom prst="rect">
            <a:avLst/>
          </a:prstGeom>
        </p:spPr>
      </p:pic>
    </p:spTree>
    <p:extLst>
      <p:ext uri="{BB962C8B-B14F-4D97-AF65-F5344CB8AC3E}">
        <p14:creationId xmlns:p14="http://schemas.microsoft.com/office/powerpoint/2010/main" val="3551643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page - Man">
    <p:spTree>
      <p:nvGrpSpPr>
        <p:cNvPr id="1" name=""/>
        <p:cNvGrpSpPr/>
        <p:nvPr/>
      </p:nvGrpSpPr>
      <p:grpSpPr>
        <a:xfrm>
          <a:off x="0" y="0"/>
          <a:ext cx="0" cy="0"/>
          <a:chOff x="0" y="0"/>
          <a:chExt cx="0" cy="0"/>
        </a:xfrm>
      </p:grpSpPr>
      <p:pic>
        <p:nvPicPr>
          <p:cNvPr id="7" name="Picture 2">
            <a:extLst>
              <a:ext uri="{FF2B5EF4-FFF2-40B4-BE49-F238E27FC236}">
                <a16:creationId xmlns:a16="http://schemas.microsoft.com/office/drawing/2014/main" id="{8A1B612E-0191-4FA6-AA90-224A82FB1AE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flipH="1">
            <a:off x="0" y="0"/>
            <a:ext cx="12192000" cy="6858000"/>
          </a:xfrm>
          <a:prstGeom prst="rect">
            <a:avLst/>
          </a:prstGeom>
        </p:spPr>
      </p:pic>
      <p:sp>
        <p:nvSpPr>
          <p:cNvPr id="2" name="Title 1">
            <a:extLst>
              <a:ext uri="{FF2B5EF4-FFF2-40B4-BE49-F238E27FC236}">
                <a16:creationId xmlns:a16="http://schemas.microsoft.com/office/drawing/2014/main" id="{6A7264B1-E288-4B94-AC4C-204F8B722335}"/>
              </a:ext>
            </a:extLst>
          </p:cNvPr>
          <p:cNvSpPr>
            <a:spLocks noGrp="1"/>
          </p:cNvSpPr>
          <p:nvPr>
            <p:ph type="ctrTitle" hasCustomPrompt="1"/>
          </p:nvPr>
        </p:nvSpPr>
        <p:spPr>
          <a:xfrm>
            <a:off x="1260000" y="936000"/>
            <a:ext cx="5556080" cy="3204000"/>
          </a:xfrm>
        </p:spPr>
        <p:txBody>
          <a:bodyPr anchor="b">
            <a:normAutofit/>
          </a:bodyPr>
          <a:lstStyle>
            <a:lvl1pPr algn="l">
              <a:defRPr sz="7000" b="0">
                <a:solidFill>
                  <a:schemeClr val="tx2"/>
                </a:solidFill>
              </a:defRPr>
            </a:lvl1pPr>
          </a:lstStyle>
          <a:p>
            <a:r>
              <a:rPr lang="en-CA" dirty="0"/>
              <a:t>Click to add a title</a:t>
            </a:r>
          </a:p>
        </p:txBody>
      </p:sp>
      <p:sp>
        <p:nvSpPr>
          <p:cNvPr id="3" name="Subtitle 2">
            <a:extLst>
              <a:ext uri="{FF2B5EF4-FFF2-40B4-BE49-F238E27FC236}">
                <a16:creationId xmlns:a16="http://schemas.microsoft.com/office/drawing/2014/main" id="{C4C22559-EECF-459D-9BF6-A7957C887C3D}"/>
              </a:ext>
            </a:extLst>
          </p:cNvPr>
          <p:cNvSpPr>
            <a:spLocks noGrp="1"/>
          </p:cNvSpPr>
          <p:nvPr>
            <p:ph type="subTitle" idx="1" hasCustomPrompt="1"/>
          </p:nvPr>
        </p:nvSpPr>
        <p:spPr>
          <a:xfrm>
            <a:off x="1260000" y="4248000"/>
            <a:ext cx="5556080" cy="720000"/>
          </a:xfrm>
        </p:spPr>
        <p:txBody>
          <a:bodyPr lIns="36000" rIns="36000"/>
          <a:lstStyle>
            <a:lvl1pPr marL="0" indent="0" algn="l">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CA" dirty="0"/>
              <a:t>Click to add a subtitle</a:t>
            </a:r>
          </a:p>
        </p:txBody>
      </p:sp>
      <p:sp>
        <p:nvSpPr>
          <p:cNvPr id="9" name="Espace réservé du texte 4">
            <a:extLst>
              <a:ext uri="{FF2B5EF4-FFF2-40B4-BE49-F238E27FC236}">
                <a16:creationId xmlns:a16="http://schemas.microsoft.com/office/drawing/2014/main" id="{F21D7C7C-36C3-4B1B-B65D-DC298D08BB58}"/>
              </a:ext>
            </a:extLst>
          </p:cNvPr>
          <p:cNvSpPr>
            <a:spLocks noGrp="1"/>
          </p:cNvSpPr>
          <p:nvPr>
            <p:ph type="body" sz="quarter" idx="10" hasCustomPrompt="1"/>
          </p:nvPr>
        </p:nvSpPr>
        <p:spPr>
          <a:xfrm>
            <a:off x="1260000" y="5040000"/>
            <a:ext cx="5556080" cy="288000"/>
          </a:xfrm>
        </p:spPr>
        <p:txBody>
          <a:bodyPr lIns="36000" rIns="36000" anchor="ctr"/>
          <a:lstStyle>
            <a:lvl1pPr marL="0" indent="0">
              <a:buNone/>
              <a:defRPr sz="1400">
                <a:solidFill>
                  <a:schemeClr val="tx2"/>
                </a:solidFill>
                <a:latin typeface="+mn-lt"/>
              </a:defRPr>
            </a:lvl1pPr>
          </a:lstStyle>
          <a:p>
            <a:pPr lvl="0"/>
            <a:r>
              <a:rPr lang="en-CA" noProof="0" dirty="0"/>
              <a:t>Name / Date</a:t>
            </a:r>
          </a:p>
        </p:txBody>
      </p:sp>
      <p:pic>
        <p:nvPicPr>
          <p:cNvPr id="4" name="Graphic 9">
            <a:extLst>
              <a:ext uri="{FF2B5EF4-FFF2-40B4-BE49-F238E27FC236}">
                <a16:creationId xmlns:a16="http://schemas.microsoft.com/office/drawing/2014/main" id="{7D0774DF-949A-7E50-C0B8-DFFA822F3C8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96600" y="6248400"/>
            <a:ext cx="903783" cy="338919"/>
          </a:xfrm>
          <a:prstGeom prst="rect">
            <a:avLst/>
          </a:prstGeom>
        </p:spPr>
      </p:pic>
    </p:spTree>
    <p:extLst>
      <p:ext uri="{BB962C8B-B14F-4D97-AF65-F5344CB8AC3E}">
        <p14:creationId xmlns:p14="http://schemas.microsoft.com/office/powerpoint/2010/main" val="27764282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page - Woman">
    <p:spTree>
      <p:nvGrpSpPr>
        <p:cNvPr id="1" name=""/>
        <p:cNvGrpSpPr/>
        <p:nvPr/>
      </p:nvGrpSpPr>
      <p:grpSpPr>
        <a:xfrm>
          <a:off x="0" y="0"/>
          <a:ext cx="0" cy="0"/>
          <a:chOff x="0" y="0"/>
          <a:chExt cx="0" cy="0"/>
        </a:xfrm>
      </p:grpSpPr>
      <p:pic>
        <p:nvPicPr>
          <p:cNvPr id="10" name="Picture Placeholder 7">
            <a:extLst>
              <a:ext uri="{FF2B5EF4-FFF2-40B4-BE49-F238E27FC236}">
                <a16:creationId xmlns:a16="http://schemas.microsoft.com/office/drawing/2014/main" id="{974435B6-CDAC-42DE-8352-14ED811BA99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70" r="70"/>
          <a:stretch/>
        </p:blipFill>
        <p:spPr bwMode="auto">
          <a:xfrm>
            <a:off x="1524" y="0"/>
            <a:ext cx="12188952" cy="6858000"/>
          </a:xfrm>
          <a:prstGeom prst="rect">
            <a:avLst/>
          </a:prstGeom>
          <a:noFill/>
          <a:ln>
            <a:noFill/>
          </a:ln>
          <a:extLst>
            <a:ext uri="{FAA26D3D-D897-4be2-8F04-BA451C77F1D7}">
              <ma14:placeholderFlag xmlns:a16="http://schemas.microsoft.com/office/drawing/2014/main" xmlns:a14="http://schemas.microsoft.com/office/drawing/2010/main" xmlns:asvg="http://schemas.microsoft.com/office/drawing/2016/SVG/main" xmlns:p14="http://schemas.microsoft.com/office/powerpoint/2010/main" xmlns:ma14="http://schemas.microsoft.com/office/mac/drawingml/2011/main" xmlns="" val="1"/>
            </a:ext>
            <a:ext uri="{909E8E84-426E-40dd-AFC4-6F175D3DCCD1}">
              <a14:hiddenFill xmlns:a16="http://schemas.microsoft.com/office/drawing/2014/main" xmlns:ma14="http://schemas.microsoft.com/office/mac/drawingml/2011/main" xmlns:asvg="http://schemas.microsoft.com/office/drawing/2016/SVG/main" xmlns:p14="http://schemas.microsoft.com/office/powerpoint/2010/main" xmlns:a14="http://schemas.microsoft.com/office/drawing/2010/main" xmlns="">
                <a:solidFill>
                  <a:srgbClr val="FFFFFF"/>
                </a:solidFill>
              </a14:hiddenFill>
            </a:ext>
            <a:ext uri="{91240B29-F687-4f45-9708-019B960494DF}">
              <a14:hiddenLine xmlns:a16="http://schemas.microsoft.com/office/drawing/2014/main" xmlns:ma14="http://schemas.microsoft.com/office/mac/drawingml/2011/main" xmlns:asvg="http://schemas.microsoft.com/office/drawing/2016/SVG/main" xmlns:p14="http://schemas.microsoft.com/office/powerpoint/2010/main" xmlns:a14="http://schemas.microsoft.com/office/drawing/2010/main" xmlns="" w="9525">
                <a:solidFill>
                  <a:srgbClr val="000000"/>
                </a:solidFill>
                <a:miter lim="800000"/>
                <a:headEnd/>
                <a:tailEnd/>
              </a14:hiddenLine>
            </a:ext>
          </a:extLst>
        </p:spPr>
      </p:pic>
      <p:sp>
        <p:nvSpPr>
          <p:cNvPr id="2" name="Title 1">
            <a:extLst>
              <a:ext uri="{FF2B5EF4-FFF2-40B4-BE49-F238E27FC236}">
                <a16:creationId xmlns:a16="http://schemas.microsoft.com/office/drawing/2014/main" id="{6A7264B1-E288-4B94-AC4C-204F8B722335}"/>
              </a:ext>
            </a:extLst>
          </p:cNvPr>
          <p:cNvSpPr>
            <a:spLocks noGrp="1"/>
          </p:cNvSpPr>
          <p:nvPr>
            <p:ph type="ctrTitle" hasCustomPrompt="1"/>
          </p:nvPr>
        </p:nvSpPr>
        <p:spPr>
          <a:xfrm>
            <a:off x="1260000" y="936000"/>
            <a:ext cx="5554800" cy="3204000"/>
          </a:xfrm>
        </p:spPr>
        <p:txBody>
          <a:bodyPr anchor="b">
            <a:normAutofit/>
          </a:bodyPr>
          <a:lstStyle>
            <a:lvl1pPr algn="l">
              <a:defRPr sz="7000" b="0">
                <a:solidFill>
                  <a:schemeClr val="tx2"/>
                </a:solidFill>
              </a:defRPr>
            </a:lvl1pPr>
          </a:lstStyle>
          <a:p>
            <a:r>
              <a:rPr lang="en-CA" dirty="0"/>
              <a:t>Click to add a title</a:t>
            </a:r>
          </a:p>
        </p:txBody>
      </p:sp>
      <p:sp>
        <p:nvSpPr>
          <p:cNvPr id="3" name="Subtitle 2">
            <a:extLst>
              <a:ext uri="{FF2B5EF4-FFF2-40B4-BE49-F238E27FC236}">
                <a16:creationId xmlns:a16="http://schemas.microsoft.com/office/drawing/2014/main" id="{C4C22559-EECF-459D-9BF6-A7957C887C3D}"/>
              </a:ext>
            </a:extLst>
          </p:cNvPr>
          <p:cNvSpPr>
            <a:spLocks noGrp="1"/>
          </p:cNvSpPr>
          <p:nvPr>
            <p:ph type="subTitle" idx="1" hasCustomPrompt="1"/>
          </p:nvPr>
        </p:nvSpPr>
        <p:spPr>
          <a:xfrm>
            <a:off x="1260000" y="4248000"/>
            <a:ext cx="5554800" cy="720000"/>
          </a:xfrm>
        </p:spPr>
        <p:txBody>
          <a:bodyPr lIns="36000" rIns="36000"/>
          <a:lstStyle>
            <a:lvl1pPr marL="0" indent="0" algn="l">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CA" dirty="0"/>
              <a:t>Click to add a subtitle</a:t>
            </a:r>
          </a:p>
        </p:txBody>
      </p:sp>
      <p:sp>
        <p:nvSpPr>
          <p:cNvPr id="9" name="Espace réservé du texte 4">
            <a:extLst>
              <a:ext uri="{FF2B5EF4-FFF2-40B4-BE49-F238E27FC236}">
                <a16:creationId xmlns:a16="http://schemas.microsoft.com/office/drawing/2014/main" id="{F21D7C7C-36C3-4B1B-B65D-DC298D08BB58}"/>
              </a:ext>
            </a:extLst>
          </p:cNvPr>
          <p:cNvSpPr>
            <a:spLocks noGrp="1"/>
          </p:cNvSpPr>
          <p:nvPr>
            <p:ph type="body" sz="quarter" idx="10" hasCustomPrompt="1"/>
          </p:nvPr>
        </p:nvSpPr>
        <p:spPr>
          <a:xfrm>
            <a:off x="1260000" y="5040000"/>
            <a:ext cx="5554800" cy="288000"/>
          </a:xfrm>
        </p:spPr>
        <p:txBody>
          <a:bodyPr lIns="36000" rIns="36000" anchor="ctr"/>
          <a:lstStyle>
            <a:lvl1pPr marL="0" indent="0">
              <a:buNone/>
              <a:defRPr sz="1400">
                <a:solidFill>
                  <a:schemeClr val="tx2"/>
                </a:solidFill>
                <a:latin typeface="+mn-lt"/>
              </a:defRPr>
            </a:lvl1pPr>
          </a:lstStyle>
          <a:p>
            <a:pPr lvl="0"/>
            <a:r>
              <a:rPr lang="en-CA" noProof="0" dirty="0"/>
              <a:t>Name / Date</a:t>
            </a:r>
          </a:p>
        </p:txBody>
      </p:sp>
      <p:pic>
        <p:nvPicPr>
          <p:cNvPr id="4" name="Graphic 9">
            <a:extLst>
              <a:ext uri="{FF2B5EF4-FFF2-40B4-BE49-F238E27FC236}">
                <a16:creationId xmlns:a16="http://schemas.microsoft.com/office/drawing/2014/main" id="{93B82121-FF43-AEA8-152B-B9583C23C1C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96600" y="6248400"/>
            <a:ext cx="903783" cy="338919"/>
          </a:xfrm>
          <a:prstGeom prst="rect">
            <a:avLst/>
          </a:prstGeom>
        </p:spPr>
      </p:pic>
    </p:spTree>
    <p:extLst>
      <p:ext uri="{BB962C8B-B14F-4D97-AF65-F5344CB8AC3E}">
        <p14:creationId xmlns:p14="http://schemas.microsoft.com/office/powerpoint/2010/main" val="40479747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Page couverture - CIVIL">
    <p:spTree>
      <p:nvGrpSpPr>
        <p:cNvPr id="1" name=""/>
        <p:cNvGrpSpPr/>
        <p:nvPr/>
      </p:nvGrpSpPr>
      <p:grpSpPr>
        <a:xfrm>
          <a:off x="0" y="0"/>
          <a:ext cx="0" cy="0"/>
          <a:chOff x="0" y="0"/>
          <a:chExt cx="0" cy="0"/>
        </a:xfrm>
      </p:grpSpPr>
      <p:pic>
        <p:nvPicPr>
          <p:cNvPr id="6" name="Picture 5" descr="A person driving a car&#10;&#10;Description automatically generated with low confidence">
            <a:extLst>
              <a:ext uri="{FF2B5EF4-FFF2-40B4-BE49-F238E27FC236}">
                <a16:creationId xmlns:a16="http://schemas.microsoft.com/office/drawing/2014/main" id="{20F3C24B-692D-4B0B-A8EA-557EE591A8A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763" r="2220" b="17902"/>
          <a:stretch/>
        </p:blipFill>
        <p:spPr>
          <a:xfrm>
            <a:off x="1" y="0"/>
            <a:ext cx="12192000" cy="6858000"/>
          </a:xfrm>
          <a:prstGeom prst="rect">
            <a:avLst/>
          </a:prstGeom>
        </p:spPr>
      </p:pic>
      <p:sp>
        <p:nvSpPr>
          <p:cNvPr id="2" name="Title 1">
            <a:extLst>
              <a:ext uri="{FF2B5EF4-FFF2-40B4-BE49-F238E27FC236}">
                <a16:creationId xmlns:a16="http://schemas.microsoft.com/office/drawing/2014/main" id="{6A7264B1-E288-4B94-AC4C-204F8B722335}"/>
              </a:ext>
            </a:extLst>
          </p:cNvPr>
          <p:cNvSpPr>
            <a:spLocks noGrp="1"/>
          </p:cNvSpPr>
          <p:nvPr>
            <p:ph type="ctrTitle" hasCustomPrompt="1"/>
          </p:nvPr>
        </p:nvSpPr>
        <p:spPr>
          <a:xfrm>
            <a:off x="1260000" y="936000"/>
            <a:ext cx="5554800" cy="3204000"/>
          </a:xfrm>
        </p:spPr>
        <p:txBody>
          <a:bodyPr anchor="b">
            <a:normAutofit/>
          </a:bodyPr>
          <a:lstStyle>
            <a:lvl1pPr algn="l">
              <a:defRPr sz="7000" b="0">
                <a:solidFill>
                  <a:schemeClr val="bg1"/>
                </a:solidFill>
              </a:defRPr>
            </a:lvl1pPr>
          </a:lstStyle>
          <a:p>
            <a:r>
              <a:rPr lang="en-CA" dirty="0"/>
              <a:t>Click to add a title</a:t>
            </a:r>
            <a:endParaRPr lang="fr-CA" dirty="0"/>
          </a:p>
        </p:txBody>
      </p:sp>
      <p:sp>
        <p:nvSpPr>
          <p:cNvPr id="3" name="Subtitle 2">
            <a:extLst>
              <a:ext uri="{FF2B5EF4-FFF2-40B4-BE49-F238E27FC236}">
                <a16:creationId xmlns:a16="http://schemas.microsoft.com/office/drawing/2014/main" id="{C4C22559-EECF-459D-9BF6-A7957C887C3D}"/>
              </a:ext>
            </a:extLst>
          </p:cNvPr>
          <p:cNvSpPr>
            <a:spLocks noGrp="1"/>
          </p:cNvSpPr>
          <p:nvPr>
            <p:ph type="subTitle" idx="1" hasCustomPrompt="1"/>
          </p:nvPr>
        </p:nvSpPr>
        <p:spPr>
          <a:xfrm>
            <a:off x="1260000" y="4248000"/>
            <a:ext cx="5554800" cy="720000"/>
          </a:xfrm>
        </p:spPr>
        <p:txBody>
          <a:bodyPr lIns="36000" rIns="36000"/>
          <a:lstStyle>
            <a:lvl1pPr marL="0" indent="0" algn="l">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CA" dirty="0"/>
              <a:t>Click to add a subtitle</a:t>
            </a:r>
          </a:p>
        </p:txBody>
      </p:sp>
      <p:sp>
        <p:nvSpPr>
          <p:cNvPr id="9" name="Espace réservé du texte 4">
            <a:extLst>
              <a:ext uri="{FF2B5EF4-FFF2-40B4-BE49-F238E27FC236}">
                <a16:creationId xmlns:a16="http://schemas.microsoft.com/office/drawing/2014/main" id="{F21D7C7C-36C3-4B1B-B65D-DC298D08BB58}"/>
              </a:ext>
            </a:extLst>
          </p:cNvPr>
          <p:cNvSpPr>
            <a:spLocks noGrp="1"/>
          </p:cNvSpPr>
          <p:nvPr>
            <p:ph type="body" sz="quarter" idx="10" hasCustomPrompt="1"/>
          </p:nvPr>
        </p:nvSpPr>
        <p:spPr>
          <a:xfrm>
            <a:off x="1260000" y="5040000"/>
            <a:ext cx="5554800" cy="288000"/>
          </a:xfrm>
        </p:spPr>
        <p:txBody>
          <a:bodyPr anchor="ctr"/>
          <a:lstStyle>
            <a:lvl1pPr marL="0" indent="0">
              <a:buNone/>
              <a:defRPr sz="1400">
                <a:solidFill>
                  <a:schemeClr val="bg1"/>
                </a:solidFill>
                <a:latin typeface="+mn-lt"/>
              </a:defRPr>
            </a:lvl1pPr>
          </a:lstStyle>
          <a:p>
            <a:pPr lvl="0"/>
            <a:r>
              <a:rPr lang="en-CA" noProof="0" dirty="0"/>
              <a:t>Name / Date</a:t>
            </a:r>
          </a:p>
        </p:txBody>
      </p:sp>
      <p:pic>
        <p:nvPicPr>
          <p:cNvPr id="4" name="Graphic 9">
            <a:extLst>
              <a:ext uri="{FF2B5EF4-FFF2-40B4-BE49-F238E27FC236}">
                <a16:creationId xmlns:a16="http://schemas.microsoft.com/office/drawing/2014/main" id="{2DC834FB-6726-F420-B0BF-41FEFA30C60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96600" y="6248400"/>
            <a:ext cx="903783" cy="338919"/>
          </a:xfrm>
          <a:prstGeom prst="rect">
            <a:avLst/>
          </a:prstGeom>
        </p:spPr>
      </p:pic>
    </p:spTree>
    <p:extLst>
      <p:ext uri="{BB962C8B-B14F-4D97-AF65-F5344CB8AC3E}">
        <p14:creationId xmlns:p14="http://schemas.microsoft.com/office/powerpoint/2010/main" val="579247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 page - TECH">
    <p:spTree>
      <p:nvGrpSpPr>
        <p:cNvPr id="1" name=""/>
        <p:cNvGrpSpPr/>
        <p:nvPr/>
      </p:nvGrpSpPr>
      <p:grpSpPr>
        <a:xfrm>
          <a:off x="0" y="0"/>
          <a:ext cx="0" cy="0"/>
          <a:chOff x="0" y="0"/>
          <a:chExt cx="0" cy="0"/>
        </a:xfrm>
      </p:grpSpPr>
      <p:pic>
        <p:nvPicPr>
          <p:cNvPr id="4" name="Picture 3" descr="A person wearing virtual reality goggles&#10;&#10;Description automatically generated">
            <a:extLst>
              <a:ext uri="{FF2B5EF4-FFF2-40B4-BE49-F238E27FC236}">
                <a16:creationId xmlns:a16="http://schemas.microsoft.com/office/drawing/2014/main" id="{63B7F8C4-EF1F-26EB-C338-274E105D805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3152" b="2305"/>
          <a:stretch/>
        </p:blipFill>
        <p:spPr>
          <a:xfrm>
            <a:off x="0" y="0"/>
            <a:ext cx="12192000" cy="6858000"/>
          </a:xfrm>
          <a:prstGeom prst="rect">
            <a:avLst/>
          </a:prstGeom>
        </p:spPr>
      </p:pic>
      <p:sp>
        <p:nvSpPr>
          <p:cNvPr id="2" name="Title 1">
            <a:extLst>
              <a:ext uri="{FF2B5EF4-FFF2-40B4-BE49-F238E27FC236}">
                <a16:creationId xmlns:a16="http://schemas.microsoft.com/office/drawing/2014/main" id="{6A7264B1-E288-4B94-AC4C-204F8B722335}"/>
              </a:ext>
            </a:extLst>
          </p:cNvPr>
          <p:cNvSpPr>
            <a:spLocks noGrp="1"/>
          </p:cNvSpPr>
          <p:nvPr>
            <p:ph type="ctrTitle" hasCustomPrompt="1"/>
          </p:nvPr>
        </p:nvSpPr>
        <p:spPr>
          <a:xfrm>
            <a:off x="1259999" y="936000"/>
            <a:ext cx="5554800" cy="3204000"/>
          </a:xfrm>
        </p:spPr>
        <p:txBody>
          <a:bodyPr anchor="b">
            <a:normAutofit/>
          </a:bodyPr>
          <a:lstStyle>
            <a:lvl1pPr algn="l">
              <a:defRPr sz="7000" b="0">
                <a:solidFill>
                  <a:schemeClr val="tx2"/>
                </a:solidFill>
              </a:defRPr>
            </a:lvl1pPr>
          </a:lstStyle>
          <a:p>
            <a:r>
              <a:rPr lang="en-CA" dirty="0"/>
              <a:t>Click to add a title</a:t>
            </a:r>
          </a:p>
        </p:txBody>
      </p:sp>
      <p:sp>
        <p:nvSpPr>
          <p:cNvPr id="3" name="Subtitle 2">
            <a:extLst>
              <a:ext uri="{FF2B5EF4-FFF2-40B4-BE49-F238E27FC236}">
                <a16:creationId xmlns:a16="http://schemas.microsoft.com/office/drawing/2014/main" id="{C4C22559-EECF-459D-9BF6-A7957C887C3D}"/>
              </a:ext>
            </a:extLst>
          </p:cNvPr>
          <p:cNvSpPr>
            <a:spLocks noGrp="1"/>
          </p:cNvSpPr>
          <p:nvPr>
            <p:ph type="subTitle" idx="1" hasCustomPrompt="1"/>
          </p:nvPr>
        </p:nvSpPr>
        <p:spPr>
          <a:xfrm>
            <a:off x="1259999" y="4248000"/>
            <a:ext cx="5554800" cy="720000"/>
          </a:xfrm>
        </p:spPr>
        <p:txBody>
          <a:bodyPr lIns="36000" rIns="36000"/>
          <a:lstStyle>
            <a:lvl1pPr marL="0" indent="0" algn="l">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CA" dirty="0"/>
              <a:t>Click to add a subtitle</a:t>
            </a:r>
          </a:p>
        </p:txBody>
      </p:sp>
      <p:sp>
        <p:nvSpPr>
          <p:cNvPr id="9" name="Espace réservé du texte 4">
            <a:extLst>
              <a:ext uri="{FF2B5EF4-FFF2-40B4-BE49-F238E27FC236}">
                <a16:creationId xmlns:a16="http://schemas.microsoft.com/office/drawing/2014/main" id="{F21D7C7C-36C3-4B1B-B65D-DC298D08BB58}"/>
              </a:ext>
            </a:extLst>
          </p:cNvPr>
          <p:cNvSpPr>
            <a:spLocks noGrp="1"/>
          </p:cNvSpPr>
          <p:nvPr>
            <p:ph type="body" sz="quarter" idx="10" hasCustomPrompt="1"/>
          </p:nvPr>
        </p:nvSpPr>
        <p:spPr>
          <a:xfrm>
            <a:off x="1259999" y="5040000"/>
            <a:ext cx="5554800" cy="288000"/>
          </a:xfrm>
        </p:spPr>
        <p:txBody>
          <a:bodyPr lIns="36000" rIns="36000" anchor="ctr"/>
          <a:lstStyle>
            <a:lvl1pPr marL="0" indent="0">
              <a:buNone/>
              <a:defRPr sz="1400">
                <a:solidFill>
                  <a:schemeClr val="tx2"/>
                </a:solidFill>
                <a:latin typeface="+mn-lt"/>
              </a:defRPr>
            </a:lvl1pPr>
          </a:lstStyle>
          <a:p>
            <a:pPr lvl="0"/>
            <a:r>
              <a:rPr lang="en-CA" noProof="0" dirty="0"/>
              <a:t>Name / Date</a:t>
            </a:r>
          </a:p>
        </p:txBody>
      </p:sp>
      <p:pic>
        <p:nvPicPr>
          <p:cNvPr id="5" name="Graphic 9">
            <a:extLst>
              <a:ext uri="{FF2B5EF4-FFF2-40B4-BE49-F238E27FC236}">
                <a16:creationId xmlns:a16="http://schemas.microsoft.com/office/drawing/2014/main" id="{61C0BE10-34FC-347C-BA58-AD1D1567AF4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96600" y="6248400"/>
            <a:ext cx="903783" cy="338919"/>
          </a:xfrm>
          <a:prstGeom prst="rect">
            <a:avLst/>
          </a:prstGeom>
        </p:spPr>
      </p:pic>
    </p:spTree>
    <p:extLst>
      <p:ext uri="{BB962C8B-B14F-4D97-AF65-F5344CB8AC3E}">
        <p14:creationId xmlns:p14="http://schemas.microsoft.com/office/powerpoint/2010/main" val="1755148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Page couverture - DÉFENSE ET SÉCURITÉ">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28DBC67-E65C-46F8-85F8-654124F9597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041" t="3593" r="15135" b="15584"/>
          <a:stretch/>
        </p:blipFill>
        <p:spPr>
          <a:xfrm>
            <a:off x="-1" y="0"/>
            <a:ext cx="12192001" cy="6858000"/>
          </a:xfrm>
          <a:prstGeom prst="rect">
            <a:avLst/>
          </a:prstGeom>
        </p:spPr>
      </p:pic>
      <p:sp>
        <p:nvSpPr>
          <p:cNvPr id="4" name="Title 1">
            <a:extLst>
              <a:ext uri="{FF2B5EF4-FFF2-40B4-BE49-F238E27FC236}">
                <a16:creationId xmlns:a16="http://schemas.microsoft.com/office/drawing/2014/main" id="{34E546ED-0C8C-FF9A-A840-8FB554827F88}"/>
              </a:ext>
            </a:extLst>
          </p:cNvPr>
          <p:cNvSpPr>
            <a:spLocks noGrp="1"/>
          </p:cNvSpPr>
          <p:nvPr>
            <p:ph type="ctrTitle" hasCustomPrompt="1"/>
          </p:nvPr>
        </p:nvSpPr>
        <p:spPr>
          <a:xfrm>
            <a:off x="1260000" y="936000"/>
            <a:ext cx="5554800" cy="3204000"/>
          </a:xfrm>
        </p:spPr>
        <p:txBody>
          <a:bodyPr anchor="b">
            <a:normAutofit/>
          </a:bodyPr>
          <a:lstStyle>
            <a:lvl1pPr algn="l">
              <a:defRPr sz="7000" b="0">
                <a:solidFill>
                  <a:schemeClr val="bg1"/>
                </a:solidFill>
              </a:defRPr>
            </a:lvl1pPr>
          </a:lstStyle>
          <a:p>
            <a:r>
              <a:rPr lang="en-CA" dirty="0"/>
              <a:t>Click to add a title</a:t>
            </a:r>
            <a:endParaRPr lang="fr-CA" dirty="0"/>
          </a:p>
        </p:txBody>
      </p:sp>
      <p:sp>
        <p:nvSpPr>
          <p:cNvPr id="5" name="Subtitle 2">
            <a:extLst>
              <a:ext uri="{FF2B5EF4-FFF2-40B4-BE49-F238E27FC236}">
                <a16:creationId xmlns:a16="http://schemas.microsoft.com/office/drawing/2014/main" id="{93F16447-3DFE-7850-0355-057007840625}"/>
              </a:ext>
            </a:extLst>
          </p:cNvPr>
          <p:cNvSpPr>
            <a:spLocks noGrp="1"/>
          </p:cNvSpPr>
          <p:nvPr>
            <p:ph type="subTitle" idx="1" hasCustomPrompt="1"/>
          </p:nvPr>
        </p:nvSpPr>
        <p:spPr>
          <a:xfrm>
            <a:off x="1260000" y="4248000"/>
            <a:ext cx="5554800" cy="720000"/>
          </a:xfrm>
        </p:spPr>
        <p:txBody>
          <a:bodyPr lIns="36000" rIns="36000"/>
          <a:lstStyle>
            <a:lvl1pPr marL="0" indent="0" algn="l">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CA" dirty="0"/>
              <a:t>Click to add a subtitle</a:t>
            </a:r>
          </a:p>
        </p:txBody>
      </p:sp>
      <p:sp>
        <p:nvSpPr>
          <p:cNvPr id="6" name="Espace réservé du texte 4">
            <a:extLst>
              <a:ext uri="{FF2B5EF4-FFF2-40B4-BE49-F238E27FC236}">
                <a16:creationId xmlns:a16="http://schemas.microsoft.com/office/drawing/2014/main" id="{7312D5FB-5AB8-8CB1-4FE1-0E3609F9D76C}"/>
              </a:ext>
            </a:extLst>
          </p:cNvPr>
          <p:cNvSpPr>
            <a:spLocks noGrp="1"/>
          </p:cNvSpPr>
          <p:nvPr>
            <p:ph type="body" sz="quarter" idx="10" hasCustomPrompt="1"/>
          </p:nvPr>
        </p:nvSpPr>
        <p:spPr>
          <a:xfrm>
            <a:off x="1260000" y="5040000"/>
            <a:ext cx="5554800" cy="288000"/>
          </a:xfrm>
        </p:spPr>
        <p:txBody>
          <a:bodyPr anchor="ctr"/>
          <a:lstStyle>
            <a:lvl1pPr marL="0" indent="0">
              <a:buNone/>
              <a:defRPr sz="1400">
                <a:solidFill>
                  <a:schemeClr val="bg1"/>
                </a:solidFill>
                <a:latin typeface="+mn-lt"/>
              </a:defRPr>
            </a:lvl1pPr>
          </a:lstStyle>
          <a:p>
            <a:pPr lvl="0"/>
            <a:r>
              <a:rPr lang="en-CA" noProof="0" dirty="0"/>
              <a:t>Name / Date</a:t>
            </a:r>
          </a:p>
        </p:txBody>
      </p:sp>
      <p:pic>
        <p:nvPicPr>
          <p:cNvPr id="2" name="Graphic 9">
            <a:extLst>
              <a:ext uri="{FF2B5EF4-FFF2-40B4-BE49-F238E27FC236}">
                <a16:creationId xmlns:a16="http://schemas.microsoft.com/office/drawing/2014/main" id="{034F310E-9392-23C6-86D8-B560FC88216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96600" y="6248400"/>
            <a:ext cx="903783" cy="338919"/>
          </a:xfrm>
          <a:prstGeom prst="rect">
            <a:avLst/>
          </a:prstGeom>
        </p:spPr>
      </p:pic>
    </p:spTree>
    <p:extLst>
      <p:ext uri="{BB962C8B-B14F-4D97-AF65-F5344CB8AC3E}">
        <p14:creationId xmlns:p14="http://schemas.microsoft.com/office/powerpoint/2010/main" val="948804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44" name="Picture Placeholder 29">
            <a:extLst>
              <a:ext uri="{FF2B5EF4-FFF2-40B4-BE49-F238E27FC236}">
                <a16:creationId xmlns:a16="http://schemas.microsoft.com/office/drawing/2014/main" id="{FCEF5199-20BA-24AA-969E-6E164F7A96DB}"/>
              </a:ext>
            </a:extLst>
          </p:cNvPr>
          <p:cNvSpPr>
            <a:spLocks noGrp="1"/>
          </p:cNvSpPr>
          <p:nvPr>
            <p:ph type="pic" sz="quarter" idx="30"/>
          </p:nvPr>
        </p:nvSpPr>
        <p:spPr>
          <a:xfrm>
            <a:off x="685800" y="4660900"/>
            <a:ext cx="1354449" cy="1549400"/>
          </a:xfrm>
          <a:solidFill>
            <a:schemeClr val="bg2"/>
          </a:solidFill>
        </p:spPr>
        <p:txBody>
          <a:bodyPr/>
          <a:lstStyle>
            <a:lvl1pPr>
              <a:defRPr sz="1400"/>
            </a:lvl1pPr>
          </a:lstStyle>
          <a:p>
            <a:endParaRPr lang="en-CA"/>
          </a:p>
        </p:txBody>
      </p:sp>
      <p:sp>
        <p:nvSpPr>
          <p:cNvPr id="45" name="Picture Placeholder 29">
            <a:extLst>
              <a:ext uri="{FF2B5EF4-FFF2-40B4-BE49-F238E27FC236}">
                <a16:creationId xmlns:a16="http://schemas.microsoft.com/office/drawing/2014/main" id="{493D64F9-AEC6-A3A7-3202-41A348F6431A}"/>
              </a:ext>
            </a:extLst>
          </p:cNvPr>
          <p:cNvSpPr>
            <a:spLocks noGrp="1"/>
          </p:cNvSpPr>
          <p:nvPr>
            <p:ph type="pic" sz="quarter" idx="31"/>
          </p:nvPr>
        </p:nvSpPr>
        <p:spPr>
          <a:xfrm>
            <a:off x="2263458" y="4660900"/>
            <a:ext cx="1354449" cy="1549400"/>
          </a:xfrm>
          <a:solidFill>
            <a:schemeClr val="bg2"/>
          </a:solidFill>
        </p:spPr>
        <p:txBody>
          <a:bodyPr/>
          <a:lstStyle>
            <a:lvl1pPr>
              <a:defRPr sz="1400"/>
            </a:lvl1pPr>
          </a:lstStyle>
          <a:p>
            <a:endParaRPr lang="en-CA"/>
          </a:p>
        </p:txBody>
      </p:sp>
      <p:sp>
        <p:nvSpPr>
          <p:cNvPr id="46" name="Picture Placeholder 29">
            <a:extLst>
              <a:ext uri="{FF2B5EF4-FFF2-40B4-BE49-F238E27FC236}">
                <a16:creationId xmlns:a16="http://schemas.microsoft.com/office/drawing/2014/main" id="{B8B7BA42-41FF-4682-ECB6-CA1503BA1867}"/>
              </a:ext>
            </a:extLst>
          </p:cNvPr>
          <p:cNvSpPr>
            <a:spLocks noGrp="1"/>
          </p:cNvSpPr>
          <p:nvPr>
            <p:ph type="pic" sz="quarter" idx="32"/>
          </p:nvPr>
        </p:nvSpPr>
        <p:spPr>
          <a:xfrm>
            <a:off x="3841117" y="4660900"/>
            <a:ext cx="1354449" cy="1549400"/>
          </a:xfrm>
          <a:solidFill>
            <a:schemeClr val="bg2"/>
          </a:solidFill>
        </p:spPr>
        <p:txBody>
          <a:bodyPr/>
          <a:lstStyle>
            <a:lvl1pPr>
              <a:defRPr sz="1400"/>
            </a:lvl1pPr>
          </a:lstStyle>
          <a:p>
            <a:endParaRPr lang="en-CA"/>
          </a:p>
        </p:txBody>
      </p:sp>
      <p:sp>
        <p:nvSpPr>
          <p:cNvPr id="47" name="Picture Placeholder 29">
            <a:extLst>
              <a:ext uri="{FF2B5EF4-FFF2-40B4-BE49-F238E27FC236}">
                <a16:creationId xmlns:a16="http://schemas.microsoft.com/office/drawing/2014/main" id="{755E2D17-2F20-4EE6-57B9-3A7B6E28D9A9}"/>
              </a:ext>
            </a:extLst>
          </p:cNvPr>
          <p:cNvSpPr>
            <a:spLocks noGrp="1"/>
          </p:cNvSpPr>
          <p:nvPr>
            <p:ph type="pic" sz="quarter" idx="33"/>
          </p:nvPr>
        </p:nvSpPr>
        <p:spPr>
          <a:xfrm>
            <a:off x="5418775" y="4660900"/>
            <a:ext cx="1354449" cy="1549400"/>
          </a:xfrm>
          <a:solidFill>
            <a:schemeClr val="bg2"/>
          </a:solidFill>
        </p:spPr>
        <p:txBody>
          <a:bodyPr/>
          <a:lstStyle>
            <a:lvl1pPr>
              <a:defRPr sz="1400"/>
            </a:lvl1pPr>
          </a:lstStyle>
          <a:p>
            <a:endParaRPr lang="en-CA"/>
          </a:p>
        </p:txBody>
      </p:sp>
      <p:sp>
        <p:nvSpPr>
          <p:cNvPr id="48" name="Picture Placeholder 29">
            <a:extLst>
              <a:ext uri="{FF2B5EF4-FFF2-40B4-BE49-F238E27FC236}">
                <a16:creationId xmlns:a16="http://schemas.microsoft.com/office/drawing/2014/main" id="{B7647862-2E5C-2107-8081-9C7EEA450498}"/>
              </a:ext>
            </a:extLst>
          </p:cNvPr>
          <p:cNvSpPr>
            <a:spLocks noGrp="1"/>
          </p:cNvSpPr>
          <p:nvPr>
            <p:ph type="pic" sz="quarter" idx="34"/>
          </p:nvPr>
        </p:nvSpPr>
        <p:spPr>
          <a:xfrm>
            <a:off x="6996434" y="4660900"/>
            <a:ext cx="1354449" cy="1549400"/>
          </a:xfrm>
          <a:solidFill>
            <a:schemeClr val="bg2"/>
          </a:solidFill>
        </p:spPr>
        <p:txBody>
          <a:bodyPr/>
          <a:lstStyle>
            <a:lvl1pPr>
              <a:defRPr sz="1400"/>
            </a:lvl1pPr>
          </a:lstStyle>
          <a:p>
            <a:endParaRPr lang="en-CA"/>
          </a:p>
        </p:txBody>
      </p:sp>
      <p:sp>
        <p:nvSpPr>
          <p:cNvPr id="49" name="Picture Placeholder 29">
            <a:extLst>
              <a:ext uri="{FF2B5EF4-FFF2-40B4-BE49-F238E27FC236}">
                <a16:creationId xmlns:a16="http://schemas.microsoft.com/office/drawing/2014/main" id="{1EFF31A3-356C-D517-1E3E-BE182E81226E}"/>
              </a:ext>
            </a:extLst>
          </p:cNvPr>
          <p:cNvSpPr>
            <a:spLocks noGrp="1"/>
          </p:cNvSpPr>
          <p:nvPr>
            <p:ph type="pic" sz="quarter" idx="35"/>
          </p:nvPr>
        </p:nvSpPr>
        <p:spPr>
          <a:xfrm>
            <a:off x="8574092" y="4660900"/>
            <a:ext cx="1354449" cy="1549400"/>
          </a:xfrm>
          <a:solidFill>
            <a:schemeClr val="bg2"/>
          </a:solidFill>
        </p:spPr>
        <p:txBody>
          <a:bodyPr/>
          <a:lstStyle>
            <a:lvl1pPr>
              <a:defRPr sz="1400"/>
            </a:lvl1pPr>
          </a:lstStyle>
          <a:p>
            <a:endParaRPr lang="en-CA"/>
          </a:p>
        </p:txBody>
      </p:sp>
      <p:sp>
        <p:nvSpPr>
          <p:cNvPr id="50" name="Picture Placeholder 29">
            <a:extLst>
              <a:ext uri="{FF2B5EF4-FFF2-40B4-BE49-F238E27FC236}">
                <a16:creationId xmlns:a16="http://schemas.microsoft.com/office/drawing/2014/main" id="{2873BC84-1FF7-D6B5-2FDD-1FDBF496FE66}"/>
              </a:ext>
            </a:extLst>
          </p:cNvPr>
          <p:cNvSpPr>
            <a:spLocks noGrp="1"/>
          </p:cNvSpPr>
          <p:nvPr>
            <p:ph type="pic" sz="quarter" idx="36"/>
          </p:nvPr>
        </p:nvSpPr>
        <p:spPr>
          <a:xfrm>
            <a:off x="10151751" y="4660900"/>
            <a:ext cx="1354449" cy="1549400"/>
          </a:xfrm>
          <a:solidFill>
            <a:schemeClr val="bg2"/>
          </a:solidFill>
        </p:spPr>
        <p:txBody>
          <a:bodyPr/>
          <a:lstStyle>
            <a:lvl1pPr>
              <a:defRPr sz="1400"/>
            </a:lvl1pPr>
          </a:lstStyle>
          <a:p>
            <a:endParaRPr lang="en-CA"/>
          </a:p>
        </p:txBody>
      </p:sp>
      <p:sp>
        <p:nvSpPr>
          <p:cNvPr id="37" name="Picture Placeholder 29">
            <a:extLst>
              <a:ext uri="{FF2B5EF4-FFF2-40B4-BE49-F238E27FC236}">
                <a16:creationId xmlns:a16="http://schemas.microsoft.com/office/drawing/2014/main" id="{D59F0E35-908C-C465-C0AE-2435F040D6FD}"/>
              </a:ext>
            </a:extLst>
          </p:cNvPr>
          <p:cNvSpPr>
            <a:spLocks noGrp="1"/>
          </p:cNvSpPr>
          <p:nvPr>
            <p:ph type="pic" sz="quarter" idx="23"/>
          </p:nvPr>
        </p:nvSpPr>
        <p:spPr>
          <a:xfrm>
            <a:off x="685800" y="3016250"/>
            <a:ext cx="1354449" cy="1549400"/>
          </a:xfrm>
          <a:solidFill>
            <a:schemeClr val="bg2"/>
          </a:solidFill>
        </p:spPr>
        <p:txBody>
          <a:bodyPr/>
          <a:lstStyle>
            <a:lvl1pPr>
              <a:defRPr sz="1400"/>
            </a:lvl1pPr>
          </a:lstStyle>
          <a:p>
            <a:endParaRPr lang="en-CA"/>
          </a:p>
        </p:txBody>
      </p:sp>
      <p:sp>
        <p:nvSpPr>
          <p:cNvPr id="38" name="Picture Placeholder 29">
            <a:extLst>
              <a:ext uri="{FF2B5EF4-FFF2-40B4-BE49-F238E27FC236}">
                <a16:creationId xmlns:a16="http://schemas.microsoft.com/office/drawing/2014/main" id="{FD4357B3-0846-B525-90CF-1AEA703F1106}"/>
              </a:ext>
            </a:extLst>
          </p:cNvPr>
          <p:cNvSpPr>
            <a:spLocks noGrp="1"/>
          </p:cNvSpPr>
          <p:nvPr>
            <p:ph type="pic" sz="quarter" idx="24"/>
          </p:nvPr>
        </p:nvSpPr>
        <p:spPr>
          <a:xfrm>
            <a:off x="2263458" y="3016250"/>
            <a:ext cx="1354449" cy="1549400"/>
          </a:xfrm>
          <a:solidFill>
            <a:schemeClr val="bg2"/>
          </a:solidFill>
        </p:spPr>
        <p:txBody>
          <a:bodyPr/>
          <a:lstStyle>
            <a:lvl1pPr>
              <a:defRPr sz="1400"/>
            </a:lvl1pPr>
          </a:lstStyle>
          <a:p>
            <a:endParaRPr lang="en-CA"/>
          </a:p>
        </p:txBody>
      </p:sp>
      <p:sp>
        <p:nvSpPr>
          <p:cNvPr id="39" name="Picture Placeholder 29">
            <a:extLst>
              <a:ext uri="{FF2B5EF4-FFF2-40B4-BE49-F238E27FC236}">
                <a16:creationId xmlns:a16="http://schemas.microsoft.com/office/drawing/2014/main" id="{4F18CBB2-D16B-639E-5B16-B7BBF3063014}"/>
              </a:ext>
            </a:extLst>
          </p:cNvPr>
          <p:cNvSpPr>
            <a:spLocks noGrp="1"/>
          </p:cNvSpPr>
          <p:nvPr>
            <p:ph type="pic" sz="quarter" idx="25"/>
          </p:nvPr>
        </p:nvSpPr>
        <p:spPr>
          <a:xfrm>
            <a:off x="3841117" y="3016250"/>
            <a:ext cx="1354449" cy="1549400"/>
          </a:xfrm>
          <a:solidFill>
            <a:schemeClr val="bg2"/>
          </a:solidFill>
        </p:spPr>
        <p:txBody>
          <a:bodyPr/>
          <a:lstStyle>
            <a:lvl1pPr>
              <a:defRPr sz="1400"/>
            </a:lvl1pPr>
          </a:lstStyle>
          <a:p>
            <a:endParaRPr lang="en-CA"/>
          </a:p>
        </p:txBody>
      </p:sp>
      <p:sp>
        <p:nvSpPr>
          <p:cNvPr id="40" name="Picture Placeholder 29">
            <a:extLst>
              <a:ext uri="{FF2B5EF4-FFF2-40B4-BE49-F238E27FC236}">
                <a16:creationId xmlns:a16="http://schemas.microsoft.com/office/drawing/2014/main" id="{9D4C4564-D418-E1F1-0336-57FA9B6BCF11}"/>
              </a:ext>
            </a:extLst>
          </p:cNvPr>
          <p:cNvSpPr>
            <a:spLocks noGrp="1"/>
          </p:cNvSpPr>
          <p:nvPr>
            <p:ph type="pic" sz="quarter" idx="26"/>
          </p:nvPr>
        </p:nvSpPr>
        <p:spPr>
          <a:xfrm>
            <a:off x="5418775" y="3016250"/>
            <a:ext cx="1354449" cy="1549400"/>
          </a:xfrm>
          <a:solidFill>
            <a:schemeClr val="bg2"/>
          </a:solidFill>
        </p:spPr>
        <p:txBody>
          <a:bodyPr/>
          <a:lstStyle>
            <a:lvl1pPr>
              <a:defRPr sz="1400"/>
            </a:lvl1pPr>
          </a:lstStyle>
          <a:p>
            <a:endParaRPr lang="en-CA"/>
          </a:p>
        </p:txBody>
      </p:sp>
      <p:sp>
        <p:nvSpPr>
          <p:cNvPr id="41" name="Picture Placeholder 29">
            <a:extLst>
              <a:ext uri="{FF2B5EF4-FFF2-40B4-BE49-F238E27FC236}">
                <a16:creationId xmlns:a16="http://schemas.microsoft.com/office/drawing/2014/main" id="{34A68793-7EF4-6C08-1EC3-A2B1056D0310}"/>
              </a:ext>
            </a:extLst>
          </p:cNvPr>
          <p:cNvSpPr>
            <a:spLocks noGrp="1"/>
          </p:cNvSpPr>
          <p:nvPr>
            <p:ph type="pic" sz="quarter" idx="27"/>
          </p:nvPr>
        </p:nvSpPr>
        <p:spPr>
          <a:xfrm>
            <a:off x="6996434" y="3016250"/>
            <a:ext cx="1354449" cy="1549400"/>
          </a:xfrm>
          <a:solidFill>
            <a:schemeClr val="bg2"/>
          </a:solidFill>
        </p:spPr>
        <p:txBody>
          <a:bodyPr/>
          <a:lstStyle>
            <a:lvl1pPr>
              <a:defRPr sz="1400"/>
            </a:lvl1pPr>
          </a:lstStyle>
          <a:p>
            <a:endParaRPr lang="en-CA"/>
          </a:p>
        </p:txBody>
      </p:sp>
      <p:sp>
        <p:nvSpPr>
          <p:cNvPr id="42" name="Picture Placeholder 29">
            <a:extLst>
              <a:ext uri="{FF2B5EF4-FFF2-40B4-BE49-F238E27FC236}">
                <a16:creationId xmlns:a16="http://schemas.microsoft.com/office/drawing/2014/main" id="{8CBDD9FA-BDFF-7838-86DC-8B64C040E576}"/>
              </a:ext>
            </a:extLst>
          </p:cNvPr>
          <p:cNvSpPr>
            <a:spLocks noGrp="1"/>
          </p:cNvSpPr>
          <p:nvPr>
            <p:ph type="pic" sz="quarter" idx="28"/>
          </p:nvPr>
        </p:nvSpPr>
        <p:spPr>
          <a:xfrm>
            <a:off x="8574092" y="3016250"/>
            <a:ext cx="1354449" cy="1549400"/>
          </a:xfrm>
          <a:solidFill>
            <a:schemeClr val="bg2"/>
          </a:solidFill>
        </p:spPr>
        <p:txBody>
          <a:bodyPr/>
          <a:lstStyle>
            <a:lvl1pPr>
              <a:defRPr sz="1400"/>
            </a:lvl1pPr>
          </a:lstStyle>
          <a:p>
            <a:endParaRPr lang="en-CA"/>
          </a:p>
        </p:txBody>
      </p:sp>
      <p:sp>
        <p:nvSpPr>
          <p:cNvPr id="43" name="Picture Placeholder 29">
            <a:extLst>
              <a:ext uri="{FF2B5EF4-FFF2-40B4-BE49-F238E27FC236}">
                <a16:creationId xmlns:a16="http://schemas.microsoft.com/office/drawing/2014/main" id="{CB3E1922-0CA6-488D-967D-8BCA74063901}"/>
              </a:ext>
            </a:extLst>
          </p:cNvPr>
          <p:cNvSpPr>
            <a:spLocks noGrp="1"/>
          </p:cNvSpPr>
          <p:nvPr>
            <p:ph type="pic" sz="quarter" idx="29"/>
          </p:nvPr>
        </p:nvSpPr>
        <p:spPr>
          <a:xfrm>
            <a:off x="10151751" y="3016250"/>
            <a:ext cx="1354449" cy="1549400"/>
          </a:xfrm>
          <a:solidFill>
            <a:schemeClr val="bg2"/>
          </a:solidFill>
        </p:spPr>
        <p:txBody>
          <a:bodyPr/>
          <a:lstStyle>
            <a:lvl1pPr>
              <a:defRPr sz="1400"/>
            </a:lvl1pPr>
          </a:lstStyle>
          <a:p>
            <a:endParaRPr lang="en-CA"/>
          </a:p>
        </p:txBody>
      </p:sp>
      <p:sp>
        <p:nvSpPr>
          <p:cNvPr id="30" name="Picture Placeholder 29">
            <a:extLst>
              <a:ext uri="{FF2B5EF4-FFF2-40B4-BE49-F238E27FC236}">
                <a16:creationId xmlns:a16="http://schemas.microsoft.com/office/drawing/2014/main" id="{2B910AFF-46C2-B8DA-1250-9BD8A89FFA2E}"/>
              </a:ext>
            </a:extLst>
          </p:cNvPr>
          <p:cNvSpPr>
            <a:spLocks noGrp="1"/>
          </p:cNvSpPr>
          <p:nvPr>
            <p:ph type="pic" sz="quarter" idx="16"/>
          </p:nvPr>
        </p:nvSpPr>
        <p:spPr>
          <a:xfrm>
            <a:off x="685800" y="1371600"/>
            <a:ext cx="1354449" cy="1549400"/>
          </a:xfrm>
          <a:solidFill>
            <a:schemeClr val="bg2"/>
          </a:solidFill>
        </p:spPr>
        <p:txBody>
          <a:bodyPr/>
          <a:lstStyle>
            <a:lvl1pPr>
              <a:defRPr sz="1400"/>
            </a:lvl1pPr>
          </a:lstStyle>
          <a:p>
            <a:endParaRPr lang="en-CA"/>
          </a:p>
        </p:txBody>
      </p:sp>
      <p:sp>
        <p:nvSpPr>
          <p:cNvPr id="31" name="Picture Placeholder 29">
            <a:extLst>
              <a:ext uri="{FF2B5EF4-FFF2-40B4-BE49-F238E27FC236}">
                <a16:creationId xmlns:a16="http://schemas.microsoft.com/office/drawing/2014/main" id="{08EEFB20-F786-202C-F577-64FC103C2E55}"/>
              </a:ext>
            </a:extLst>
          </p:cNvPr>
          <p:cNvSpPr>
            <a:spLocks noGrp="1"/>
          </p:cNvSpPr>
          <p:nvPr>
            <p:ph type="pic" sz="quarter" idx="17"/>
          </p:nvPr>
        </p:nvSpPr>
        <p:spPr>
          <a:xfrm>
            <a:off x="2263458" y="1371600"/>
            <a:ext cx="1354449" cy="1549400"/>
          </a:xfrm>
          <a:solidFill>
            <a:schemeClr val="bg2"/>
          </a:solidFill>
        </p:spPr>
        <p:txBody>
          <a:bodyPr/>
          <a:lstStyle>
            <a:lvl1pPr>
              <a:defRPr sz="1400"/>
            </a:lvl1pPr>
          </a:lstStyle>
          <a:p>
            <a:endParaRPr lang="en-CA"/>
          </a:p>
        </p:txBody>
      </p:sp>
      <p:sp>
        <p:nvSpPr>
          <p:cNvPr id="32" name="Picture Placeholder 29">
            <a:extLst>
              <a:ext uri="{FF2B5EF4-FFF2-40B4-BE49-F238E27FC236}">
                <a16:creationId xmlns:a16="http://schemas.microsoft.com/office/drawing/2014/main" id="{0DA119F3-FC7E-60AD-74C6-AF84FE245E41}"/>
              </a:ext>
            </a:extLst>
          </p:cNvPr>
          <p:cNvSpPr>
            <a:spLocks noGrp="1"/>
          </p:cNvSpPr>
          <p:nvPr>
            <p:ph type="pic" sz="quarter" idx="18"/>
          </p:nvPr>
        </p:nvSpPr>
        <p:spPr>
          <a:xfrm>
            <a:off x="3841117" y="1371600"/>
            <a:ext cx="1354449" cy="1549400"/>
          </a:xfrm>
          <a:solidFill>
            <a:schemeClr val="bg2"/>
          </a:solidFill>
        </p:spPr>
        <p:txBody>
          <a:bodyPr/>
          <a:lstStyle>
            <a:lvl1pPr>
              <a:defRPr sz="1400"/>
            </a:lvl1pPr>
          </a:lstStyle>
          <a:p>
            <a:endParaRPr lang="en-CA"/>
          </a:p>
        </p:txBody>
      </p:sp>
      <p:sp>
        <p:nvSpPr>
          <p:cNvPr id="33" name="Picture Placeholder 29">
            <a:extLst>
              <a:ext uri="{FF2B5EF4-FFF2-40B4-BE49-F238E27FC236}">
                <a16:creationId xmlns:a16="http://schemas.microsoft.com/office/drawing/2014/main" id="{27FA56A4-1576-5357-F54F-22667256215F}"/>
              </a:ext>
            </a:extLst>
          </p:cNvPr>
          <p:cNvSpPr>
            <a:spLocks noGrp="1"/>
          </p:cNvSpPr>
          <p:nvPr>
            <p:ph type="pic" sz="quarter" idx="19"/>
          </p:nvPr>
        </p:nvSpPr>
        <p:spPr>
          <a:xfrm>
            <a:off x="5418775" y="1371600"/>
            <a:ext cx="1354449" cy="1549400"/>
          </a:xfrm>
          <a:solidFill>
            <a:schemeClr val="bg2"/>
          </a:solidFill>
        </p:spPr>
        <p:txBody>
          <a:bodyPr/>
          <a:lstStyle>
            <a:lvl1pPr>
              <a:defRPr sz="1400"/>
            </a:lvl1pPr>
          </a:lstStyle>
          <a:p>
            <a:endParaRPr lang="en-CA"/>
          </a:p>
        </p:txBody>
      </p:sp>
      <p:sp>
        <p:nvSpPr>
          <p:cNvPr id="34" name="Picture Placeholder 29">
            <a:extLst>
              <a:ext uri="{FF2B5EF4-FFF2-40B4-BE49-F238E27FC236}">
                <a16:creationId xmlns:a16="http://schemas.microsoft.com/office/drawing/2014/main" id="{A440EB5D-DB53-7CDE-1D9F-984FE88DCE28}"/>
              </a:ext>
            </a:extLst>
          </p:cNvPr>
          <p:cNvSpPr>
            <a:spLocks noGrp="1"/>
          </p:cNvSpPr>
          <p:nvPr>
            <p:ph type="pic" sz="quarter" idx="20"/>
          </p:nvPr>
        </p:nvSpPr>
        <p:spPr>
          <a:xfrm>
            <a:off x="6996434" y="1371600"/>
            <a:ext cx="1354449" cy="1549400"/>
          </a:xfrm>
          <a:solidFill>
            <a:schemeClr val="bg2"/>
          </a:solidFill>
        </p:spPr>
        <p:txBody>
          <a:bodyPr/>
          <a:lstStyle>
            <a:lvl1pPr>
              <a:defRPr sz="1400"/>
            </a:lvl1pPr>
          </a:lstStyle>
          <a:p>
            <a:endParaRPr lang="en-CA"/>
          </a:p>
        </p:txBody>
      </p:sp>
      <p:sp>
        <p:nvSpPr>
          <p:cNvPr id="35" name="Picture Placeholder 29">
            <a:extLst>
              <a:ext uri="{FF2B5EF4-FFF2-40B4-BE49-F238E27FC236}">
                <a16:creationId xmlns:a16="http://schemas.microsoft.com/office/drawing/2014/main" id="{81D4AC22-5110-087A-364C-F7FE6A229A7D}"/>
              </a:ext>
            </a:extLst>
          </p:cNvPr>
          <p:cNvSpPr>
            <a:spLocks noGrp="1"/>
          </p:cNvSpPr>
          <p:nvPr>
            <p:ph type="pic" sz="quarter" idx="21"/>
          </p:nvPr>
        </p:nvSpPr>
        <p:spPr>
          <a:xfrm>
            <a:off x="8574092" y="1371600"/>
            <a:ext cx="1354449" cy="1549400"/>
          </a:xfrm>
          <a:solidFill>
            <a:schemeClr val="bg2"/>
          </a:solidFill>
        </p:spPr>
        <p:txBody>
          <a:bodyPr/>
          <a:lstStyle>
            <a:lvl1pPr>
              <a:defRPr sz="1400"/>
            </a:lvl1pPr>
          </a:lstStyle>
          <a:p>
            <a:endParaRPr lang="en-CA"/>
          </a:p>
        </p:txBody>
      </p:sp>
      <p:sp>
        <p:nvSpPr>
          <p:cNvPr id="36" name="Picture Placeholder 29">
            <a:extLst>
              <a:ext uri="{FF2B5EF4-FFF2-40B4-BE49-F238E27FC236}">
                <a16:creationId xmlns:a16="http://schemas.microsoft.com/office/drawing/2014/main" id="{025D7BC7-A8EF-DA57-2BE2-DA67E9E75D48}"/>
              </a:ext>
            </a:extLst>
          </p:cNvPr>
          <p:cNvSpPr>
            <a:spLocks noGrp="1"/>
          </p:cNvSpPr>
          <p:nvPr>
            <p:ph type="pic" sz="quarter" idx="22"/>
          </p:nvPr>
        </p:nvSpPr>
        <p:spPr>
          <a:xfrm>
            <a:off x="10151751" y="1371600"/>
            <a:ext cx="1354449" cy="1549400"/>
          </a:xfrm>
          <a:solidFill>
            <a:schemeClr val="bg2"/>
          </a:solidFill>
        </p:spPr>
        <p:txBody>
          <a:bodyPr/>
          <a:lstStyle>
            <a:lvl1pPr>
              <a:defRPr sz="1400"/>
            </a:lvl1pPr>
          </a:lstStyle>
          <a:p>
            <a:endParaRPr lang="en-CA"/>
          </a:p>
        </p:txBody>
      </p:sp>
      <p:sp>
        <p:nvSpPr>
          <p:cNvPr id="2" name="Slide Number Placeholder 1"/>
          <p:cNvSpPr>
            <a:spLocks noGrp="1"/>
          </p:cNvSpPr>
          <p:nvPr>
            <p:ph type="sldNum" sz="quarter" idx="10"/>
          </p:nvPr>
        </p:nvSpPr>
        <p:spPr/>
        <p:txBody>
          <a:bodyPr/>
          <a:lstStyle/>
          <a:p>
            <a:fld id="{9F13E4E3-EA9B-4FF8-B6C4-2516ED16E94E}" type="slidenum">
              <a:rPr lang="en-CA" smtClean="0"/>
              <a:t>‹#›</a:t>
            </a:fld>
            <a:endParaRPr lang="en-CA" dirty="0"/>
          </a:p>
        </p:txBody>
      </p:sp>
      <p:sp>
        <p:nvSpPr>
          <p:cNvPr id="4" name="Titre 3">
            <a:extLst>
              <a:ext uri="{FF2B5EF4-FFF2-40B4-BE49-F238E27FC236}">
                <a16:creationId xmlns:a16="http://schemas.microsoft.com/office/drawing/2014/main" id="{66581250-6F20-4063-8211-E1E3C9FE13DC}"/>
              </a:ext>
            </a:extLst>
          </p:cNvPr>
          <p:cNvSpPr>
            <a:spLocks noGrp="1"/>
          </p:cNvSpPr>
          <p:nvPr>
            <p:ph type="title" hasCustomPrompt="1"/>
          </p:nvPr>
        </p:nvSpPr>
        <p:spPr/>
        <p:txBody>
          <a:bodyPr/>
          <a:lstStyle/>
          <a:p>
            <a:r>
              <a:rPr lang="en-CA" noProof="0" dirty="0"/>
              <a:t>Click to add a headline</a:t>
            </a:r>
            <a:endParaRPr lang="en-CA" dirty="0"/>
          </a:p>
        </p:txBody>
      </p:sp>
      <p:sp>
        <p:nvSpPr>
          <p:cNvPr id="5" name="Text Placeholder 2">
            <a:extLst>
              <a:ext uri="{FF2B5EF4-FFF2-40B4-BE49-F238E27FC236}">
                <a16:creationId xmlns:a16="http://schemas.microsoft.com/office/drawing/2014/main" id="{FAE1E33C-834B-4F5B-9EA6-B6439D17D554}"/>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7" name="Text Placeholder 9">
            <a:extLst>
              <a:ext uri="{FF2B5EF4-FFF2-40B4-BE49-F238E27FC236}">
                <a16:creationId xmlns:a16="http://schemas.microsoft.com/office/drawing/2014/main" id="{C392CAF9-D645-43D1-8794-45AD66199C20}"/>
              </a:ext>
            </a:extLst>
          </p:cNvPr>
          <p:cNvSpPr>
            <a:spLocks noGrp="1"/>
          </p:cNvSpPr>
          <p:nvPr>
            <p:ph type="body" sz="quarter" idx="15"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75" name="Text Placeholder 74">
            <a:extLst>
              <a:ext uri="{FF2B5EF4-FFF2-40B4-BE49-F238E27FC236}">
                <a16:creationId xmlns:a16="http://schemas.microsoft.com/office/drawing/2014/main" id="{B1E6BC44-0586-EC4B-B422-E1624D3BE09D}"/>
              </a:ext>
            </a:extLst>
          </p:cNvPr>
          <p:cNvSpPr>
            <a:spLocks noGrp="1"/>
          </p:cNvSpPr>
          <p:nvPr>
            <p:ph type="body" sz="quarter" idx="37" hasCustomPrompt="1"/>
          </p:nvPr>
        </p:nvSpPr>
        <p:spPr>
          <a:xfrm>
            <a:off x="685800" y="2497667"/>
            <a:ext cx="1354138" cy="423334"/>
          </a:xfrm>
          <a:solidFill>
            <a:schemeClr val="bg1">
              <a:alpha val="80000"/>
            </a:schemeClr>
          </a:solidFill>
        </p:spPr>
        <p:txBody>
          <a:bodyPr lIns="45720" tIns="18288" rIns="45720" bIns="18288" anchor="ctr">
            <a:noAutofit/>
          </a:bodyPr>
          <a:lstStyle>
            <a:lvl1pPr>
              <a:lnSpc>
                <a:spcPct val="90000"/>
              </a:lnSpc>
              <a:spcBef>
                <a:spcPts val="0"/>
              </a:spcBef>
              <a:defRPr sz="900" b="1"/>
            </a:lvl1pPr>
          </a:lstStyle>
          <a:p>
            <a:pPr lvl="0"/>
            <a:r>
              <a:rPr lang="en-US" dirty="0"/>
              <a:t>Click to edit </a:t>
            </a:r>
            <a:br>
              <a:rPr lang="en-US" dirty="0"/>
            </a:br>
            <a:r>
              <a:rPr lang="en-US" dirty="0"/>
              <a:t>Surname </a:t>
            </a:r>
            <a:r>
              <a:rPr lang="en-US" dirty="0" err="1"/>
              <a:t>Lastname</a:t>
            </a:r>
            <a:r>
              <a:rPr lang="en-US" dirty="0"/>
              <a:t> Title, Department </a:t>
            </a:r>
          </a:p>
        </p:txBody>
      </p:sp>
      <p:sp>
        <p:nvSpPr>
          <p:cNvPr id="76" name="Text Placeholder 74">
            <a:extLst>
              <a:ext uri="{FF2B5EF4-FFF2-40B4-BE49-F238E27FC236}">
                <a16:creationId xmlns:a16="http://schemas.microsoft.com/office/drawing/2014/main" id="{DB30622F-DA96-00C2-3543-8A7C8E299B19}"/>
              </a:ext>
            </a:extLst>
          </p:cNvPr>
          <p:cNvSpPr>
            <a:spLocks noGrp="1"/>
          </p:cNvSpPr>
          <p:nvPr>
            <p:ph type="body" sz="quarter" idx="38" hasCustomPrompt="1"/>
          </p:nvPr>
        </p:nvSpPr>
        <p:spPr>
          <a:xfrm>
            <a:off x="2263769" y="2497666"/>
            <a:ext cx="1354138" cy="423334"/>
          </a:xfrm>
          <a:solidFill>
            <a:schemeClr val="bg1">
              <a:alpha val="80000"/>
            </a:schemeClr>
          </a:solidFill>
        </p:spPr>
        <p:txBody>
          <a:bodyPr lIns="45720" tIns="18288" rIns="45720" bIns="18288" anchor="ctr">
            <a:noAutofit/>
          </a:bodyPr>
          <a:lstStyle>
            <a:lvl1pPr>
              <a:lnSpc>
                <a:spcPct val="90000"/>
              </a:lnSpc>
              <a:spcBef>
                <a:spcPts val="0"/>
              </a:spcBef>
              <a:defRPr sz="900" b="1"/>
            </a:lvl1pPr>
          </a:lstStyle>
          <a:p>
            <a:pPr lvl="0"/>
            <a:r>
              <a:rPr lang="en-US" dirty="0"/>
              <a:t>Click to edit </a:t>
            </a:r>
            <a:br>
              <a:rPr lang="en-US" dirty="0"/>
            </a:br>
            <a:r>
              <a:rPr lang="en-US" dirty="0"/>
              <a:t>Surname </a:t>
            </a:r>
            <a:r>
              <a:rPr lang="en-US" dirty="0" err="1"/>
              <a:t>Lastname</a:t>
            </a:r>
            <a:r>
              <a:rPr lang="en-US" dirty="0"/>
              <a:t> Title, Department </a:t>
            </a:r>
          </a:p>
        </p:txBody>
      </p:sp>
      <p:sp>
        <p:nvSpPr>
          <p:cNvPr id="77" name="Text Placeholder 74">
            <a:extLst>
              <a:ext uri="{FF2B5EF4-FFF2-40B4-BE49-F238E27FC236}">
                <a16:creationId xmlns:a16="http://schemas.microsoft.com/office/drawing/2014/main" id="{54ACC7E1-741F-F634-B8A5-C087F5830E84}"/>
              </a:ext>
            </a:extLst>
          </p:cNvPr>
          <p:cNvSpPr>
            <a:spLocks noGrp="1"/>
          </p:cNvSpPr>
          <p:nvPr>
            <p:ph type="body" sz="quarter" idx="39" hasCustomPrompt="1"/>
          </p:nvPr>
        </p:nvSpPr>
        <p:spPr>
          <a:xfrm>
            <a:off x="3841428" y="2497666"/>
            <a:ext cx="1354138" cy="423334"/>
          </a:xfrm>
          <a:solidFill>
            <a:schemeClr val="bg1">
              <a:alpha val="80000"/>
            </a:schemeClr>
          </a:solidFill>
        </p:spPr>
        <p:txBody>
          <a:bodyPr lIns="45720" tIns="18288" rIns="45720" bIns="18288" anchor="ctr">
            <a:noAutofit/>
          </a:bodyPr>
          <a:lstStyle>
            <a:lvl1pPr>
              <a:lnSpc>
                <a:spcPct val="90000"/>
              </a:lnSpc>
              <a:spcBef>
                <a:spcPts val="0"/>
              </a:spcBef>
              <a:defRPr sz="900" b="1"/>
            </a:lvl1pPr>
          </a:lstStyle>
          <a:p>
            <a:pPr lvl="0"/>
            <a:r>
              <a:rPr lang="en-US" dirty="0"/>
              <a:t>Click to edit </a:t>
            </a:r>
            <a:br>
              <a:rPr lang="en-US" dirty="0"/>
            </a:br>
            <a:r>
              <a:rPr lang="en-US" dirty="0"/>
              <a:t>Surname </a:t>
            </a:r>
            <a:r>
              <a:rPr lang="en-US" dirty="0" err="1"/>
              <a:t>Lastname</a:t>
            </a:r>
            <a:r>
              <a:rPr lang="en-US" dirty="0"/>
              <a:t> Title, Department </a:t>
            </a:r>
          </a:p>
        </p:txBody>
      </p:sp>
      <p:sp>
        <p:nvSpPr>
          <p:cNvPr id="78" name="Text Placeholder 74">
            <a:extLst>
              <a:ext uri="{FF2B5EF4-FFF2-40B4-BE49-F238E27FC236}">
                <a16:creationId xmlns:a16="http://schemas.microsoft.com/office/drawing/2014/main" id="{6C22768F-CEE0-6C57-8FD0-9EE719EE1A10}"/>
              </a:ext>
            </a:extLst>
          </p:cNvPr>
          <p:cNvSpPr>
            <a:spLocks noGrp="1"/>
          </p:cNvSpPr>
          <p:nvPr>
            <p:ph type="body" sz="quarter" idx="40" hasCustomPrompt="1"/>
          </p:nvPr>
        </p:nvSpPr>
        <p:spPr>
          <a:xfrm>
            <a:off x="5419397" y="2497667"/>
            <a:ext cx="1354138" cy="423334"/>
          </a:xfrm>
          <a:solidFill>
            <a:schemeClr val="bg1">
              <a:alpha val="80000"/>
            </a:schemeClr>
          </a:solidFill>
        </p:spPr>
        <p:txBody>
          <a:bodyPr lIns="45720" tIns="18288" rIns="45720" bIns="18288" anchor="ctr">
            <a:noAutofit/>
          </a:bodyPr>
          <a:lstStyle>
            <a:lvl1pPr>
              <a:lnSpc>
                <a:spcPct val="90000"/>
              </a:lnSpc>
              <a:spcBef>
                <a:spcPts val="0"/>
              </a:spcBef>
              <a:defRPr sz="900" b="1"/>
            </a:lvl1pPr>
          </a:lstStyle>
          <a:p>
            <a:pPr lvl="0"/>
            <a:r>
              <a:rPr lang="en-US" dirty="0"/>
              <a:t>Click to edit </a:t>
            </a:r>
            <a:br>
              <a:rPr lang="en-US" dirty="0"/>
            </a:br>
            <a:r>
              <a:rPr lang="en-US" dirty="0"/>
              <a:t>Surname </a:t>
            </a:r>
            <a:r>
              <a:rPr lang="en-US" dirty="0" err="1"/>
              <a:t>Lastname</a:t>
            </a:r>
            <a:r>
              <a:rPr lang="en-US" dirty="0"/>
              <a:t> Title, Department </a:t>
            </a:r>
          </a:p>
        </p:txBody>
      </p:sp>
      <p:sp>
        <p:nvSpPr>
          <p:cNvPr id="79" name="Text Placeholder 74">
            <a:extLst>
              <a:ext uri="{FF2B5EF4-FFF2-40B4-BE49-F238E27FC236}">
                <a16:creationId xmlns:a16="http://schemas.microsoft.com/office/drawing/2014/main" id="{476B1937-FA0E-49A2-107F-6B17D85E0006}"/>
              </a:ext>
            </a:extLst>
          </p:cNvPr>
          <p:cNvSpPr>
            <a:spLocks noGrp="1"/>
          </p:cNvSpPr>
          <p:nvPr>
            <p:ph type="body" sz="quarter" idx="41" hasCustomPrompt="1"/>
          </p:nvPr>
        </p:nvSpPr>
        <p:spPr>
          <a:xfrm>
            <a:off x="6991044" y="2497667"/>
            <a:ext cx="1354138" cy="423334"/>
          </a:xfrm>
          <a:solidFill>
            <a:schemeClr val="bg1">
              <a:alpha val="80000"/>
            </a:schemeClr>
          </a:solidFill>
        </p:spPr>
        <p:txBody>
          <a:bodyPr lIns="45720" tIns="18288" rIns="45720" bIns="18288" anchor="ctr">
            <a:noAutofit/>
          </a:bodyPr>
          <a:lstStyle>
            <a:lvl1pPr>
              <a:lnSpc>
                <a:spcPct val="90000"/>
              </a:lnSpc>
              <a:spcBef>
                <a:spcPts val="0"/>
              </a:spcBef>
              <a:defRPr sz="900" b="1"/>
            </a:lvl1pPr>
          </a:lstStyle>
          <a:p>
            <a:pPr lvl="0"/>
            <a:r>
              <a:rPr lang="en-US" dirty="0"/>
              <a:t>Click to edit </a:t>
            </a:r>
            <a:br>
              <a:rPr lang="en-US" dirty="0"/>
            </a:br>
            <a:r>
              <a:rPr lang="en-US" dirty="0"/>
              <a:t>Surname </a:t>
            </a:r>
            <a:r>
              <a:rPr lang="en-US" dirty="0" err="1"/>
              <a:t>Lastname</a:t>
            </a:r>
            <a:r>
              <a:rPr lang="en-US" dirty="0"/>
              <a:t> Title, Department </a:t>
            </a:r>
          </a:p>
        </p:txBody>
      </p:sp>
      <p:sp>
        <p:nvSpPr>
          <p:cNvPr id="80" name="Text Placeholder 74">
            <a:extLst>
              <a:ext uri="{FF2B5EF4-FFF2-40B4-BE49-F238E27FC236}">
                <a16:creationId xmlns:a16="http://schemas.microsoft.com/office/drawing/2014/main" id="{62AD6D8B-A53D-D006-4AF6-8B188D24ED5A}"/>
              </a:ext>
            </a:extLst>
          </p:cNvPr>
          <p:cNvSpPr>
            <a:spLocks noGrp="1"/>
          </p:cNvSpPr>
          <p:nvPr>
            <p:ph type="body" sz="quarter" idx="42" hasCustomPrompt="1"/>
          </p:nvPr>
        </p:nvSpPr>
        <p:spPr>
          <a:xfrm>
            <a:off x="8569013" y="2497667"/>
            <a:ext cx="1354138" cy="423334"/>
          </a:xfrm>
          <a:solidFill>
            <a:schemeClr val="bg1">
              <a:alpha val="80000"/>
            </a:schemeClr>
          </a:solidFill>
        </p:spPr>
        <p:txBody>
          <a:bodyPr lIns="45720" tIns="18288" rIns="45720" bIns="18288" anchor="ctr">
            <a:noAutofit/>
          </a:bodyPr>
          <a:lstStyle>
            <a:lvl1pPr>
              <a:lnSpc>
                <a:spcPct val="90000"/>
              </a:lnSpc>
              <a:spcBef>
                <a:spcPts val="0"/>
              </a:spcBef>
              <a:defRPr sz="900" b="1"/>
            </a:lvl1pPr>
          </a:lstStyle>
          <a:p>
            <a:pPr lvl="0"/>
            <a:r>
              <a:rPr lang="en-US" dirty="0"/>
              <a:t>Click to edit </a:t>
            </a:r>
            <a:br>
              <a:rPr lang="en-US" dirty="0"/>
            </a:br>
            <a:r>
              <a:rPr lang="en-US" dirty="0"/>
              <a:t>Surname </a:t>
            </a:r>
            <a:r>
              <a:rPr lang="en-US" dirty="0" err="1"/>
              <a:t>Lastname</a:t>
            </a:r>
            <a:r>
              <a:rPr lang="en-US" dirty="0"/>
              <a:t> Title, Department </a:t>
            </a:r>
          </a:p>
        </p:txBody>
      </p:sp>
      <p:sp>
        <p:nvSpPr>
          <p:cNvPr id="81" name="Text Placeholder 74">
            <a:extLst>
              <a:ext uri="{FF2B5EF4-FFF2-40B4-BE49-F238E27FC236}">
                <a16:creationId xmlns:a16="http://schemas.microsoft.com/office/drawing/2014/main" id="{F19C4FDF-B3EE-F65A-2A52-5ECC0DFE7E46}"/>
              </a:ext>
            </a:extLst>
          </p:cNvPr>
          <p:cNvSpPr>
            <a:spLocks noGrp="1"/>
          </p:cNvSpPr>
          <p:nvPr>
            <p:ph type="body" sz="quarter" idx="43" hasCustomPrompt="1"/>
          </p:nvPr>
        </p:nvSpPr>
        <p:spPr>
          <a:xfrm>
            <a:off x="10152062" y="2497667"/>
            <a:ext cx="1354138" cy="423334"/>
          </a:xfrm>
          <a:solidFill>
            <a:schemeClr val="bg1">
              <a:alpha val="80000"/>
            </a:schemeClr>
          </a:solidFill>
        </p:spPr>
        <p:txBody>
          <a:bodyPr lIns="45720" tIns="18288" rIns="45720" bIns="18288" anchor="ctr">
            <a:noAutofit/>
          </a:bodyPr>
          <a:lstStyle>
            <a:lvl1pPr>
              <a:lnSpc>
                <a:spcPct val="90000"/>
              </a:lnSpc>
              <a:spcBef>
                <a:spcPts val="0"/>
              </a:spcBef>
              <a:defRPr sz="900" b="1"/>
            </a:lvl1pPr>
          </a:lstStyle>
          <a:p>
            <a:pPr lvl="0"/>
            <a:r>
              <a:rPr lang="en-US" dirty="0"/>
              <a:t>Click to edit </a:t>
            </a:r>
            <a:br>
              <a:rPr lang="en-US" dirty="0"/>
            </a:br>
            <a:r>
              <a:rPr lang="en-US" dirty="0"/>
              <a:t>Surname </a:t>
            </a:r>
            <a:r>
              <a:rPr lang="en-US" dirty="0" err="1"/>
              <a:t>Lastname</a:t>
            </a:r>
            <a:r>
              <a:rPr lang="en-US" dirty="0"/>
              <a:t> Title, Department </a:t>
            </a:r>
          </a:p>
        </p:txBody>
      </p:sp>
      <p:sp>
        <p:nvSpPr>
          <p:cNvPr id="82" name="Text Placeholder 74">
            <a:extLst>
              <a:ext uri="{FF2B5EF4-FFF2-40B4-BE49-F238E27FC236}">
                <a16:creationId xmlns:a16="http://schemas.microsoft.com/office/drawing/2014/main" id="{4F7086D3-42A0-2BF3-6912-8119FD43344D}"/>
              </a:ext>
            </a:extLst>
          </p:cNvPr>
          <p:cNvSpPr>
            <a:spLocks noGrp="1"/>
          </p:cNvSpPr>
          <p:nvPr>
            <p:ph type="body" sz="quarter" idx="44" hasCustomPrompt="1"/>
          </p:nvPr>
        </p:nvSpPr>
        <p:spPr>
          <a:xfrm>
            <a:off x="685800" y="4142316"/>
            <a:ext cx="1354138" cy="423334"/>
          </a:xfrm>
          <a:solidFill>
            <a:schemeClr val="bg1">
              <a:alpha val="80000"/>
            </a:schemeClr>
          </a:solidFill>
        </p:spPr>
        <p:txBody>
          <a:bodyPr lIns="45720" tIns="18288" rIns="45720" bIns="18288" anchor="ctr">
            <a:noAutofit/>
          </a:bodyPr>
          <a:lstStyle>
            <a:lvl1pPr>
              <a:lnSpc>
                <a:spcPct val="90000"/>
              </a:lnSpc>
              <a:spcBef>
                <a:spcPts val="0"/>
              </a:spcBef>
              <a:defRPr sz="900" b="1"/>
            </a:lvl1pPr>
          </a:lstStyle>
          <a:p>
            <a:pPr lvl="0"/>
            <a:r>
              <a:rPr lang="en-US" dirty="0"/>
              <a:t>Click to edit </a:t>
            </a:r>
            <a:br>
              <a:rPr lang="en-US" dirty="0"/>
            </a:br>
            <a:r>
              <a:rPr lang="en-US" dirty="0"/>
              <a:t>Surname </a:t>
            </a:r>
            <a:r>
              <a:rPr lang="en-US" dirty="0" err="1"/>
              <a:t>Lastname</a:t>
            </a:r>
            <a:r>
              <a:rPr lang="en-US" dirty="0"/>
              <a:t> Title, Department </a:t>
            </a:r>
          </a:p>
        </p:txBody>
      </p:sp>
      <p:sp>
        <p:nvSpPr>
          <p:cNvPr id="83" name="Text Placeholder 74">
            <a:extLst>
              <a:ext uri="{FF2B5EF4-FFF2-40B4-BE49-F238E27FC236}">
                <a16:creationId xmlns:a16="http://schemas.microsoft.com/office/drawing/2014/main" id="{F46F6C50-D7AB-1657-DA77-C0E70798EA46}"/>
              </a:ext>
            </a:extLst>
          </p:cNvPr>
          <p:cNvSpPr>
            <a:spLocks noGrp="1"/>
          </p:cNvSpPr>
          <p:nvPr>
            <p:ph type="body" sz="quarter" idx="45" hasCustomPrompt="1"/>
          </p:nvPr>
        </p:nvSpPr>
        <p:spPr>
          <a:xfrm>
            <a:off x="2263769" y="4142315"/>
            <a:ext cx="1354138" cy="423334"/>
          </a:xfrm>
          <a:solidFill>
            <a:schemeClr val="bg1">
              <a:alpha val="80000"/>
            </a:schemeClr>
          </a:solidFill>
        </p:spPr>
        <p:txBody>
          <a:bodyPr lIns="45720" tIns="18288" rIns="45720" bIns="18288" anchor="ctr">
            <a:noAutofit/>
          </a:bodyPr>
          <a:lstStyle>
            <a:lvl1pPr>
              <a:lnSpc>
                <a:spcPct val="90000"/>
              </a:lnSpc>
              <a:spcBef>
                <a:spcPts val="0"/>
              </a:spcBef>
              <a:defRPr sz="900" b="1"/>
            </a:lvl1pPr>
          </a:lstStyle>
          <a:p>
            <a:pPr lvl="0"/>
            <a:r>
              <a:rPr lang="en-US" dirty="0"/>
              <a:t>Click to edit </a:t>
            </a:r>
            <a:br>
              <a:rPr lang="en-US" dirty="0"/>
            </a:br>
            <a:r>
              <a:rPr lang="en-US" dirty="0"/>
              <a:t>Surname </a:t>
            </a:r>
            <a:r>
              <a:rPr lang="en-US" dirty="0" err="1"/>
              <a:t>Lastname</a:t>
            </a:r>
            <a:r>
              <a:rPr lang="en-US" dirty="0"/>
              <a:t> Title, Department </a:t>
            </a:r>
          </a:p>
        </p:txBody>
      </p:sp>
      <p:sp>
        <p:nvSpPr>
          <p:cNvPr id="84" name="Text Placeholder 74">
            <a:extLst>
              <a:ext uri="{FF2B5EF4-FFF2-40B4-BE49-F238E27FC236}">
                <a16:creationId xmlns:a16="http://schemas.microsoft.com/office/drawing/2014/main" id="{97618152-D54B-B1D4-216C-265FA8911178}"/>
              </a:ext>
            </a:extLst>
          </p:cNvPr>
          <p:cNvSpPr>
            <a:spLocks noGrp="1"/>
          </p:cNvSpPr>
          <p:nvPr>
            <p:ph type="body" sz="quarter" idx="46" hasCustomPrompt="1"/>
          </p:nvPr>
        </p:nvSpPr>
        <p:spPr>
          <a:xfrm>
            <a:off x="3841428" y="4142315"/>
            <a:ext cx="1354138" cy="423334"/>
          </a:xfrm>
          <a:solidFill>
            <a:schemeClr val="bg1">
              <a:alpha val="80000"/>
            </a:schemeClr>
          </a:solidFill>
        </p:spPr>
        <p:txBody>
          <a:bodyPr lIns="45720" tIns="18288" rIns="45720" bIns="18288" anchor="ctr">
            <a:noAutofit/>
          </a:bodyPr>
          <a:lstStyle>
            <a:lvl1pPr>
              <a:lnSpc>
                <a:spcPct val="90000"/>
              </a:lnSpc>
              <a:spcBef>
                <a:spcPts val="0"/>
              </a:spcBef>
              <a:defRPr sz="900" b="1"/>
            </a:lvl1pPr>
          </a:lstStyle>
          <a:p>
            <a:pPr lvl="0"/>
            <a:r>
              <a:rPr lang="en-US" dirty="0"/>
              <a:t>Click to edit </a:t>
            </a:r>
            <a:br>
              <a:rPr lang="en-US" dirty="0"/>
            </a:br>
            <a:r>
              <a:rPr lang="en-US" dirty="0"/>
              <a:t>Surname </a:t>
            </a:r>
            <a:r>
              <a:rPr lang="en-US" dirty="0" err="1"/>
              <a:t>Lastname</a:t>
            </a:r>
            <a:r>
              <a:rPr lang="en-US" dirty="0"/>
              <a:t> Title, Department </a:t>
            </a:r>
          </a:p>
        </p:txBody>
      </p:sp>
      <p:sp>
        <p:nvSpPr>
          <p:cNvPr id="85" name="Text Placeholder 74">
            <a:extLst>
              <a:ext uri="{FF2B5EF4-FFF2-40B4-BE49-F238E27FC236}">
                <a16:creationId xmlns:a16="http://schemas.microsoft.com/office/drawing/2014/main" id="{8AC8C437-3B76-04EA-288A-69B9E6686C70}"/>
              </a:ext>
            </a:extLst>
          </p:cNvPr>
          <p:cNvSpPr>
            <a:spLocks noGrp="1"/>
          </p:cNvSpPr>
          <p:nvPr>
            <p:ph type="body" sz="quarter" idx="47" hasCustomPrompt="1"/>
          </p:nvPr>
        </p:nvSpPr>
        <p:spPr>
          <a:xfrm>
            <a:off x="5419397" y="4142316"/>
            <a:ext cx="1354138" cy="423334"/>
          </a:xfrm>
          <a:solidFill>
            <a:schemeClr val="bg1">
              <a:alpha val="80000"/>
            </a:schemeClr>
          </a:solidFill>
        </p:spPr>
        <p:txBody>
          <a:bodyPr lIns="45720" tIns="18288" rIns="45720" bIns="18288" anchor="ctr">
            <a:noAutofit/>
          </a:bodyPr>
          <a:lstStyle>
            <a:lvl1pPr>
              <a:lnSpc>
                <a:spcPct val="90000"/>
              </a:lnSpc>
              <a:spcBef>
                <a:spcPts val="0"/>
              </a:spcBef>
              <a:defRPr sz="900" b="1"/>
            </a:lvl1pPr>
          </a:lstStyle>
          <a:p>
            <a:pPr lvl="0"/>
            <a:r>
              <a:rPr lang="en-US" dirty="0"/>
              <a:t>Click to edit </a:t>
            </a:r>
            <a:br>
              <a:rPr lang="en-US" dirty="0"/>
            </a:br>
            <a:r>
              <a:rPr lang="en-US" dirty="0"/>
              <a:t>Surname </a:t>
            </a:r>
            <a:r>
              <a:rPr lang="en-US" dirty="0" err="1"/>
              <a:t>Lastname</a:t>
            </a:r>
            <a:r>
              <a:rPr lang="en-US" dirty="0"/>
              <a:t> Title, Department </a:t>
            </a:r>
          </a:p>
        </p:txBody>
      </p:sp>
      <p:sp>
        <p:nvSpPr>
          <p:cNvPr id="86" name="Text Placeholder 74">
            <a:extLst>
              <a:ext uri="{FF2B5EF4-FFF2-40B4-BE49-F238E27FC236}">
                <a16:creationId xmlns:a16="http://schemas.microsoft.com/office/drawing/2014/main" id="{50F2D3F6-DD30-C901-2DEF-A3170F70BC93}"/>
              </a:ext>
            </a:extLst>
          </p:cNvPr>
          <p:cNvSpPr>
            <a:spLocks noGrp="1"/>
          </p:cNvSpPr>
          <p:nvPr>
            <p:ph type="body" sz="quarter" idx="48" hasCustomPrompt="1"/>
          </p:nvPr>
        </p:nvSpPr>
        <p:spPr>
          <a:xfrm>
            <a:off x="6991044" y="4142316"/>
            <a:ext cx="1354138" cy="423334"/>
          </a:xfrm>
          <a:solidFill>
            <a:schemeClr val="bg1">
              <a:alpha val="80000"/>
            </a:schemeClr>
          </a:solidFill>
        </p:spPr>
        <p:txBody>
          <a:bodyPr lIns="45720" tIns="18288" rIns="45720" bIns="18288" anchor="ctr">
            <a:noAutofit/>
          </a:bodyPr>
          <a:lstStyle>
            <a:lvl1pPr>
              <a:lnSpc>
                <a:spcPct val="90000"/>
              </a:lnSpc>
              <a:spcBef>
                <a:spcPts val="0"/>
              </a:spcBef>
              <a:defRPr sz="900" b="1"/>
            </a:lvl1pPr>
          </a:lstStyle>
          <a:p>
            <a:pPr lvl="0"/>
            <a:r>
              <a:rPr lang="en-US" dirty="0"/>
              <a:t>Click to edit </a:t>
            </a:r>
            <a:br>
              <a:rPr lang="en-US" dirty="0"/>
            </a:br>
            <a:r>
              <a:rPr lang="en-US" dirty="0"/>
              <a:t>Surname </a:t>
            </a:r>
            <a:r>
              <a:rPr lang="en-US" dirty="0" err="1"/>
              <a:t>Lastname</a:t>
            </a:r>
            <a:r>
              <a:rPr lang="en-US" dirty="0"/>
              <a:t> Title, Department </a:t>
            </a:r>
          </a:p>
        </p:txBody>
      </p:sp>
      <p:sp>
        <p:nvSpPr>
          <p:cNvPr id="87" name="Text Placeholder 74">
            <a:extLst>
              <a:ext uri="{FF2B5EF4-FFF2-40B4-BE49-F238E27FC236}">
                <a16:creationId xmlns:a16="http://schemas.microsoft.com/office/drawing/2014/main" id="{545339D5-2BB2-CB17-0D18-6AA826992194}"/>
              </a:ext>
            </a:extLst>
          </p:cNvPr>
          <p:cNvSpPr>
            <a:spLocks noGrp="1"/>
          </p:cNvSpPr>
          <p:nvPr>
            <p:ph type="body" sz="quarter" idx="49" hasCustomPrompt="1"/>
          </p:nvPr>
        </p:nvSpPr>
        <p:spPr>
          <a:xfrm>
            <a:off x="8569013" y="4142316"/>
            <a:ext cx="1354138" cy="423334"/>
          </a:xfrm>
          <a:solidFill>
            <a:schemeClr val="bg1">
              <a:alpha val="80000"/>
            </a:schemeClr>
          </a:solidFill>
        </p:spPr>
        <p:txBody>
          <a:bodyPr lIns="45720" tIns="18288" rIns="45720" bIns="18288" anchor="ctr">
            <a:noAutofit/>
          </a:bodyPr>
          <a:lstStyle>
            <a:lvl1pPr>
              <a:lnSpc>
                <a:spcPct val="90000"/>
              </a:lnSpc>
              <a:spcBef>
                <a:spcPts val="0"/>
              </a:spcBef>
              <a:defRPr sz="900" b="1"/>
            </a:lvl1pPr>
          </a:lstStyle>
          <a:p>
            <a:pPr lvl="0"/>
            <a:r>
              <a:rPr lang="en-US" dirty="0"/>
              <a:t>Click to edit </a:t>
            </a:r>
            <a:br>
              <a:rPr lang="en-US" dirty="0"/>
            </a:br>
            <a:r>
              <a:rPr lang="en-US" dirty="0"/>
              <a:t>Surname </a:t>
            </a:r>
            <a:r>
              <a:rPr lang="en-US" dirty="0" err="1"/>
              <a:t>Lastname</a:t>
            </a:r>
            <a:r>
              <a:rPr lang="en-US" dirty="0"/>
              <a:t> Title, Department </a:t>
            </a:r>
          </a:p>
        </p:txBody>
      </p:sp>
      <p:sp>
        <p:nvSpPr>
          <p:cNvPr id="88" name="Text Placeholder 74">
            <a:extLst>
              <a:ext uri="{FF2B5EF4-FFF2-40B4-BE49-F238E27FC236}">
                <a16:creationId xmlns:a16="http://schemas.microsoft.com/office/drawing/2014/main" id="{C1F8C701-F3A1-3D05-F003-0F6659661348}"/>
              </a:ext>
            </a:extLst>
          </p:cNvPr>
          <p:cNvSpPr>
            <a:spLocks noGrp="1"/>
          </p:cNvSpPr>
          <p:nvPr>
            <p:ph type="body" sz="quarter" idx="50" hasCustomPrompt="1"/>
          </p:nvPr>
        </p:nvSpPr>
        <p:spPr>
          <a:xfrm>
            <a:off x="10152062" y="4142316"/>
            <a:ext cx="1354138" cy="423334"/>
          </a:xfrm>
          <a:solidFill>
            <a:schemeClr val="bg1">
              <a:alpha val="80000"/>
            </a:schemeClr>
          </a:solidFill>
        </p:spPr>
        <p:txBody>
          <a:bodyPr lIns="45720" tIns="18288" rIns="45720" bIns="18288" anchor="ctr">
            <a:noAutofit/>
          </a:bodyPr>
          <a:lstStyle>
            <a:lvl1pPr>
              <a:lnSpc>
                <a:spcPct val="90000"/>
              </a:lnSpc>
              <a:spcBef>
                <a:spcPts val="0"/>
              </a:spcBef>
              <a:defRPr sz="900" b="1"/>
            </a:lvl1pPr>
          </a:lstStyle>
          <a:p>
            <a:pPr lvl="0"/>
            <a:r>
              <a:rPr lang="en-US" dirty="0"/>
              <a:t>Click to edit </a:t>
            </a:r>
            <a:br>
              <a:rPr lang="en-US" dirty="0"/>
            </a:br>
            <a:r>
              <a:rPr lang="en-US" dirty="0"/>
              <a:t>Surname </a:t>
            </a:r>
            <a:r>
              <a:rPr lang="en-US" dirty="0" err="1"/>
              <a:t>Lastname</a:t>
            </a:r>
            <a:r>
              <a:rPr lang="en-US" dirty="0"/>
              <a:t> Title, Department </a:t>
            </a:r>
          </a:p>
        </p:txBody>
      </p:sp>
      <p:sp>
        <p:nvSpPr>
          <p:cNvPr id="89" name="Text Placeholder 74">
            <a:extLst>
              <a:ext uri="{FF2B5EF4-FFF2-40B4-BE49-F238E27FC236}">
                <a16:creationId xmlns:a16="http://schemas.microsoft.com/office/drawing/2014/main" id="{791A8753-1B61-DA9D-E2EB-E0323C0261AF}"/>
              </a:ext>
            </a:extLst>
          </p:cNvPr>
          <p:cNvSpPr>
            <a:spLocks noGrp="1"/>
          </p:cNvSpPr>
          <p:nvPr>
            <p:ph type="body" sz="quarter" idx="51" hasCustomPrompt="1"/>
          </p:nvPr>
        </p:nvSpPr>
        <p:spPr>
          <a:xfrm>
            <a:off x="685800" y="5786965"/>
            <a:ext cx="1354138" cy="423334"/>
          </a:xfrm>
          <a:solidFill>
            <a:schemeClr val="bg1">
              <a:alpha val="80000"/>
            </a:schemeClr>
          </a:solidFill>
        </p:spPr>
        <p:txBody>
          <a:bodyPr lIns="45720" tIns="18288" rIns="45720" bIns="18288" anchor="ctr">
            <a:noAutofit/>
          </a:bodyPr>
          <a:lstStyle>
            <a:lvl1pPr>
              <a:lnSpc>
                <a:spcPct val="90000"/>
              </a:lnSpc>
              <a:spcBef>
                <a:spcPts val="0"/>
              </a:spcBef>
              <a:defRPr sz="900" b="1"/>
            </a:lvl1pPr>
          </a:lstStyle>
          <a:p>
            <a:pPr lvl="0"/>
            <a:r>
              <a:rPr lang="en-US" dirty="0"/>
              <a:t>Click to edit </a:t>
            </a:r>
            <a:br>
              <a:rPr lang="en-US" dirty="0"/>
            </a:br>
            <a:r>
              <a:rPr lang="en-US" dirty="0"/>
              <a:t>Surname </a:t>
            </a:r>
            <a:r>
              <a:rPr lang="en-US" dirty="0" err="1"/>
              <a:t>Lastname</a:t>
            </a:r>
            <a:r>
              <a:rPr lang="en-US" dirty="0"/>
              <a:t> Title, Department </a:t>
            </a:r>
          </a:p>
        </p:txBody>
      </p:sp>
      <p:sp>
        <p:nvSpPr>
          <p:cNvPr id="90" name="Text Placeholder 74">
            <a:extLst>
              <a:ext uri="{FF2B5EF4-FFF2-40B4-BE49-F238E27FC236}">
                <a16:creationId xmlns:a16="http://schemas.microsoft.com/office/drawing/2014/main" id="{8E9EB096-19A3-9588-7E6B-5F58383E3B75}"/>
              </a:ext>
            </a:extLst>
          </p:cNvPr>
          <p:cNvSpPr>
            <a:spLocks noGrp="1"/>
          </p:cNvSpPr>
          <p:nvPr>
            <p:ph type="body" sz="quarter" idx="52" hasCustomPrompt="1"/>
          </p:nvPr>
        </p:nvSpPr>
        <p:spPr>
          <a:xfrm>
            <a:off x="2263769" y="5786964"/>
            <a:ext cx="1354138" cy="423334"/>
          </a:xfrm>
          <a:solidFill>
            <a:schemeClr val="bg1">
              <a:alpha val="80000"/>
            </a:schemeClr>
          </a:solidFill>
        </p:spPr>
        <p:txBody>
          <a:bodyPr lIns="45720" tIns="18288" rIns="45720" bIns="18288" anchor="ctr">
            <a:noAutofit/>
          </a:bodyPr>
          <a:lstStyle>
            <a:lvl1pPr>
              <a:lnSpc>
                <a:spcPct val="90000"/>
              </a:lnSpc>
              <a:spcBef>
                <a:spcPts val="0"/>
              </a:spcBef>
              <a:defRPr sz="900" b="1"/>
            </a:lvl1pPr>
          </a:lstStyle>
          <a:p>
            <a:pPr lvl="0"/>
            <a:r>
              <a:rPr lang="en-US" dirty="0"/>
              <a:t>Click to edit </a:t>
            </a:r>
            <a:br>
              <a:rPr lang="en-US" dirty="0"/>
            </a:br>
            <a:r>
              <a:rPr lang="en-US" dirty="0"/>
              <a:t>Surname </a:t>
            </a:r>
            <a:r>
              <a:rPr lang="en-US" dirty="0" err="1"/>
              <a:t>Lastname</a:t>
            </a:r>
            <a:r>
              <a:rPr lang="en-US" dirty="0"/>
              <a:t> Title, Department </a:t>
            </a:r>
          </a:p>
        </p:txBody>
      </p:sp>
      <p:sp>
        <p:nvSpPr>
          <p:cNvPr id="91" name="Text Placeholder 74">
            <a:extLst>
              <a:ext uri="{FF2B5EF4-FFF2-40B4-BE49-F238E27FC236}">
                <a16:creationId xmlns:a16="http://schemas.microsoft.com/office/drawing/2014/main" id="{983C9F8B-3DB9-B671-CC22-B96A1993FDD2}"/>
              </a:ext>
            </a:extLst>
          </p:cNvPr>
          <p:cNvSpPr>
            <a:spLocks noGrp="1"/>
          </p:cNvSpPr>
          <p:nvPr>
            <p:ph type="body" sz="quarter" idx="53" hasCustomPrompt="1"/>
          </p:nvPr>
        </p:nvSpPr>
        <p:spPr>
          <a:xfrm>
            <a:off x="3841428" y="5786964"/>
            <a:ext cx="1354138" cy="423334"/>
          </a:xfrm>
          <a:solidFill>
            <a:schemeClr val="bg1">
              <a:alpha val="80000"/>
            </a:schemeClr>
          </a:solidFill>
        </p:spPr>
        <p:txBody>
          <a:bodyPr lIns="45720" tIns="18288" rIns="45720" bIns="18288" anchor="ctr">
            <a:noAutofit/>
          </a:bodyPr>
          <a:lstStyle>
            <a:lvl1pPr>
              <a:lnSpc>
                <a:spcPct val="90000"/>
              </a:lnSpc>
              <a:spcBef>
                <a:spcPts val="0"/>
              </a:spcBef>
              <a:defRPr sz="900" b="1"/>
            </a:lvl1pPr>
          </a:lstStyle>
          <a:p>
            <a:pPr lvl="0"/>
            <a:r>
              <a:rPr lang="en-US" dirty="0"/>
              <a:t>Click to edit </a:t>
            </a:r>
            <a:br>
              <a:rPr lang="en-US" dirty="0"/>
            </a:br>
            <a:r>
              <a:rPr lang="en-US" dirty="0"/>
              <a:t>Surname </a:t>
            </a:r>
            <a:r>
              <a:rPr lang="en-US" dirty="0" err="1"/>
              <a:t>Lastname</a:t>
            </a:r>
            <a:r>
              <a:rPr lang="en-US" dirty="0"/>
              <a:t> Title, Department </a:t>
            </a:r>
          </a:p>
        </p:txBody>
      </p:sp>
      <p:sp>
        <p:nvSpPr>
          <p:cNvPr id="92" name="Text Placeholder 74">
            <a:extLst>
              <a:ext uri="{FF2B5EF4-FFF2-40B4-BE49-F238E27FC236}">
                <a16:creationId xmlns:a16="http://schemas.microsoft.com/office/drawing/2014/main" id="{38CABF4E-18C6-7E94-B4C9-22BE899AFD17}"/>
              </a:ext>
            </a:extLst>
          </p:cNvPr>
          <p:cNvSpPr>
            <a:spLocks noGrp="1"/>
          </p:cNvSpPr>
          <p:nvPr>
            <p:ph type="body" sz="quarter" idx="54" hasCustomPrompt="1"/>
          </p:nvPr>
        </p:nvSpPr>
        <p:spPr>
          <a:xfrm>
            <a:off x="5419397" y="5786965"/>
            <a:ext cx="1354138" cy="423334"/>
          </a:xfrm>
          <a:solidFill>
            <a:schemeClr val="bg1">
              <a:alpha val="80000"/>
            </a:schemeClr>
          </a:solidFill>
        </p:spPr>
        <p:txBody>
          <a:bodyPr lIns="45720" tIns="18288" rIns="45720" bIns="18288" anchor="ctr">
            <a:noAutofit/>
          </a:bodyPr>
          <a:lstStyle>
            <a:lvl1pPr>
              <a:lnSpc>
                <a:spcPct val="90000"/>
              </a:lnSpc>
              <a:spcBef>
                <a:spcPts val="0"/>
              </a:spcBef>
              <a:defRPr sz="900" b="1"/>
            </a:lvl1pPr>
          </a:lstStyle>
          <a:p>
            <a:pPr lvl="0"/>
            <a:r>
              <a:rPr lang="en-US" dirty="0"/>
              <a:t>Click to edit </a:t>
            </a:r>
            <a:br>
              <a:rPr lang="en-US" dirty="0"/>
            </a:br>
            <a:r>
              <a:rPr lang="en-US" dirty="0"/>
              <a:t>Surname </a:t>
            </a:r>
            <a:r>
              <a:rPr lang="en-US" dirty="0" err="1"/>
              <a:t>Lastname</a:t>
            </a:r>
            <a:r>
              <a:rPr lang="en-US" dirty="0"/>
              <a:t> Title, Department </a:t>
            </a:r>
          </a:p>
        </p:txBody>
      </p:sp>
      <p:sp>
        <p:nvSpPr>
          <p:cNvPr id="93" name="Text Placeholder 74">
            <a:extLst>
              <a:ext uri="{FF2B5EF4-FFF2-40B4-BE49-F238E27FC236}">
                <a16:creationId xmlns:a16="http://schemas.microsoft.com/office/drawing/2014/main" id="{1212C9C5-4AE2-06EC-CCF2-5755DD27888B}"/>
              </a:ext>
            </a:extLst>
          </p:cNvPr>
          <p:cNvSpPr>
            <a:spLocks noGrp="1"/>
          </p:cNvSpPr>
          <p:nvPr>
            <p:ph type="body" sz="quarter" idx="55" hasCustomPrompt="1"/>
          </p:nvPr>
        </p:nvSpPr>
        <p:spPr>
          <a:xfrm>
            <a:off x="6991044" y="5786965"/>
            <a:ext cx="1354138" cy="423334"/>
          </a:xfrm>
          <a:solidFill>
            <a:schemeClr val="bg1">
              <a:alpha val="80000"/>
            </a:schemeClr>
          </a:solidFill>
        </p:spPr>
        <p:txBody>
          <a:bodyPr lIns="45720" tIns="18288" rIns="45720" bIns="18288" anchor="ctr">
            <a:noAutofit/>
          </a:bodyPr>
          <a:lstStyle>
            <a:lvl1pPr>
              <a:lnSpc>
                <a:spcPct val="90000"/>
              </a:lnSpc>
              <a:spcBef>
                <a:spcPts val="0"/>
              </a:spcBef>
              <a:defRPr sz="900" b="1"/>
            </a:lvl1pPr>
          </a:lstStyle>
          <a:p>
            <a:pPr lvl="0"/>
            <a:r>
              <a:rPr lang="en-US" dirty="0"/>
              <a:t>Click to edit </a:t>
            </a:r>
            <a:br>
              <a:rPr lang="en-US" dirty="0"/>
            </a:br>
            <a:r>
              <a:rPr lang="en-US" dirty="0"/>
              <a:t>Surname </a:t>
            </a:r>
            <a:r>
              <a:rPr lang="en-US" dirty="0" err="1"/>
              <a:t>Lastname</a:t>
            </a:r>
            <a:r>
              <a:rPr lang="en-US" dirty="0"/>
              <a:t> Title, Department </a:t>
            </a:r>
          </a:p>
        </p:txBody>
      </p:sp>
      <p:sp>
        <p:nvSpPr>
          <p:cNvPr id="94" name="Text Placeholder 74">
            <a:extLst>
              <a:ext uri="{FF2B5EF4-FFF2-40B4-BE49-F238E27FC236}">
                <a16:creationId xmlns:a16="http://schemas.microsoft.com/office/drawing/2014/main" id="{398E1FE1-DF60-DA0C-ACD2-4F17685B642C}"/>
              </a:ext>
            </a:extLst>
          </p:cNvPr>
          <p:cNvSpPr>
            <a:spLocks noGrp="1"/>
          </p:cNvSpPr>
          <p:nvPr>
            <p:ph type="body" sz="quarter" idx="56" hasCustomPrompt="1"/>
          </p:nvPr>
        </p:nvSpPr>
        <p:spPr>
          <a:xfrm>
            <a:off x="8569013" y="5786965"/>
            <a:ext cx="1354138" cy="423334"/>
          </a:xfrm>
          <a:solidFill>
            <a:schemeClr val="bg1">
              <a:alpha val="80000"/>
            </a:schemeClr>
          </a:solidFill>
        </p:spPr>
        <p:txBody>
          <a:bodyPr lIns="45720" tIns="18288" rIns="45720" bIns="18288" anchor="ctr">
            <a:noAutofit/>
          </a:bodyPr>
          <a:lstStyle>
            <a:lvl1pPr>
              <a:lnSpc>
                <a:spcPct val="90000"/>
              </a:lnSpc>
              <a:spcBef>
                <a:spcPts val="0"/>
              </a:spcBef>
              <a:defRPr sz="900" b="1"/>
            </a:lvl1pPr>
          </a:lstStyle>
          <a:p>
            <a:pPr lvl="0"/>
            <a:r>
              <a:rPr lang="en-US" dirty="0"/>
              <a:t>Click to edit </a:t>
            </a:r>
            <a:br>
              <a:rPr lang="en-US" dirty="0"/>
            </a:br>
            <a:r>
              <a:rPr lang="en-US" dirty="0"/>
              <a:t>Surname </a:t>
            </a:r>
            <a:r>
              <a:rPr lang="en-US" dirty="0" err="1"/>
              <a:t>Lastname</a:t>
            </a:r>
            <a:r>
              <a:rPr lang="en-US" dirty="0"/>
              <a:t> Title, Department </a:t>
            </a:r>
          </a:p>
        </p:txBody>
      </p:sp>
      <p:sp>
        <p:nvSpPr>
          <p:cNvPr id="95" name="Text Placeholder 74">
            <a:extLst>
              <a:ext uri="{FF2B5EF4-FFF2-40B4-BE49-F238E27FC236}">
                <a16:creationId xmlns:a16="http://schemas.microsoft.com/office/drawing/2014/main" id="{A4AD8528-B61F-E197-4583-5D1622C19FB4}"/>
              </a:ext>
            </a:extLst>
          </p:cNvPr>
          <p:cNvSpPr>
            <a:spLocks noGrp="1"/>
          </p:cNvSpPr>
          <p:nvPr>
            <p:ph type="body" sz="quarter" idx="57" hasCustomPrompt="1"/>
          </p:nvPr>
        </p:nvSpPr>
        <p:spPr>
          <a:xfrm>
            <a:off x="10152062" y="5786965"/>
            <a:ext cx="1354138" cy="423334"/>
          </a:xfrm>
          <a:solidFill>
            <a:schemeClr val="bg1">
              <a:alpha val="80000"/>
            </a:schemeClr>
          </a:solidFill>
        </p:spPr>
        <p:txBody>
          <a:bodyPr lIns="45720" tIns="18288" rIns="45720" bIns="18288" anchor="ctr">
            <a:noAutofit/>
          </a:bodyPr>
          <a:lstStyle>
            <a:lvl1pPr>
              <a:lnSpc>
                <a:spcPct val="90000"/>
              </a:lnSpc>
              <a:spcBef>
                <a:spcPts val="0"/>
              </a:spcBef>
              <a:defRPr sz="900" b="1"/>
            </a:lvl1pPr>
          </a:lstStyle>
          <a:p>
            <a:pPr lvl="0"/>
            <a:r>
              <a:rPr lang="en-US" dirty="0"/>
              <a:t>Click to edit </a:t>
            </a:r>
            <a:br>
              <a:rPr lang="en-US" dirty="0"/>
            </a:br>
            <a:r>
              <a:rPr lang="en-US" dirty="0"/>
              <a:t>Surname </a:t>
            </a:r>
            <a:r>
              <a:rPr lang="en-US" dirty="0" err="1"/>
              <a:t>Lastname</a:t>
            </a:r>
            <a:r>
              <a:rPr lang="en-US" dirty="0"/>
              <a:t> Title, Department </a:t>
            </a:r>
          </a:p>
        </p:txBody>
      </p:sp>
    </p:spTree>
    <p:extLst>
      <p:ext uri="{BB962C8B-B14F-4D97-AF65-F5344CB8AC3E}">
        <p14:creationId xmlns:p14="http://schemas.microsoft.com/office/powerpoint/2010/main" val="2015187414"/>
      </p:ext>
    </p:extLst>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eam">
    <p:spTree>
      <p:nvGrpSpPr>
        <p:cNvPr id="1" name=""/>
        <p:cNvGrpSpPr/>
        <p:nvPr/>
      </p:nvGrpSpPr>
      <p:grpSpPr>
        <a:xfrm>
          <a:off x="0" y="0"/>
          <a:ext cx="0" cy="0"/>
          <a:chOff x="0" y="0"/>
          <a:chExt cx="0" cy="0"/>
        </a:xfrm>
      </p:grpSpPr>
      <p:sp>
        <p:nvSpPr>
          <p:cNvPr id="30" name="Picture Placeholder 29">
            <a:extLst>
              <a:ext uri="{FF2B5EF4-FFF2-40B4-BE49-F238E27FC236}">
                <a16:creationId xmlns:a16="http://schemas.microsoft.com/office/drawing/2014/main" id="{2B910AFF-46C2-B8DA-1250-9BD8A89FFA2E}"/>
              </a:ext>
            </a:extLst>
          </p:cNvPr>
          <p:cNvSpPr>
            <a:spLocks noGrp="1"/>
          </p:cNvSpPr>
          <p:nvPr>
            <p:ph type="pic" sz="quarter" idx="16"/>
          </p:nvPr>
        </p:nvSpPr>
        <p:spPr>
          <a:xfrm>
            <a:off x="1156831" y="1981200"/>
            <a:ext cx="2197699" cy="2514600"/>
          </a:xfrm>
          <a:solidFill>
            <a:schemeClr val="bg2"/>
          </a:solidFill>
        </p:spPr>
        <p:txBody>
          <a:bodyPr/>
          <a:lstStyle>
            <a:lvl1pPr>
              <a:defRPr sz="1400"/>
            </a:lvl1pPr>
          </a:lstStyle>
          <a:p>
            <a:endParaRPr lang="en-CA"/>
          </a:p>
        </p:txBody>
      </p:sp>
      <p:sp>
        <p:nvSpPr>
          <p:cNvPr id="31" name="Picture Placeholder 29">
            <a:extLst>
              <a:ext uri="{FF2B5EF4-FFF2-40B4-BE49-F238E27FC236}">
                <a16:creationId xmlns:a16="http://schemas.microsoft.com/office/drawing/2014/main" id="{08EEFB20-F786-202C-F577-64FC103C2E55}"/>
              </a:ext>
            </a:extLst>
          </p:cNvPr>
          <p:cNvSpPr>
            <a:spLocks noGrp="1"/>
          </p:cNvSpPr>
          <p:nvPr>
            <p:ph type="pic" sz="quarter" idx="17"/>
          </p:nvPr>
        </p:nvSpPr>
        <p:spPr>
          <a:xfrm>
            <a:off x="3708543" y="1981200"/>
            <a:ext cx="2197699" cy="2514600"/>
          </a:xfrm>
          <a:solidFill>
            <a:schemeClr val="bg2"/>
          </a:solidFill>
        </p:spPr>
        <p:txBody>
          <a:bodyPr/>
          <a:lstStyle>
            <a:lvl1pPr>
              <a:defRPr sz="1400"/>
            </a:lvl1pPr>
          </a:lstStyle>
          <a:p>
            <a:endParaRPr lang="en-CA"/>
          </a:p>
        </p:txBody>
      </p:sp>
      <p:sp>
        <p:nvSpPr>
          <p:cNvPr id="32" name="Picture Placeholder 29">
            <a:extLst>
              <a:ext uri="{FF2B5EF4-FFF2-40B4-BE49-F238E27FC236}">
                <a16:creationId xmlns:a16="http://schemas.microsoft.com/office/drawing/2014/main" id="{0DA119F3-FC7E-60AD-74C6-AF84FE245E41}"/>
              </a:ext>
            </a:extLst>
          </p:cNvPr>
          <p:cNvSpPr>
            <a:spLocks noGrp="1"/>
          </p:cNvSpPr>
          <p:nvPr>
            <p:ph type="pic" sz="quarter" idx="18"/>
          </p:nvPr>
        </p:nvSpPr>
        <p:spPr>
          <a:xfrm>
            <a:off x="6272875" y="1981200"/>
            <a:ext cx="2197699" cy="2514600"/>
          </a:xfrm>
          <a:solidFill>
            <a:schemeClr val="bg2"/>
          </a:solidFill>
        </p:spPr>
        <p:txBody>
          <a:bodyPr/>
          <a:lstStyle>
            <a:lvl1pPr>
              <a:defRPr sz="1400"/>
            </a:lvl1pPr>
          </a:lstStyle>
          <a:p>
            <a:endParaRPr lang="en-CA"/>
          </a:p>
        </p:txBody>
      </p:sp>
      <p:sp>
        <p:nvSpPr>
          <p:cNvPr id="33" name="Picture Placeholder 29">
            <a:extLst>
              <a:ext uri="{FF2B5EF4-FFF2-40B4-BE49-F238E27FC236}">
                <a16:creationId xmlns:a16="http://schemas.microsoft.com/office/drawing/2014/main" id="{27FA56A4-1576-5357-F54F-22667256215F}"/>
              </a:ext>
            </a:extLst>
          </p:cNvPr>
          <p:cNvSpPr>
            <a:spLocks noGrp="1"/>
          </p:cNvSpPr>
          <p:nvPr>
            <p:ph type="pic" sz="quarter" idx="19"/>
          </p:nvPr>
        </p:nvSpPr>
        <p:spPr>
          <a:xfrm>
            <a:off x="8837470" y="1981200"/>
            <a:ext cx="2197699" cy="2514600"/>
          </a:xfrm>
          <a:solidFill>
            <a:schemeClr val="bg2"/>
          </a:solidFill>
        </p:spPr>
        <p:txBody>
          <a:bodyPr/>
          <a:lstStyle>
            <a:lvl1pPr>
              <a:defRPr sz="1400"/>
            </a:lvl1pPr>
          </a:lstStyle>
          <a:p>
            <a:endParaRPr lang="en-CA"/>
          </a:p>
        </p:txBody>
      </p:sp>
      <p:sp>
        <p:nvSpPr>
          <p:cNvPr id="2" name="Slide Number Placeholder 1"/>
          <p:cNvSpPr>
            <a:spLocks noGrp="1"/>
          </p:cNvSpPr>
          <p:nvPr>
            <p:ph type="sldNum" sz="quarter" idx="10"/>
          </p:nvPr>
        </p:nvSpPr>
        <p:spPr/>
        <p:txBody>
          <a:bodyPr/>
          <a:lstStyle/>
          <a:p>
            <a:fld id="{9F13E4E3-EA9B-4FF8-B6C4-2516ED16E94E}" type="slidenum">
              <a:rPr lang="en-CA" smtClean="0"/>
              <a:t>‹#›</a:t>
            </a:fld>
            <a:endParaRPr lang="en-CA" dirty="0"/>
          </a:p>
        </p:txBody>
      </p:sp>
      <p:sp>
        <p:nvSpPr>
          <p:cNvPr id="4" name="Titre 3">
            <a:extLst>
              <a:ext uri="{FF2B5EF4-FFF2-40B4-BE49-F238E27FC236}">
                <a16:creationId xmlns:a16="http://schemas.microsoft.com/office/drawing/2014/main" id="{66581250-6F20-4063-8211-E1E3C9FE13DC}"/>
              </a:ext>
            </a:extLst>
          </p:cNvPr>
          <p:cNvSpPr>
            <a:spLocks noGrp="1"/>
          </p:cNvSpPr>
          <p:nvPr>
            <p:ph type="title" hasCustomPrompt="1"/>
          </p:nvPr>
        </p:nvSpPr>
        <p:spPr/>
        <p:txBody>
          <a:bodyPr/>
          <a:lstStyle/>
          <a:p>
            <a:r>
              <a:rPr lang="en-CA" noProof="0" dirty="0"/>
              <a:t>Click to add a headline</a:t>
            </a:r>
            <a:endParaRPr lang="en-CA" dirty="0"/>
          </a:p>
        </p:txBody>
      </p:sp>
      <p:sp>
        <p:nvSpPr>
          <p:cNvPr id="5" name="Text Placeholder 2">
            <a:extLst>
              <a:ext uri="{FF2B5EF4-FFF2-40B4-BE49-F238E27FC236}">
                <a16:creationId xmlns:a16="http://schemas.microsoft.com/office/drawing/2014/main" id="{FAE1E33C-834B-4F5B-9EA6-B6439D17D554}"/>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7" name="Text Placeholder 9">
            <a:extLst>
              <a:ext uri="{FF2B5EF4-FFF2-40B4-BE49-F238E27FC236}">
                <a16:creationId xmlns:a16="http://schemas.microsoft.com/office/drawing/2014/main" id="{C392CAF9-D645-43D1-8794-45AD66199C20}"/>
              </a:ext>
            </a:extLst>
          </p:cNvPr>
          <p:cNvSpPr>
            <a:spLocks noGrp="1"/>
          </p:cNvSpPr>
          <p:nvPr>
            <p:ph type="body" sz="quarter" idx="15"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75" name="Text Placeholder 74">
            <a:extLst>
              <a:ext uri="{FF2B5EF4-FFF2-40B4-BE49-F238E27FC236}">
                <a16:creationId xmlns:a16="http://schemas.microsoft.com/office/drawing/2014/main" id="{B1E6BC44-0586-EC4B-B422-E1624D3BE09D}"/>
              </a:ext>
            </a:extLst>
          </p:cNvPr>
          <p:cNvSpPr>
            <a:spLocks noGrp="1"/>
          </p:cNvSpPr>
          <p:nvPr>
            <p:ph type="body" sz="quarter" idx="37" hasCustomPrompt="1"/>
          </p:nvPr>
        </p:nvSpPr>
        <p:spPr>
          <a:xfrm>
            <a:off x="1156830" y="4572000"/>
            <a:ext cx="2197699" cy="914399"/>
          </a:xfrm>
          <a:solidFill>
            <a:schemeClr val="bg1">
              <a:alpha val="80000"/>
            </a:schemeClr>
          </a:solidFill>
        </p:spPr>
        <p:txBody>
          <a:bodyPr lIns="45720" tIns="18288" rIns="45720" bIns="18288" anchor="t">
            <a:noAutofit/>
          </a:bodyPr>
          <a:lstStyle>
            <a:lvl1pPr>
              <a:lnSpc>
                <a:spcPct val="90000"/>
              </a:lnSpc>
              <a:spcBef>
                <a:spcPts val="0"/>
              </a:spcBef>
              <a:defRPr sz="1100" b="1"/>
            </a:lvl1pPr>
          </a:lstStyle>
          <a:p>
            <a:pPr lvl="0"/>
            <a:r>
              <a:rPr lang="en-US" dirty="0"/>
              <a:t>Click to edit </a:t>
            </a:r>
            <a:br>
              <a:rPr lang="en-US" dirty="0"/>
            </a:br>
            <a:r>
              <a:rPr lang="en-US" dirty="0"/>
              <a:t>Surname </a:t>
            </a:r>
            <a:r>
              <a:rPr lang="en-US" dirty="0" err="1"/>
              <a:t>Lastname</a:t>
            </a:r>
            <a:r>
              <a:rPr lang="en-US" dirty="0"/>
              <a:t> </a:t>
            </a:r>
          </a:p>
          <a:p>
            <a:pPr lvl="0"/>
            <a:r>
              <a:rPr lang="en-US" dirty="0"/>
              <a:t>Title, Department </a:t>
            </a:r>
          </a:p>
        </p:txBody>
      </p:sp>
      <p:sp>
        <p:nvSpPr>
          <p:cNvPr id="76" name="Text Placeholder 74">
            <a:extLst>
              <a:ext uri="{FF2B5EF4-FFF2-40B4-BE49-F238E27FC236}">
                <a16:creationId xmlns:a16="http://schemas.microsoft.com/office/drawing/2014/main" id="{DB30622F-DA96-00C2-3543-8A7C8E299B19}"/>
              </a:ext>
            </a:extLst>
          </p:cNvPr>
          <p:cNvSpPr>
            <a:spLocks noGrp="1"/>
          </p:cNvSpPr>
          <p:nvPr>
            <p:ph type="body" sz="quarter" idx="38" hasCustomPrompt="1"/>
          </p:nvPr>
        </p:nvSpPr>
        <p:spPr>
          <a:xfrm>
            <a:off x="3708542" y="4571999"/>
            <a:ext cx="2197699" cy="914399"/>
          </a:xfrm>
          <a:solidFill>
            <a:schemeClr val="bg1">
              <a:alpha val="80000"/>
            </a:schemeClr>
          </a:solidFill>
        </p:spPr>
        <p:txBody>
          <a:bodyPr lIns="45720" tIns="18288" rIns="45720" bIns="18288" anchor="t">
            <a:noAutofit/>
          </a:bodyPr>
          <a:lstStyle>
            <a:lvl1pPr>
              <a:lnSpc>
                <a:spcPct val="90000"/>
              </a:lnSpc>
              <a:spcBef>
                <a:spcPts val="0"/>
              </a:spcBef>
              <a:defRPr sz="1100" b="1"/>
            </a:lvl1pPr>
          </a:lstStyle>
          <a:p>
            <a:pPr lvl="0"/>
            <a:r>
              <a:rPr lang="en-US" dirty="0"/>
              <a:t>Click to edit </a:t>
            </a:r>
            <a:br>
              <a:rPr lang="en-US" dirty="0"/>
            </a:br>
            <a:r>
              <a:rPr lang="en-US" dirty="0"/>
              <a:t>Surname </a:t>
            </a:r>
            <a:r>
              <a:rPr lang="en-US" dirty="0" err="1"/>
              <a:t>Lastname</a:t>
            </a:r>
            <a:br>
              <a:rPr lang="en-US" dirty="0"/>
            </a:br>
            <a:r>
              <a:rPr lang="en-US" dirty="0"/>
              <a:t>Title, Department </a:t>
            </a:r>
          </a:p>
        </p:txBody>
      </p:sp>
      <p:sp>
        <p:nvSpPr>
          <p:cNvPr id="77" name="Text Placeholder 74">
            <a:extLst>
              <a:ext uri="{FF2B5EF4-FFF2-40B4-BE49-F238E27FC236}">
                <a16:creationId xmlns:a16="http://schemas.microsoft.com/office/drawing/2014/main" id="{54ACC7E1-741F-F634-B8A5-C087F5830E84}"/>
              </a:ext>
            </a:extLst>
          </p:cNvPr>
          <p:cNvSpPr>
            <a:spLocks noGrp="1"/>
          </p:cNvSpPr>
          <p:nvPr>
            <p:ph type="body" sz="quarter" idx="39" hasCustomPrompt="1"/>
          </p:nvPr>
        </p:nvSpPr>
        <p:spPr>
          <a:xfrm>
            <a:off x="6272874" y="4571999"/>
            <a:ext cx="2197699" cy="914399"/>
          </a:xfrm>
          <a:solidFill>
            <a:schemeClr val="bg1">
              <a:alpha val="80000"/>
            </a:schemeClr>
          </a:solidFill>
        </p:spPr>
        <p:txBody>
          <a:bodyPr lIns="45720" tIns="18288" rIns="45720" bIns="18288" anchor="t">
            <a:noAutofit/>
          </a:bodyPr>
          <a:lstStyle>
            <a:lvl1pPr>
              <a:lnSpc>
                <a:spcPct val="90000"/>
              </a:lnSpc>
              <a:spcBef>
                <a:spcPts val="0"/>
              </a:spcBef>
              <a:defRPr sz="1100" b="1"/>
            </a:lvl1pPr>
          </a:lstStyle>
          <a:p>
            <a:pPr lvl="0"/>
            <a:r>
              <a:rPr lang="en-US" dirty="0"/>
              <a:t>Click to edit </a:t>
            </a:r>
            <a:br>
              <a:rPr lang="en-US" dirty="0"/>
            </a:br>
            <a:r>
              <a:rPr lang="en-US" dirty="0"/>
              <a:t>Surname </a:t>
            </a:r>
            <a:r>
              <a:rPr lang="en-US" dirty="0" err="1"/>
              <a:t>Lastname</a:t>
            </a:r>
            <a:r>
              <a:rPr lang="en-US" dirty="0"/>
              <a:t> </a:t>
            </a:r>
            <a:br>
              <a:rPr lang="en-US" dirty="0"/>
            </a:br>
            <a:r>
              <a:rPr lang="en-US" dirty="0"/>
              <a:t>Title, Department </a:t>
            </a:r>
          </a:p>
        </p:txBody>
      </p:sp>
      <p:sp>
        <p:nvSpPr>
          <p:cNvPr id="78" name="Text Placeholder 74">
            <a:extLst>
              <a:ext uri="{FF2B5EF4-FFF2-40B4-BE49-F238E27FC236}">
                <a16:creationId xmlns:a16="http://schemas.microsoft.com/office/drawing/2014/main" id="{6C22768F-CEE0-6C57-8FD0-9EE719EE1A10}"/>
              </a:ext>
            </a:extLst>
          </p:cNvPr>
          <p:cNvSpPr>
            <a:spLocks noGrp="1"/>
          </p:cNvSpPr>
          <p:nvPr>
            <p:ph type="body" sz="quarter" idx="40" hasCustomPrompt="1"/>
          </p:nvPr>
        </p:nvSpPr>
        <p:spPr>
          <a:xfrm>
            <a:off x="8837206" y="4572000"/>
            <a:ext cx="2197699" cy="914399"/>
          </a:xfrm>
          <a:solidFill>
            <a:schemeClr val="bg1">
              <a:alpha val="80000"/>
            </a:schemeClr>
          </a:solidFill>
        </p:spPr>
        <p:txBody>
          <a:bodyPr lIns="45720" tIns="18288" rIns="45720" bIns="18288" anchor="t">
            <a:noAutofit/>
          </a:bodyPr>
          <a:lstStyle>
            <a:lvl1pPr>
              <a:lnSpc>
                <a:spcPct val="90000"/>
              </a:lnSpc>
              <a:spcBef>
                <a:spcPts val="0"/>
              </a:spcBef>
              <a:defRPr sz="1100" b="1"/>
            </a:lvl1pPr>
          </a:lstStyle>
          <a:p>
            <a:pPr lvl="0"/>
            <a:r>
              <a:rPr lang="en-US" dirty="0"/>
              <a:t>Click to edit </a:t>
            </a:r>
            <a:br>
              <a:rPr lang="en-US" dirty="0"/>
            </a:br>
            <a:r>
              <a:rPr lang="en-US" dirty="0"/>
              <a:t>Surname </a:t>
            </a:r>
            <a:r>
              <a:rPr lang="en-US" dirty="0" err="1"/>
              <a:t>Lastname</a:t>
            </a:r>
            <a:br>
              <a:rPr lang="en-US" dirty="0"/>
            </a:br>
            <a:r>
              <a:rPr lang="en-US" dirty="0"/>
              <a:t>Title, Department </a:t>
            </a:r>
          </a:p>
        </p:txBody>
      </p:sp>
    </p:spTree>
    <p:extLst>
      <p:ext uri="{BB962C8B-B14F-4D97-AF65-F5344CB8AC3E}">
        <p14:creationId xmlns:p14="http://schemas.microsoft.com/office/powerpoint/2010/main" val="3182190979"/>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eam">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E4AEB61-4080-6F82-7AE8-7E4C5165880A}"/>
              </a:ext>
            </a:extLst>
          </p:cNvPr>
          <p:cNvSpPr/>
          <p:nvPr userDrawn="1"/>
        </p:nvSpPr>
        <p:spPr bwMode="auto">
          <a:xfrm>
            <a:off x="4724400" y="6400800"/>
            <a:ext cx="3048000" cy="457200"/>
          </a:xfrm>
          <a:prstGeom prst="rect">
            <a:avLst/>
          </a:prstGeom>
          <a:solidFill>
            <a:schemeClr val="bg1"/>
          </a:solidFill>
          <a:ln>
            <a:noFill/>
          </a:ln>
        </p:spPr>
        <p:txBody>
          <a:bodyPr lIns="144000" tIns="72000" rIns="144000" bIns="72000" rtlCol="0" anchor="ctr"/>
          <a:lstStyle/>
          <a:p>
            <a:pPr algn="ctr">
              <a:spcBef>
                <a:spcPts val="800"/>
              </a:spcBef>
            </a:pPr>
            <a:endParaRPr lang="en-CA" sz="1600" b="1" dirty="0">
              <a:solidFill>
                <a:schemeClr val="bg1"/>
              </a:solidFill>
              <a:latin typeface="+mj-lt"/>
            </a:endParaRPr>
          </a:p>
        </p:txBody>
      </p:sp>
      <p:sp>
        <p:nvSpPr>
          <p:cNvPr id="30" name="Picture Placeholder 29">
            <a:extLst>
              <a:ext uri="{FF2B5EF4-FFF2-40B4-BE49-F238E27FC236}">
                <a16:creationId xmlns:a16="http://schemas.microsoft.com/office/drawing/2014/main" id="{2B910AFF-46C2-B8DA-1250-9BD8A89FFA2E}"/>
              </a:ext>
            </a:extLst>
          </p:cNvPr>
          <p:cNvSpPr>
            <a:spLocks noGrp="1"/>
          </p:cNvSpPr>
          <p:nvPr>
            <p:ph type="pic" sz="quarter" idx="16"/>
          </p:nvPr>
        </p:nvSpPr>
        <p:spPr>
          <a:xfrm>
            <a:off x="0" y="-20320"/>
            <a:ext cx="4953000" cy="6878320"/>
          </a:xfrm>
          <a:solidFill>
            <a:schemeClr val="bg2"/>
          </a:solidFill>
        </p:spPr>
        <p:txBody>
          <a:bodyPr/>
          <a:lstStyle>
            <a:lvl1pPr>
              <a:defRPr sz="1400"/>
            </a:lvl1pPr>
          </a:lstStyle>
          <a:p>
            <a:endParaRPr lang="en-CA"/>
          </a:p>
        </p:txBody>
      </p:sp>
      <p:sp>
        <p:nvSpPr>
          <p:cNvPr id="2" name="Slide Number Placeholder 1"/>
          <p:cNvSpPr>
            <a:spLocks noGrp="1"/>
          </p:cNvSpPr>
          <p:nvPr>
            <p:ph type="sldNum" sz="quarter" idx="10"/>
          </p:nvPr>
        </p:nvSpPr>
        <p:spPr/>
        <p:txBody>
          <a:bodyPr/>
          <a:lstStyle/>
          <a:p>
            <a:fld id="{9F13E4E3-EA9B-4FF8-B6C4-2516ED16E94E}" type="slidenum">
              <a:rPr lang="en-CA" smtClean="0"/>
              <a:t>‹#›</a:t>
            </a:fld>
            <a:endParaRPr lang="en-CA" dirty="0"/>
          </a:p>
        </p:txBody>
      </p:sp>
      <p:sp>
        <p:nvSpPr>
          <p:cNvPr id="75" name="Text Placeholder 74">
            <a:extLst>
              <a:ext uri="{FF2B5EF4-FFF2-40B4-BE49-F238E27FC236}">
                <a16:creationId xmlns:a16="http://schemas.microsoft.com/office/drawing/2014/main" id="{B1E6BC44-0586-EC4B-B422-E1624D3BE09D}"/>
              </a:ext>
            </a:extLst>
          </p:cNvPr>
          <p:cNvSpPr>
            <a:spLocks noGrp="1"/>
          </p:cNvSpPr>
          <p:nvPr>
            <p:ph type="body" sz="quarter" idx="37" hasCustomPrompt="1"/>
          </p:nvPr>
        </p:nvSpPr>
        <p:spPr>
          <a:xfrm>
            <a:off x="5269903" y="2209800"/>
            <a:ext cx="6007697" cy="2438400"/>
          </a:xfrm>
          <a:solidFill>
            <a:schemeClr val="bg1">
              <a:alpha val="80000"/>
            </a:schemeClr>
          </a:solidFill>
        </p:spPr>
        <p:txBody>
          <a:bodyPr lIns="45720" tIns="18288" rIns="45720" bIns="18288" anchor="ctr">
            <a:noAutofit/>
          </a:bodyPr>
          <a:lstStyle>
            <a:lvl1pPr>
              <a:lnSpc>
                <a:spcPct val="90000"/>
              </a:lnSpc>
              <a:spcBef>
                <a:spcPts val="0"/>
              </a:spcBef>
              <a:buNone/>
              <a:defRPr sz="4000" b="1"/>
            </a:lvl1pPr>
          </a:lstStyle>
          <a:p>
            <a:pPr lvl="0"/>
            <a:r>
              <a:rPr lang="en-US" dirty="0"/>
              <a:t>Click to edit </a:t>
            </a:r>
            <a:br>
              <a:rPr lang="en-US" dirty="0"/>
            </a:br>
            <a:r>
              <a:rPr lang="en-US" dirty="0"/>
              <a:t>Surname </a:t>
            </a:r>
            <a:r>
              <a:rPr lang="en-US" dirty="0" err="1"/>
              <a:t>Lastname</a:t>
            </a:r>
            <a:r>
              <a:rPr lang="en-US" dirty="0"/>
              <a:t> Title, Department </a:t>
            </a:r>
          </a:p>
        </p:txBody>
      </p:sp>
    </p:spTree>
    <p:extLst>
      <p:ext uri="{BB962C8B-B14F-4D97-AF65-F5344CB8AC3E}">
        <p14:creationId xmlns:p14="http://schemas.microsoft.com/office/powerpoint/2010/main" val="3378757380"/>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Section divider layouts">
    <p:bg>
      <p:bgPr>
        <a:solidFill>
          <a:schemeClr val="tx1"/>
        </a:solidFill>
        <a:effectLst/>
      </p:bgPr>
    </p:bg>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FD9C098A-1A9B-42BA-A99B-13C621FE5D84}"/>
              </a:ext>
            </a:extLst>
          </p:cNvPr>
          <p:cNvSpPr txBox="1"/>
          <p:nvPr/>
        </p:nvSpPr>
        <p:spPr>
          <a:xfrm>
            <a:off x="2" y="1720841"/>
            <a:ext cx="12191999" cy="3416320"/>
          </a:xfrm>
          <a:prstGeom prst="rect">
            <a:avLst/>
          </a:prstGeom>
          <a:noFill/>
        </p:spPr>
        <p:txBody>
          <a:bodyPr wrap="square" lIns="337500" rIns="337500" rtlCol="0" anchor="ctr" anchorCtr="0">
            <a:spAutoFit/>
          </a:bodyPr>
          <a:lstStyle/>
          <a:p>
            <a:pPr algn="ctr"/>
            <a:r>
              <a:rPr lang="en-CA" sz="8800" b="1" i="0" noProof="0" dirty="0">
                <a:solidFill>
                  <a:schemeClr val="bg1"/>
                </a:solidFill>
                <a:latin typeface="+mj-lt"/>
              </a:rPr>
              <a:t>Section divider layouts</a:t>
            </a:r>
          </a:p>
          <a:p>
            <a:pPr marL="0" marR="0" lvl="0" indent="0" algn="ctr" defTabSz="913614" rtl="0" eaLnBrk="1" fontAlgn="base" latinLnBrk="0" hangingPunct="1">
              <a:lnSpc>
                <a:spcPct val="100000"/>
              </a:lnSpc>
              <a:spcBef>
                <a:spcPct val="0"/>
              </a:spcBef>
              <a:spcAft>
                <a:spcPct val="0"/>
              </a:spcAft>
              <a:buClrTx/>
              <a:buSzTx/>
              <a:buFontTx/>
              <a:buNone/>
              <a:tabLst/>
              <a:defRPr/>
            </a:pPr>
            <a:endParaRPr lang="en-CA" sz="2000" i="0" kern="1200" noProof="0" dirty="0">
              <a:solidFill>
                <a:schemeClr val="bg1"/>
              </a:solidFill>
              <a:latin typeface="+mj-lt"/>
              <a:ea typeface="+mn-ea"/>
              <a:cs typeface="+mn-cs"/>
            </a:endParaRPr>
          </a:p>
          <a:p>
            <a:pPr marL="0" marR="0" lvl="0" indent="0" algn="ctr" defTabSz="913614" rtl="0" eaLnBrk="1" fontAlgn="base" latinLnBrk="0" hangingPunct="1">
              <a:lnSpc>
                <a:spcPct val="100000"/>
              </a:lnSpc>
              <a:spcBef>
                <a:spcPct val="0"/>
              </a:spcBef>
              <a:spcAft>
                <a:spcPct val="0"/>
              </a:spcAft>
              <a:buClrTx/>
              <a:buSzTx/>
              <a:buFontTx/>
              <a:buNone/>
              <a:tabLst/>
              <a:defRPr/>
            </a:pPr>
            <a:r>
              <a:rPr lang="en-CA" sz="2000" i="1" kern="1200" noProof="0" dirty="0">
                <a:solidFill>
                  <a:schemeClr val="bg1"/>
                </a:solidFill>
                <a:latin typeface="+mj-lt"/>
                <a:ea typeface="+mn-ea"/>
                <a:cs typeface="+mn-cs"/>
              </a:rPr>
              <a:t>- Never use this page in your presentation -</a:t>
            </a:r>
          </a:p>
        </p:txBody>
      </p:sp>
    </p:spTree>
    <p:extLst>
      <p:ext uri="{BB962C8B-B14F-4D97-AF65-F5344CB8AC3E}">
        <p14:creationId xmlns:p14="http://schemas.microsoft.com/office/powerpoint/2010/main" val="598355850"/>
      </p:ext>
    </p:extLst>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Rolling agenda">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7BB10C-B0C4-42A3-9FE3-658189868DAF}"/>
              </a:ext>
            </a:extLst>
          </p:cNvPr>
          <p:cNvSpPr/>
          <p:nvPr/>
        </p:nvSpPr>
        <p:spPr>
          <a:xfrm>
            <a:off x="0" y="0"/>
            <a:ext cx="4007768" cy="6858000"/>
          </a:xfrm>
          <a:prstGeom prst="rect">
            <a:avLst/>
          </a:prstGeom>
          <a:solidFill>
            <a:schemeClr val="tx2"/>
          </a:solidFill>
        </p:spPr>
        <p:txBody>
          <a:bodyPr wrap="square" rtlCol="0" anchor="ctr">
            <a:noAutofit/>
          </a:bodyPr>
          <a:lstStyle/>
          <a:p>
            <a:pPr algn="ctr">
              <a:spcBef>
                <a:spcPts val="600"/>
              </a:spcBef>
            </a:pPr>
            <a:endParaRPr lang="en-CA" sz="1400" b="1" dirty="0">
              <a:solidFill>
                <a:schemeClr val="bg1"/>
              </a:solidFill>
              <a:latin typeface="+mn-lt"/>
              <a:cs typeface="+mn-cs"/>
            </a:endParaRPr>
          </a:p>
        </p:txBody>
      </p:sp>
      <p:sp>
        <p:nvSpPr>
          <p:cNvPr id="6" name="Espace réservé du texte 5">
            <a:extLst>
              <a:ext uri="{FF2B5EF4-FFF2-40B4-BE49-F238E27FC236}">
                <a16:creationId xmlns:a16="http://schemas.microsoft.com/office/drawing/2014/main" id="{779B471A-69AE-454E-949F-12512C7BC874}"/>
              </a:ext>
            </a:extLst>
          </p:cNvPr>
          <p:cNvSpPr>
            <a:spLocks noGrp="1"/>
          </p:cNvSpPr>
          <p:nvPr>
            <p:ph type="body" sz="quarter" idx="13" hasCustomPrompt="1"/>
          </p:nvPr>
        </p:nvSpPr>
        <p:spPr>
          <a:xfrm>
            <a:off x="3935760" y="908776"/>
            <a:ext cx="8316000" cy="540000"/>
          </a:xfrm>
          <a:noFill/>
          <a:ln w="28575">
            <a:solidFill>
              <a:schemeClr val="accent2"/>
            </a:solidFill>
          </a:ln>
        </p:spPr>
        <p:txBody>
          <a:bodyPr tIns="0" bIns="0" anchor="ctr" anchorCtr="0"/>
          <a:lstStyle>
            <a:lvl1pPr marL="0" indent="0">
              <a:buClr>
                <a:schemeClr val="accent6"/>
              </a:buClr>
              <a:buNone/>
              <a:defRPr sz="600">
                <a:solidFill>
                  <a:schemeClr val="tx2"/>
                </a:solidFill>
              </a:defRPr>
            </a:lvl1pPr>
          </a:lstStyle>
          <a:p>
            <a:pPr lvl="0"/>
            <a:r>
              <a:rPr lang="en-CA" noProof="0" dirty="0"/>
              <a:t>.</a:t>
            </a:r>
          </a:p>
        </p:txBody>
      </p:sp>
      <p:sp>
        <p:nvSpPr>
          <p:cNvPr id="3" name="Espace réservé du numéro de diapositive 2">
            <a:extLst>
              <a:ext uri="{FF2B5EF4-FFF2-40B4-BE49-F238E27FC236}">
                <a16:creationId xmlns:a16="http://schemas.microsoft.com/office/drawing/2014/main" id="{2C2D5925-F053-4BE9-9B3D-307DA7D65A42}"/>
              </a:ext>
            </a:extLst>
          </p:cNvPr>
          <p:cNvSpPr>
            <a:spLocks noGrp="1"/>
          </p:cNvSpPr>
          <p:nvPr>
            <p:ph type="sldNum" sz="quarter" idx="10"/>
          </p:nvPr>
        </p:nvSpPr>
        <p:spPr/>
        <p:txBody>
          <a:bodyPr/>
          <a:lstStyle>
            <a:lvl1pPr>
              <a:defRPr>
                <a:solidFill>
                  <a:schemeClr val="bg1"/>
                </a:solidFill>
              </a:defRPr>
            </a:lvl1pPr>
          </a:lstStyle>
          <a:p>
            <a:fld id="{9F13E4E3-EA9B-4FF8-B6C4-2516ED16E94E}" type="slidenum">
              <a:rPr lang="en-CA" smtClean="0"/>
              <a:t>‹#›</a:t>
            </a:fld>
            <a:endParaRPr lang="en-CA" dirty="0"/>
          </a:p>
        </p:txBody>
      </p:sp>
      <p:sp>
        <p:nvSpPr>
          <p:cNvPr id="8" name="Espace réservé du texte 7">
            <a:extLst>
              <a:ext uri="{FF2B5EF4-FFF2-40B4-BE49-F238E27FC236}">
                <a16:creationId xmlns:a16="http://schemas.microsoft.com/office/drawing/2014/main" id="{E4DD3891-228D-458B-B2C9-88807CD10670}"/>
              </a:ext>
            </a:extLst>
          </p:cNvPr>
          <p:cNvSpPr>
            <a:spLocks noGrp="1"/>
          </p:cNvSpPr>
          <p:nvPr>
            <p:ph type="body" sz="quarter" idx="11" hasCustomPrompt="1"/>
          </p:nvPr>
        </p:nvSpPr>
        <p:spPr>
          <a:xfrm>
            <a:off x="4735104" y="908720"/>
            <a:ext cx="6905512" cy="5400056"/>
          </a:xfrm>
        </p:spPr>
        <p:txBody>
          <a:bodyPr tIns="72000" bIns="72000"/>
          <a:lstStyle>
            <a:lvl1pPr marL="414000" indent="-414000">
              <a:spcBef>
                <a:spcPts val="2400"/>
              </a:spcBef>
              <a:buFont typeface="+mj-lt"/>
              <a:buAutoNum type="arabicPeriod"/>
              <a:defRPr sz="2400">
                <a:solidFill>
                  <a:schemeClr val="tx2"/>
                </a:solidFill>
              </a:defRPr>
            </a:lvl1pPr>
            <a:lvl2pPr marL="648000" indent="-202406">
              <a:spcBef>
                <a:spcPts val="1200"/>
              </a:spcBef>
              <a:defRPr sz="2000">
                <a:solidFill>
                  <a:schemeClr val="tx2"/>
                </a:solidFill>
              </a:defRPr>
            </a:lvl2pPr>
          </a:lstStyle>
          <a:p>
            <a:pPr lvl="0"/>
            <a:r>
              <a:rPr lang="en-CA" noProof="0" dirty="0"/>
              <a:t>Click to add an agenda item</a:t>
            </a:r>
          </a:p>
          <a:p>
            <a:pPr lvl="1"/>
            <a:r>
              <a:rPr lang="en-CA" noProof="0" dirty="0"/>
              <a:t>Second level</a:t>
            </a:r>
          </a:p>
        </p:txBody>
      </p:sp>
      <p:sp>
        <p:nvSpPr>
          <p:cNvPr id="4" name="Titre 3">
            <a:extLst>
              <a:ext uri="{FF2B5EF4-FFF2-40B4-BE49-F238E27FC236}">
                <a16:creationId xmlns:a16="http://schemas.microsoft.com/office/drawing/2014/main" id="{F6BCB685-F157-46CF-BE06-EB75FF40F84F}"/>
              </a:ext>
            </a:extLst>
          </p:cNvPr>
          <p:cNvSpPr>
            <a:spLocks noGrp="1"/>
          </p:cNvSpPr>
          <p:nvPr>
            <p:ph type="title" hasCustomPrompt="1"/>
          </p:nvPr>
        </p:nvSpPr>
        <p:spPr>
          <a:xfrm>
            <a:off x="551384" y="764704"/>
            <a:ext cx="2952328" cy="3960440"/>
          </a:xfrm>
        </p:spPr>
        <p:txBody>
          <a:bodyPr>
            <a:noAutofit/>
          </a:bodyPr>
          <a:lstStyle>
            <a:lvl1pPr>
              <a:defRPr sz="4600" b="0">
                <a:solidFill>
                  <a:schemeClr val="bg1"/>
                </a:solidFill>
              </a:defRPr>
            </a:lvl1pPr>
          </a:lstStyle>
          <a:p>
            <a:r>
              <a:rPr lang="en-CA" noProof="0" dirty="0"/>
              <a:t>Click to add a title: Either “Agenda” or “Content”</a:t>
            </a:r>
            <a:endParaRPr lang="en-CA" dirty="0"/>
          </a:p>
        </p:txBody>
      </p:sp>
    </p:spTree>
    <p:extLst>
      <p:ext uri="{BB962C8B-B14F-4D97-AF65-F5344CB8AC3E}">
        <p14:creationId xmlns:p14="http://schemas.microsoft.com/office/powerpoint/2010/main" val="4161599641"/>
      </p:ext>
    </p:extLst>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2-level rolling agenda">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7BB10C-B0C4-42A3-9FE3-658189868DAF}"/>
              </a:ext>
            </a:extLst>
          </p:cNvPr>
          <p:cNvSpPr/>
          <p:nvPr/>
        </p:nvSpPr>
        <p:spPr>
          <a:xfrm>
            <a:off x="0" y="0"/>
            <a:ext cx="4007768" cy="6858000"/>
          </a:xfrm>
          <a:prstGeom prst="rect">
            <a:avLst/>
          </a:prstGeom>
          <a:solidFill>
            <a:schemeClr val="tx2"/>
          </a:solidFill>
        </p:spPr>
        <p:txBody>
          <a:bodyPr wrap="square" rtlCol="0" anchor="ctr">
            <a:noAutofit/>
          </a:bodyPr>
          <a:lstStyle/>
          <a:p>
            <a:pPr algn="ctr">
              <a:spcBef>
                <a:spcPts val="600"/>
              </a:spcBef>
            </a:pPr>
            <a:endParaRPr lang="en-CA" sz="1400" b="1" dirty="0">
              <a:solidFill>
                <a:schemeClr val="bg1"/>
              </a:solidFill>
              <a:latin typeface="+mn-lt"/>
              <a:cs typeface="+mn-cs"/>
            </a:endParaRPr>
          </a:p>
        </p:txBody>
      </p:sp>
      <p:sp>
        <p:nvSpPr>
          <p:cNvPr id="6" name="Espace réservé du texte 5">
            <a:extLst>
              <a:ext uri="{FF2B5EF4-FFF2-40B4-BE49-F238E27FC236}">
                <a16:creationId xmlns:a16="http://schemas.microsoft.com/office/drawing/2014/main" id="{779B471A-69AE-454E-949F-12512C7BC874}"/>
              </a:ext>
            </a:extLst>
          </p:cNvPr>
          <p:cNvSpPr>
            <a:spLocks noGrp="1"/>
          </p:cNvSpPr>
          <p:nvPr>
            <p:ph type="body" sz="quarter" idx="13" hasCustomPrompt="1"/>
          </p:nvPr>
        </p:nvSpPr>
        <p:spPr>
          <a:xfrm>
            <a:off x="3935760" y="1448824"/>
            <a:ext cx="8316000" cy="396000"/>
          </a:xfrm>
          <a:noFill/>
          <a:ln w="28575">
            <a:solidFill>
              <a:schemeClr val="accent2"/>
            </a:solidFill>
          </a:ln>
        </p:spPr>
        <p:txBody>
          <a:bodyPr tIns="0" bIns="0" anchor="ctr" anchorCtr="0"/>
          <a:lstStyle>
            <a:lvl1pPr marL="0" indent="0">
              <a:buClr>
                <a:schemeClr val="accent6"/>
              </a:buClr>
              <a:buNone/>
              <a:defRPr sz="600">
                <a:solidFill>
                  <a:schemeClr val="tx2"/>
                </a:solidFill>
              </a:defRPr>
            </a:lvl1pPr>
          </a:lstStyle>
          <a:p>
            <a:pPr lvl="0"/>
            <a:r>
              <a:rPr lang="en-CA" noProof="0" dirty="0"/>
              <a:t>.</a:t>
            </a:r>
          </a:p>
        </p:txBody>
      </p:sp>
      <p:sp>
        <p:nvSpPr>
          <p:cNvPr id="3" name="Espace réservé du numéro de diapositive 2">
            <a:extLst>
              <a:ext uri="{FF2B5EF4-FFF2-40B4-BE49-F238E27FC236}">
                <a16:creationId xmlns:a16="http://schemas.microsoft.com/office/drawing/2014/main" id="{2C2D5925-F053-4BE9-9B3D-307DA7D65A42}"/>
              </a:ext>
            </a:extLst>
          </p:cNvPr>
          <p:cNvSpPr>
            <a:spLocks noGrp="1"/>
          </p:cNvSpPr>
          <p:nvPr>
            <p:ph type="sldNum" sz="quarter" idx="10"/>
          </p:nvPr>
        </p:nvSpPr>
        <p:spPr/>
        <p:txBody>
          <a:bodyPr/>
          <a:lstStyle>
            <a:lvl1pPr>
              <a:defRPr>
                <a:solidFill>
                  <a:schemeClr val="bg1"/>
                </a:solidFill>
              </a:defRPr>
            </a:lvl1pPr>
          </a:lstStyle>
          <a:p>
            <a:fld id="{9F13E4E3-EA9B-4FF8-B6C4-2516ED16E94E}" type="slidenum">
              <a:rPr lang="en-CA" smtClean="0"/>
              <a:t>‹#›</a:t>
            </a:fld>
            <a:endParaRPr lang="en-CA" dirty="0"/>
          </a:p>
        </p:txBody>
      </p:sp>
      <p:sp>
        <p:nvSpPr>
          <p:cNvPr id="8" name="Espace réservé du texte 7">
            <a:extLst>
              <a:ext uri="{FF2B5EF4-FFF2-40B4-BE49-F238E27FC236}">
                <a16:creationId xmlns:a16="http://schemas.microsoft.com/office/drawing/2014/main" id="{E4DD3891-228D-458B-B2C9-88807CD10670}"/>
              </a:ext>
            </a:extLst>
          </p:cNvPr>
          <p:cNvSpPr>
            <a:spLocks noGrp="1"/>
          </p:cNvSpPr>
          <p:nvPr>
            <p:ph type="body" sz="quarter" idx="11" hasCustomPrompt="1"/>
          </p:nvPr>
        </p:nvSpPr>
        <p:spPr>
          <a:xfrm>
            <a:off x="4735104" y="908720"/>
            <a:ext cx="6905512" cy="5400056"/>
          </a:xfrm>
        </p:spPr>
        <p:txBody>
          <a:bodyPr tIns="72000" bIns="72000"/>
          <a:lstStyle>
            <a:lvl1pPr marL="414000" indent="-414000">
              <a:spcBef>
                <a:spcPts val="2400"/>
              </a:spcBef>
              <a:buFont typeface="+mj-lt"/>
              <a:buAutoNum type="arabicPeriod"/>
              <a:defRPr sz="2400">
                <a:solidFill>
                  <a:schemeClr val="tx2"/>
                </a:solidFill>
              </a:defRPr>
            </a:lvl1pPr>
            <a:lvl2pPr marL="648000" indent="-202406">
              <a:spcBef>
                <a:spcPts val="1200"/>
              </a:spcBef>
              <a:defRPr sz="2000">
                <a:solidFill>
                  <a:schemeClr val="tx2"/>
                </a:solidFill>
              </a:defRPr>
            </a:lvl2pPr>
          </a:lstStyle>
          <a:p>
            <a:pPr lvl="0"/>
            <a:r>
              <a:rPr lang="en-CA" noProof="0" dirty="0"/>
              <a:t>Click to add an agenda item</a:t>
            </a:r>
          </a:p>
          <a:p>
            <a:pPr lvl="1"/>
            <a:r>
              <a:rPr lang="en-CA" noProof="0" dirty="0"/>
              <a:t>Second level</a:t>
            </a:r>
          </a:p>
        </p:txBody>
      </p:sp>
      <p:sp>
        <p:nvSpPr>
          <p:cNvPr id="4" name="Titre 3">
            <a:extLst>
              <a:ext uri="{FF2B5EF4-FFF2-40B4-BE49-F238E27FC236}">
                <a16:creationId xmlns:a16="http://schemas.microsoft.com/office/drawing/2014/main" id="{F6BCB685-F157-46CF-BE06-EB75FF40F84F}"/>
              </a:ext>
            </a:extLst>
          </p:cNvPr>
          <p:cNvSpPr>
            <a:spLocks noGrp="1"/>
          </p:cNvSpPr>
          <p:nvPr>
            <p:ph type="title" hasCustomPrompt="1"/>
          </p:nvPr>
        </p:nvSpPr>
        <p:spPr>
          <a:xfrm>
            <a:off x="551384" y="764704"/>
            <a:ext cx="2952328" cy="3960440"/>
          </a:xfrm>
        </p:spPr>
        <p:txBody>
          <a:bodyPr>
            <a:noAutofit/>
          </a:bodyPr>
          <a:lstStyle>
            <a:lvl1pPr>
              <a:defRPr sz="4600" b="0">
                <a:solidFill>
                  <a:schemeClr val="bg1"/>
                </a:solidFill>
              </a:defRPr>
            </a:lvl1pPr>
          </a:lstStyle>
          <a:p>
            <a:r>
              <a:rPr lang="en-CA" noProof="0" dirty="0"/>
              <a:t>Click to add a title: Either “Agenda” or “Content”</a:t>
            </a:r>
            <a:endParaRPr lang="en-CA" dirty="0"/>
          </a:p>
        </p:txBody>
      </p:sp>
    </p:spTree>
    <p:extLst>
      <p:ext uri="{BB962C8B-B14F-4D97-AF65-F5344CB8AC3E}">
        <p14:creationId xmlns:p14="http://schemas.microsoft.com/office/powerpoint/2010/main" val="3609035015"/>
      </p:ext>
    </p:extLst>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secHead" preserve="1">
  <p:cSld name="Section page">
    <p:bg>
      <p:bgPr>
        <a:solidFill>
          <a:schemeClr val="tx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736232-E242-49FB-A134-5D4023A1C191}"/>
              </a:ext>
            </a:extLst>
          </p:cNvPr>
          <p:cNvSpPr>
            <a:spLocks noGrp="1"/>
          </p:cNvSpPr>
          <p:nvPr>
            <p:ph type="title" hasCustomPrompt="1"/>
          </p:nvPr>
        </p:nvSpPr>
        <p:spPr>
          <a:xfrm>
            <a:off x="1055440" y="2952000"/>
            <a:ext cx="10081120" cy="2852737"/>
          </a:xfrm>
        </p:spPr>
        <p:txBody>
          <a:bodyPr anchor="t">
            <a:normAutofit/>
          </a:bodyPr>
          <a:lstStyle>
            <a:lvl1pPr>
              <a:defRPr sz="7000" b="0">
                <a:solidFill>
                  <a:schemeClr val="bg1"/>
                </a:solidFill>
              </a:defRPr>
            </a:lvl1pPr>
          </a:lstStyle>
          <a:p>
            <a:r>
              <a:rPr lang="en-CA" noProof="0" dirty="0"/>
              <a:t>Click to add the section title</a:t>
            </a:r>
          </a:p>
        </p:txBody>
      </p:sp>
      <p:sp>
        <p:nvSpPr>
          <p:cNvPr id="3" name="Espace réservé du texte 2">
            <a:extLst>
              <a:ext uri="{FF2B5EF4-FFF2-40B4-BE49-F238E27FC236}">
                <a16:creationId xmlns:a16="http://schemas.microsoft.com/office/drawing/2014/main" id="{0F245AE6-B9C5-4272-A699-D8FDC6D9A384}"/>
              </a:ext>
            </a:extLst>
          </p:cNvPr>
          <p:cNvSpPr>
            <a:spLocks noGrp="1"/>
          </p:cNvSpPr>
          <p:nvPr>
            <p:ph type="body" idx="1" hasCustomPrompt="1"/>
          </p:nvPr>
        </p:nvSpPr>
        <p:spPr>
          <a:xfrm>
            <a:off x="1055440" y="2324740"/>
            <a:ext cx="10081120" cy="615447"/>
          </a:xfrm>
        </p:spPr>
        <p:txBody>
          <a:bodyPr lIns="28800" rIns="28800" anchor="b"/>
          <a:lstStyle>
            <a:lvl1pPr marL="0" indent="0">
              <a:buNone/>
              <a:defRPr sz="2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CA" noProof="0" dirty="0"/>
              <a:t>Click to add the subtitle</a:t>
            </a:r>
          </a:p>
        </p:txBody>
      </p:sp>
      <p:sp>
        <p:nvSpPr>
          <p:cNvPr id="6" name="Espace réservé du numéro de diapositive 5">
            <a:extLst>
              <a:ext uri="{FF2B5EF4-FFF2-40B4-BE49-F238E27FC236}">
                <a16:creationId xmlns:a16="http://schemas.microsoft.com/office/drawing/2014/main" id="{D75183EC-B691-426E-B0AE-C33EB1FCFD69}"/>
              </a:ext>
            </a:extLst>
          </p:cNvPr>
          <p:cNvSpPr>
            <a:spLocks noGrp="1"/>
          </p:cNvSpPr>
          <p:nvPr>
            <p:ph type="sldNum" sz="quarter" idx="12"/>
          </p:nvPr>
        </p:nvSpPr>
        <p:spPr/>
        <p:txBody>
          <a:bodyPr/>
          <a:lstStyle>
            <a:lvl1pPr>
              <a:defRPr>
                <a:solidFill>
                  <a:schemeClr val="bg1"/>
                </a:solidFill>
              </a:defRPr>
            </a:lvl1pPr>
          </a:lstStyle>
          <a:p>
            <a:fld id="{9F13E4E3-EA9B-4FF8-B6C4-2516ED16E94E}" type="slidenum">
              <a:rPr lang="en-CA" smtClean="0"/>
              <a:t>‹#›</a:t>
            </a:fld>
            <a:endParaRPr lang="en-CA" dirty="0"/>
          </a:p>
        </p:txBody>
      </p:sp>
      <p:sp>
        <p:nvSpPr>
          <p:cNvPr id="10" name="Rectangle 9">
            <a:extLst>
              <a:ext uri="{FF2B5EF4-FFF2-40B4-BE49-F238E27FC236}">
                <a16:creationId xmlns:a16="http://schemas.microsoft.com/office/drawing/2014/main" id="{75409F9D-38DA-4F2B-9884-E454EB876F47}"/>
              </a:ext>
            </a:extLst>
          </p:cNvPr>
          <p:cNvSpPr/>
          <p:nvPr/>
        </p:nvSpPr>
        <p:spPr>
          <a:xfrm>
            <a:off x="4165601" y="6634576"/>
            <a:ext cx="3860800" cy="142875"/>
          </a:xfrm>
          <a:prstGeom prst="rect">
            <a:avLst/>
          </a:prstGeom>
        </p:spPr>
        <p:txBody>
          <a:bodyPr vert="horz" lIns="0" tIns="0" rIns="0" bIns="0" rtlCol="0" anchor="ctr"/>
          <a:lstStyle/>
          <a:p>
            <a:pPr lvl="0" algn="ctr" fontAlgn="auto">
              <a:spcBef>
                <a:spcPts val="0"/>
              </a:spcBef>
              <a:spcAft>
                <a:spcPts val="0"/>
              </a:spcAft>
            </a:pPr>
            <a:r>
              <a:rPr lang="en-CA" sz="800" kern="1200" noProof="0" dirty="0">
                <a:solidFill>
                  <a:schemeClr val="bg1"/>
                </a:solidFill>
                <a:latin typeface="+mn-lt"/>
                <a:ea typeface="+mn-ea"/>
                <a:cs typeface="+mn-cs"/>
              </a:rPr>
              <a:t>CAE Inc. Proprietary Information and/or Confidential</a:t>
            </a:r>
          </a:p>
        </p:txBody>
      </p:sp>
      <p:pic>
        <p:nvPicPr>
          <p:cNvPr id="4" name="Graphic 6">
            <a:extLst>
              <a:ext uri="{FF2B5EF4-FFF2-40B4-BE49-F238E27FC236}">
                <a16:creationId xmlns:a16="http://schemas.microsoft.com/office/drawing/2014/main" id="{1DEF3D5A-16CC-B84E-9A64-33714D6E0FF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125192" y="6569915"/>
            <a:ext cx="457208" cy="171453"/>
          </a:xfrm>
          <a:prstGeom prst="rect">
            <a:avLst/>
          </a:prstGeom>
        </p:spPr>
      </p:pic>
    </p:spTree>
    <p:extLst>
      <p:ext uri="{BB962C8B-B14F-4D97-AF65-F5344CB8AC3E}">
        <p14:creationId xmlns:p14="http://schemas.microsoft.com/office/powerpoint/2010/main" val="724756737"/>
      </p:ext>
    </p:extLst>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Basic flexible layouts">
    <p:bg>
      <p:bgPr>
        <a:solidFill>
          <a:schemeClr val="tx1"/>
        </a:solidFill>
        <a:effectLst/>
      </p:bgPr>
    </p:bg>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B1714105-C726-47F2-8691-718AD3DC54FB}"/>
              </a:ext>
            </a:extLst>
          </p:cNvPr>
          <p:cNvSpPr txBox="1"/>
          <p:nvPr/>
        </p:nvSpPr>
        <p:spPr>
          <a:xfrm>
            <a:off x="2" y="1720841"/>
            <a:ext cx="12191999" cy="3416320"/>
          </a:xfrm>
          <a:prstGeom prst="rect">
            <a:avLst/>
          </a:prstGeom>
          <a:noFill/>
        </p:spPr>
        <p:txBody>
          <a:bodyPr wrap="square" lIns="337500" rIns="337500" rtlCol="0" anchor="ctr" anchorCtr="0">
            <a:spAutoFit/>
          </a:bodyPr>
          <a:lstStyle/>
          <a:p>
            <a:pPr algn="ctr"/>
            <a:r>
              <a:rPr lang="en-CA" sz="8800" b="1" i="0" noProof="0" dirty="0">
                <a:solidFill>
                  <a:schemeClr val="bg1"/>
                </a:solidFill>
                <a:latin typeface="+mj-lt"/>
              </a:rPr>
              <a:t>Basic flexible </a:t>
            </a:r>
            <a:br>
              <a:rPr lang="en-CA" sz="8800" b="1" i="0" noProof="0" dirty="0">
                <a:solidFill>
                  <a:schemeClr val="bg1"/>
                </a:solidFill>
                <a:latin typeface="+mj-lt"/>
              </a:rPr>
            </a:br>
            <a:r>
              <a:rPr lang="en-CA" sz="8800" b="1" i="0" noProof="0" dirty="0">
                <a:solidFill>
                  <a:schemeClr val="bg1"/>
                </a:solidFill>
                <a:latin typeface="+mj-lt"/>
              </a:rPr>
              <a:t>layouts</a:t>
            </a:r>
          </a:p>
          <a:p>
            <a:pPr marL="0" marR="0" lvl="0" indent="0" algn="ctr" defTabSz="913614" rtl="0" eaLnBrk="1" fontAlgn="base" latinLnBrk="0" hangingPunct="1">
              <a:lnSpc>
                <a:spcPct val="100000"/>
              </a:lnSpc>
              <a:spcBef>
                <a:spcPct val="0"/>
              </a:spcBef>
              <a:spcAft>
                <a:spcPct val="0"/>
              </a:spcAft>
              <a:buClrTx/>
              <a:buSzTx/>
              <a:buFontTx/>
              <a:buNone/>
              <a:tabLst/>
              <a:defRPr/>
            </a:pPr>
            <a:endParaRPr lang="en-CA" sz="2000" i="1" kern="1200" noProof="0" dirty="0">
              <a:solidFill>
                <a:schemeClr val="bg1"/>
              </a:solidFill>
              <a:latin typeface="+mj-lt"/>
              <a:ea typeface="+mn-ea"/>
              <a:cs typeface="+mn-cs"/>
            </a:endParaRPr>
          </a:p>
          <a:p>
            <a:pPr marL="0" marR="0" lvl="0" indent="0" algn="ctr" defTabSz="913614" rtl="0" eaLnBrk="1" fontAlgn="base" latinLnBrk="0" hangingPunct="1">
              <a:lnSpc>
                <a:spcPct val="100000"/>
              </a:lnSpc>
              <a:spcBef>
                <a:spcPct val="0"/>
              </a:spcBef>
              <a:spcAft>
                <a:spcPct val="0"/>
              </a:spcAft>
              <a:buClrTx/>
              <a:buSzTx/>
              <a:buFontTx/>
              <a:buNone/>
              <a:tabLst/>
              <a:defRPr/>
            </a:pPr>
            <a:r>
              <a:rPr lang="en-CA" sz="2000" i="1" kern="1200" noProof="0" dirty="0">
                <a:solidFill>
                  <a:schemeClr val="bg1"/>
                </a:solidFill>
                <a:latin typeface="+mj-lt"/>
                <a:ea typeface="+mn-ea"/>
                <a:cs typeface="+mn-cs"/>
              </a:rPr>
              <a:t>- Never use this page in your presentation -</a:t>
            </a:r>
          </a:p>
        </p:txBody>
      </p:sp>
    </p:spTree>
    <p:extLst>
      <p:ext uri="{BB962C8B-B14F-4D97-AF65-F5344CB8AC3E}">
        <p14:creationId xmlns:p14="http://schemas.microsoft.com/office/powerpoint/2010/main" val="860042931"/>
      </p:ext>
    </p:extLst>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page">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9F13E4E3-EA9B-4FF8-B6C4-2516ED16E94E}" type="slidenum">
              <a:rPr lang="en-CA" smtClean="0"/>
              <a:t>‹#›</a:t>
            </a:fld>
            <a:endParaRPr lang="en-CA" dirty="0"/>
          </a:p>
        </p:txBody>
      </p:sp>
      <p:sp>
        <p:nvSpPr>
          <p:cNvPr id="6" name="Text Placeholder 2">
            <a:extLst>
              <a:ext uri="{FF2B5EF4-FFF2-40B4-BE49-F238E27FC236}">
                <a16:creationId xmlns:a16="http://schemas.microsoft.com/office/drawing/2014/main" id="{24F80CBA-940D-4A3D-AA70-4E0FB99EDDCD}"/>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4" name="Titre 3">
            <a:extLst>
              <a:ext uri="{FF2B5EF4-FFF2-40B4-BE49-F238E27FC236}">
                <a16:creationId xmlns:a16="http://schemas.microsoft.com/office/drawing/2014/main" id="{65B5994F-016F-4C95-B795-9FA75DE7A266}"/>
              </a:ext>
            </a:extLst>
          </p:cNvPr>
          <p:cNvSpPr>
            <a:spLocks noGrp="1"/>
          </p:cNvSpPr>
          <p:nvPr>
            <p:ph type="title" hasCustomPrompt="1"/>
          </p:nvPr>
        </p:nvSpPr>
        <p:spPr>
          <a:xfrm>
            <a:off x="551384" y="332656"/>
            <a:ext cx="11088000" cy="864000"/>
          </a:xfrm>
        </p:spPr>
        <p:txBody>
          <a:bodyPr/>
          <a:lstStyle>
            <a:lvl1pPr>
              <a:defRPr>
                <a:solidFill>
                  <a:schemeClr val="tx2"/>
                </a:solidFill>
              </a:defRPr>
            </a:lvl1pPr>
          </a:lstStyle>
          <a:p>
            <a:r>
              <a:rPr lang="en-CA" noProof="0" dirty="0"/>
              <a:t>Click to add a headline</a:t>
            </a:r>
          </a:p>
        </p:txBody>
      </p:sp>
      <p:sp>
        <p:nvSpPr>
          <p:cNvPr id="9" name="Espace réservé du contenu 8">
            <a:extLst>
              <a:ext uri="{FF2B5EF4-FFF2-40B4-BE49-F238E27FC236}">
                <a16:creationId xmlns:a16="http://schemas.microsoft.com/office/drawing/2014/main" id="{FF132BF8-C31F-45DC-A4F3-2EC8CFBA6221}"/>
              </a:ext>
            </a:extLst>
          </p:cNvPr>
          <p:cNvSpPr>
            <a:spLocks noGrp="1"/>
          </p:cNvSpPr>
          <p:nvPr>
            <p:ph sz="quarter" idx="14" hasCustomPrompt="1"/>
          </p:nvPr>
        </p:nvSpPr>
        <p:spPr>
          <a:xfrm>
            <a:off x="551384" y="1412775"/>
            <a:ext cx="11089754" cy="4895949"/>
          </a:xfrm>
        </p:spPr>
        <p:txBody>
          <a:bodyPr/>
          <a:lstStyle>
            <a:lvl1pPr>
              <a:defRPr/>
            </a:lvl1pPr>
            <a:lvl2pPr>
              <a:defRPr/>
            </a:lvl2pPr>
            <a:lvl3pPr>
              <a:defRPr/>
            </a:lvl3pPr>
            <a:lvl4pPr>
              <a:defRPr/>
            </a:lvl4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0" name="Text Placeholder 9">
            <a:extLst>
              <a:ext uri="{FF2B5EF4-FFF2-40B4-BE49-F238E27FC236}">
                <a16:creationId xmlns:a16="http://schemas.microsoft.com/office/drawing/2014/main" id="{7F3091EC-DAC2-4561-A18E-158BDD028FE8}"/>
              </a:ext>
            </a:extLst>
          </p:cNvPr>
          <p:cNvSpPr>
            <a:spLocks noGrp="1"/>
          </p:cNvSpPr>
          <p:nvPr>
            <p:ph type="body" sz="quarter" idx="15"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Tree>
    <p:extLst>
      <p:ext uri="{BB962C8B-B14F-4D97-AF65-F5344CB8AC3E}">
        <p14:creationId xmlns:p14="http://schemas.microsoft.com/office/powerpoint/2010/main" val="2910327794"/>
      </p:ext>
    </p:extLst>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page + message box">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9F13E4E3-EA9B-4FF8-B6C4-2516ED16E94E}" type="slidenum">
              <a:rPr lang="en-CA" smtClean="0"/>
              <a:t>‹#›</a:t>
            </a:fld>
            <a:endParaRPr lang="en-CA" dirty="0"/>
          </a:p>
        </p:txBody>
      </p:sp>
      <p:sp>
        <p:nvSpPr>
          <p:cNvPr id="13" name="Espace réservé du contenu 8">
            <a:extLst>
              <a:ext uri="{FF2B5EF4-FFF2-40B4-BE49-F238E27FC236}">
                <a16:creationId xmlns:a16="http://schemas.microsoft.com/office/drawing/2014/main" id="{E9E134B0-614D-430B-AF3B-C2CF4662A7BB}"/>
              </a:ext>
            </a:extLst>
          </p:cNvPr>
          <p:cNvSpPr>
            <a:spLocks noGrp="1"/>
          </p:cNvSpPr>
          <p:nvPr>
            <p:ph sz="quarter" idx="16" hasCustomPrompt="1"/>
          </p:nvPr>
        </p:nvSpPr>
        <p:spPr>
          <a:xfrm>
            <a:off x="551384" y="1412776"/>
            <a:ext cx="11088000" cy="4099201"/>
          </a:xfrm>
        </p:spPr>
        <p:txBody>
          <a:bodyPr/>
          <a:lstStyle>
            <a:lvl1pPr>
              <a:defRPr/>
            </a:lvl1pPr>
            <a:lvl2pPr>
              <a:defRPr>
                <a:solidFill>
                  <a:schemeClr val="tx1"/>
                </a:solidFill>
              </a:defRPr>
            </a:lvl2pPr>
            <a:lvl3pPr>
              <a:defRPr>
                <a:solidFill>
                  <a:schemeClr val="tx1"/>
                </a:solidFill>
              </a:defRPr>
            </a:lvl3pPr>
            <a:lvl4pPr>
              <a:defRPr>
                <a:solidFill>
                  <a:schemeClr val="tx1"/>
                </a:solidFill>
              </a:defRPr>
            </a:lvl4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4" name="Titre 3">
            <a:extLst>
              <a:ext uri="{FF2B5EF4-FFF2-40B4-BE49-F238E27FC236}">
                <a16:creationId xmlns:a16="http://schemas.microsoft.com/office/drawing/2014/main" id="{40A7DFC7-ADFB-4034-9A2E-8650246EB946}"/>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8" name="Text Placeholder 2">
            <a:extLst>
              <a:ext uri="{FF2B5EF4-FFF2-40B4-BE49-F238E27FC236}">
                <a16:creationId xmlns:a16="http://schemas.microsoft.com/office/drawing/2014/main" id="{7DE94A82-6D01-43D1-AAC1-F72A407AF3CD}"/>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0" name="Text Placeholder 9">
            <a:extLst>
              <a:ext uri="{FF2B5EF4-FFF2-40B4-BE49-F238E27FC236}">
                <a16:creationId xmlns:a16="http://schemas.microsoft.com/office/drawing/2014/main" id="{550B4882-B031-43AE-B199-FF6B57542E71}"/>
              </a:ext>
            </a:extLst>
          </p:cNvPr>
          <p:cNvSpPr>
            <a:spLocks noGrp="1"/>
          </p:cNvSpPr>
          <p:nvPr>
            <p:ph type="body" sz="quarter" idx="15"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6" name="Text Placeholder 5">
            <a:extLst>
              <a:ext uri="{FF2B5EF4-FFF2-40B4-BE49-F238E27FC236}">
                <a16:creationId xmlns:a16="http://schemas.microsoft.com/office/drawing/2014/main" id="{C61724AF-1576-4DD5-AB14-AA621EB5269D}"/>
              </a:ext>
            </a:extLst>
          </p:cNvPr>
          <p:cNvSpPr>
            <a:spLocks noGrp="1"/>
          </p:cNvSpPr>
          <p:nvPr>
            <p:ph type="body" sz="quarter" idx="17" hasCustomPrompt="1"/>
          </p:nvPr>
        </p:nvSpPr>
        <p:spPr>
          <a:xfrm>
            <a:off x="551384" y="5910101"/>
            <a:ext cx="11088000" cy="399219"/>
          </a:xfrm>
          <a:solidFill>
            <a:schemeClr val="tx2"/>
          </a:solidFill>
        </p:spPr>
        <p:txBody>
          <a:bodyPr lIns="180000" tIns="75600" rIns="180000" bIns="75600" anchor="b">
            <a:spAutoFit/>
          </a:bodyPr>
          <a:lstStyle>
            <a:lvl1pPr algn="ctr">
              <a:lnSpc>
                <a:spcPct val="89000"/>
              </a:lnSpc>
              <a:spcBef>
                <a:spcPts val="600"/>
              </a:spcBef>
              <a:buNone/>
              <a:defRPr sz="1800" b="1">
                <a:solidFill>
                  <a:schemeClr val="bg1"/>
                </a:solidFill>
              </a:defRPr>
            </a:lvl1pPr>
          </a:lstStyle>
          <a:p>
            <a:pPr lvl="0"/>
            <a:r>
              <a:rPr lang="en-CA" dirty="0"/>
              <a:t>Message box</a:t>
            </a:r>
          </a:p>
        </p:txBody>
      </p:sp>
    </p:spTree>
    <p:extLst>
      <p:ext uri="{BB962C8B-B14F-4D97-AF65-F5344CB8AC3E}">
        <p14:creationId xmlns:p14="http://schemas.microsoft.com/office/powerpoint/2010/main" val="2444203910"/>
      </p:ext>
    </p:extLst>
  </p:cSld>
  <p:clrMapOvr>
    <a:masterClrMapping/>
  </p:clrMapOvr>
  <p:transition spd="med">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9F13E4E3-EA9B-4FF8-B6C4-2516ED16E94E}" type="slidenum">
              <a:rPr lang="en-CA" smtClean="0"/>
              <a:t>‹#›</a:t>
            </a:fld>
            <a:endParaRPr lang="en-CA" dirty="0"/>
          </a:p>
        </p:txBody>
      </p:sp>
      <p:sp>
        <p:nvSpPr>
          <p:cNvPr id="4" name="Titre 3">
            <a:extLst>
              <a:ext uri="{FF2B5EF4-FFF2-40B4-BE49-F238E27FC236}">
                <a16:creationId xmlns:a16="http://schemas.microsoft.com/office/drawing/2014/main" id="{66581250-6F20-4063-8211-E1E3C9FE13DC}"/>
              </a:ext>
            </a:extLst>
          </p:cNvPr>
          <p:cNvSpPr>
            <a:spLocks noGrp="1"/>
          </p:cNvSpPr>
          <p:nvPr>
            <p:ph type="title" hasCustomPrompt="1"/>
          </p:nvPr>
        </p:nvSpPr>
        <p:spPr/>
        <p:txBody>
          <a:bodyPr/>
          <a:lstStyle/>
          <a:p>
            <a:r>
              <a:rPr lang="en-CA" noProof="0" dirty="0"/>
              <a:t>Click to add a headline</a:t>
            </a:r>
            <a:endParaRPr lang="en-CA" dirty="0"/>
          </a:p>
        </p:txBody>
      </p:sp>
      <p:sp>
        <p:nvSpPr>
          <p:cNvPr id="5" name="Text Placeholder 2">
            <a:extLst>
              <a:ext uri="{FF2B5EF4-FFF2-40B4-BE49-F238E27FC236}">
                <a16:creationId xmlns:a16="http://schemas.microsoft.com/office/drawing/2014/main" id="{FAE1E33C-834B-4F5B-9EA6-B6439D17D554}"/>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7" name="Text Placeholder 9">
            <a:extLst>
              <a:ext uri="{FF2B5EF4-FFF2-40B4-BE49-F238E27FC236}">
                <a16:creationId xmlns:a16="http://schemas.microsoft.com/office/drawing/2014/main" id="{C392CAF9-D645-43D1-8794-45AD66199C20}"/>
              </a:ext>
            </a:extLst>
          </p:cNvPr>
          <p:cNvSpPr>
            <a:spLocks noGrp="1"/>
          </p:cNvSpPr>
          <p:nvPr>
            <p:ph type="body" sz="quarter" idx="15"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Tree>
    <p:extLst>
      <p:ext uri="{BB962C8B-B14F-4D97-AF65-F5344CB8AC3E}">
        <p14:creationId xmlns:p14="http://schemas.microsoft.com/office/powerpoint/2010/main" val="3709798753"/>
      </p:ext>
    </p:extLst>
  </p:cSld>
  <p:clrMapOvr>
    <a:masterClrMapping/>
  </p:clrMapOvr>
  <p:transition spd="med">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 message box">
    <p:spTree>
      <p:nvGrpSpPr>
        <p:cNvPr id="1" name=""/>
        <p:cNvGrpSpPr/>
        <p:nvPr/>
      </p:nvGrpSpPr>
      <p:grpSpPr>
        <a:xfrm>
          <a:off x="0" y="0"/>
          <a:ext cx="0" cy="0"/>
          <a:chOff x="0" y="0"/>
          <a:chExt cx="0" cy="0"/>
        </a:xfrm>
      </p:grpSpPr>
      <p:sp>
        <p:nvSpPr>
          <p:cNvPr id="3" name="Slide Number Placeholder 2"/>
          <p:cNvSpPr>
            <a:spLocks noGrp="1"/>
          </p:cNvSpPr>
          <p:nvPr>
            <p:ph type="sldNum" sz="quarter" idx="14"/>
          </p:nvPr>
        </p:nvSpPr>
        <p:spPr/>
        <p:txBody>
          <a:bodyPr/>
          <a:lstStyle/>
          <a:p>
            <a:fld id="{9F13E4E3-EA9B-4FF8-B6C4-2516ED16E94E}" type="slidenum">
              <a:rPr lang="en-CA" smtClean="0"/>
              <a:t>‹#›</a:t>
            </a:fld>
            <a:endParaRPr lang="en-CA" dirty="0"/>
          </a:p>
        </p:txBody>
      </p:sp>
      <p:sp>
        <p:nvSpPr>
          <p:cNvPr id="4" name="Titre 3">
            <a:extLst>
              <a:ext uri="{FF2B5EF4-FFF2-40B4-BE49-F238E27FC236}">
                <a16:creationId xmlns:a16="http://schemas.microsoft.com/office/drawing/2014/main" id="{FC8A506A-64AF-4373-9DE3-94BBB87F5C1C}"/>
              </a:ext>
            </a:extLst>
          </p:cNvPr>
          <p:cNvSpPr>
            <a:spLocks noGrp="1"/>
          </p:cNvSpPr>
          <p:nvPr>
            <p:ph type="title" hasCustomPrompt="1"/>
          </p:nvPr>
        </p:nvSpPr>
        <p:spPr/>
        <p:txBody>
          <a:bodyPr/>
          <a:lstStyle/>
          <a:p>
            <a:r>
              <a:rPr lang="en-CA" noProof="0" dirty="0"/>
              <a:t>Click to add a headline</a:t>
            </a:r>
            <a:endParaRPr lang="en-CA" dirty="0"/>
          </a:p>
        </p:txBody>
      </p:sp>
      <p:sp>
        <p:nvSpPr>
          <p:cNvPr id="7" name="Text Placeholder 2">
            <a:extLst>
              <a:ext uri="{FF2B5EF4-FFF2-40B4-BE49-F238E27FC236}">
                <a16:creationId xmlns:a16="http://schemas.microsoft.com/office/drawing/2014/main" id="{5E0064CB-E278-4951-8B71-D5ACA8D1DE69}"/>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9" name="Text Placeholder 9">
            <a:extLst>
              <a:ext uri="{FF2B5EF4-FFF2-40B4-BE49-F238E27FC236}">
                <a16:creationId xmlns:a16="http://schemas.microsoft.com/office/drawing/2014/main" id="{76F757AC-EE38-4E61-9BA8-F22AD26CB114}"/>
              </a:ext>
            </a:extLst>
          </p:cNvPr>
          <p:cNvSpPr>
            <a:spLocks noGrp="1"/>
          </p:cNvSpPr>
          <p:nvPr>
            <p:ph type="body" sz="quarter" idx="15"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8" name="Text Placeholder 5">
            <a:extLst>
              <a:ext uri="{FF2B5EF4-FFF2-40B4-BE49-F238E27FC236}">
                <a16:creationId xmlns:a16="http://schemas.microsoft.com/office/drawing/2014/main" id="{8AC36F61-09FB-426E-AEDB-5E869F122C40}"/>
              </a:ext>
            </a:extLst>
          </p:cNvPr>
          <p:cNvSpPr>
            <a:spLocks noGrp="1"/>
          </p:cNvSpPr>
          <p:nvPr>
            <p:ph type="body" sz="quarter" idx="17" hasCustomPrompt="1"/>
          </p:nvPr>
        </p:nvSpPr>
        <p:spPr>
          <a:xfrm>
            <a:off x="551384" y="5910101"/>
            <a:ext cx="11088000" cy="399219"/>
          </a:xfrm>
          <a:solidFill>
            <a:schemeClr val="tx2"/>
          </a:solidFill>
        </p:spPr>
        <p:txBody>
          <a:bodyPr lIns="180000" tIns="75600" rIns="180000" bIns="75600" anchor="b">
            <a:spAutoFit/>
          </a:bodyPr>
          <a:lstStyle>
            <a:lvl1pPr algn="ctr">
              <a:lnSpc>
                <a:spcPct val="89000"/>
              </a:lnSpc>
              <a:spcBef>
                <a:spcPts val="600"/>
              </a:spcBef>
              <a:buNone/>
              <a:defRPr sz="1800" b="1">
                <a:solidFill>
                  <a:schemeClr val="bg1"/>
                </a:solidFill>
              </a:defRPr>
            </a:lvl1pPr>
          </a:lstStyle>
          <a:p>
            <a:pPr lvl="0"/>
            <a:r>
              <a:rPr lang="en-CA" dirty="0"/>
              <a:t>Message box</a:t>
            </a:r>
          </a:p>
        </p:txBody>
      </p:sp>
    </p:spTree>
    <p:extLst>
      <p:ext uri="{BB962C8B-B14F-4D97-AF65-F5344CB8AC3E}">
        <p14:creationId xmlns:p14="http://schemas.microsoft.com/office/powerpoint/2010/main" val="1113185233"/>
      </p:ext>
    </p:extLst>
  </p:cSld>
  <p:clrMapOvr>
    <a:masterClrMapping/>
  </p:clrMapOvr>
  <p:transition spd="med">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Empty page">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fld id="{9F13E4E3-EA9B-4FF8-B6C4-2516ED16E94E}" type="slidenum">
              <a:rPr lang="en-CA" smtClean="0"/>
              <a:t>‹#›</a:t>
            </a:fld>
            <a:endParaRPr lang="en-CA" dirty="0"/>
          </a:p>
        </p:txBody>
      </p:sp>
      <p:cxnSp>
        <p:nvCxnSpPr>
          <p:cNvPr id="4" name="Connecteur droit 3">
            <a:extLst>
              <a:ext uri="{FF2B5EF4-FFF2-40B4-BE49-F238E27FC236}">
                <a16:creationId xmlns:a16="http://schemas.microsoft.com/office/drawing/2014/main" id="{18438D0E-53A7-4602-B060-5EB840E30748}"/>
              </a:ext>
            </a:extLst>
          </p:cNvPr>
          <p:cNvCxnSpPr/>
          <p:nvPr/>
        </p:nvCxnSpPr>
        <p:spPr>
          <a:xfrm flipV="1">
            <a:off x="551384" y="-315416"/>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 name="Connecteur droit 4">
            <a:extLst>
              <a:ext uri="{FF2B5EF4-FFF2-40B4-BE49-F238E27FC236}">
                <a16:creationId xmlns:a16="http://schemas.microsoft.com/office/drawing/2014/main" id="{309FFEBF-15C5-4A74-8443-3D9F69DF5BA6}"/>
              </a:ext>
            </a:extLst>
          </p:cNvPr>
          <p:cNvCxnSpPr/>
          <p:nvPr/>
        </p:nvCxnSpPr>
        <p:spPr>
          <a:xfrm flipV="1">
            <a:off x="11640616" y="-315416"/>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 name="Connecteur droit 5">
            <a:extLst>
              <a:ext uri="{FF2B5EF4-FFF2-40B4-BE49-F238E27FC236}">
                <a16:creationId xmlns:a16="http://schemas.microsoft.com/office/drawing/2014/main" id="{D63FEA88-6238-4326-ADAA-5D5995C58B00}"/>
              </a:ext>
            </a:extLst>
          </p:cNvPr>
          <p:cNvCxnSpPr/>
          <p:nvPr userDrawn="1"/>
        </p:nvCxnSpPr>
        <p:spPr>
          <a:xfrm flipV="1">
            <a:off x="551384" y="6957392"/>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 name="Connecteur droit 6">
            <a:extLst>
              <a:ext uri="{FF2B5EF4-FFF2-40B4-BE49-F238E27FC236}">
                <a16:creationId xmlns:a16="http://schemas.microsoft.com/office/drawing/2014/main" id="{2C0827F4-BBBC-4AC8-82BB-F80122849490}"/>
              </a:ext>
            </a:extLst>
          </p:cNvPr>
          <p:cNvCxnSpPr/>
          <p:nvPr/>
        </p:nvCxnSpPr>
        <p:spPr>
          <a:xfrm flipV="1">
            <a:off x="11640616" y="6957392"/>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 name="Connecteur droit 7">
            <a:extLst>
              <a:ext uri="{FF2B5EF4-FFF2-40B4-BE49-F238E27FC236}">
                <a16:creationId xmlns:a16="http://schemas.microsoft.com/office/drawing/2014/main" id="{FF82C03B-9388-45AF-B32A-14369CBD1092}"/>
              </a:ext>
            </a:extLst>
          </p:cNvPr>
          <p:cNvCxnSpPr/>
          <p:nvPr/>
        </p:nvCxnSpPr>
        <p:spPr>
          <a:xfrm>
            <a:off x="-312712" y="1412776"/>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 name="Connecteur droit 8">
            <a:extLst>
              <a:ext uri="{FF2B5EF4-FFF2-40B4-BE49-F238E27FC236}">
                <a16:creationId xmlns:a16="http://schemas.microsoft.com/office/drawing/2014/main" id="{CFC4DB00-D96A-4DF3-8277-90A16AF398FE}"/>
              </a:ext>
            </a:extLst>
          </p:cNvPr>
          <p:cNvCxnSpPr/>
          <p:nvPr/>
        </p:nvCxnSpPr>
        <p:spPr>
          <a:xfrm>
            <a:off x="12288688" y="1412776"/>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 name="Connecteur droit 9">
            <a:extLst>
              <a:ext uri="{FF2B5EF4-FFF2-40B4-BE49-F238E27FC236}">
                <a16:creationId xmlns:a16="http://schemas.microsoft.com/office/drawing/2014/main" id="{46BCEB62-8960-4982-8E37-7F8C41E3020D}"/>
              </a:ext>
            </a:extLst>
          </p:cNvPr>
          <p:cNvCxnSpPr/>
          <p:nvPr/>
        </p:nvCxnSpPr>
        <p:spPr>
          <a:xfrm>
            <a:off x="-312712" y="6309221"/>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 name="Connecteur droit 10">
            <a:extLst>
              <a:ext uri="{FF2B5EF4-FFF2-40B4-BE49-F238E27FC236}">
                <a16:creationId xmlns:a16="http://schemas.microsoft.com/office/drawing/2014/main" id="{9380230A-3186-4194-B30B-500F725DBC56}"/>
              </a:ext>
            </a:extLst>
          </p:cNvPr>
          <p:cNvCxnSpPr/>
          <p:nvPr/>
        </p:nvCxnSpPr>
        <p:spPr>
          <a:xfrm>
            <a:off x="12288688" y="6309221"/>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3" name="Text Placeholder 9">
            <a:extLst>
              <a:ext uri="{FF2B5EF4-FFF2-40B4-BE49-F238E27FC236}">
                <a16:creationId xmlns:a16="http://schemas.microsoft.com/office/drawing/2014/main" id="{C90C969B-CA22-4251-9712-052DE86597C8}"/>
              </a:ext>
            </a:extLst>
          </p:cNvPr>
          <p:cNvSpPr>
            <a:spLocks noGrp="1"/>
          </p:cNvSpPr>
          <p:nvPr>
            <p:ph type="body" sz="quarter" idx="15"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Tree>
    <p:extLst>
      <p:ext uri="{BB962C8B-B14F-4D97-AF65-F5344CB8AC3E}">
        <p14:creationId xmlns:p14="http://schemas.microsoft.com/office/powerpoint/2010/main" val="3725432812"/>
      </p:ext>
    </p:extLst>
  </p:cSld>
  <p:clrMapOvr>
    <a:masterClrMapping/>
  </p:clrMapOvr>
  <p:transition spd="med">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Vertical blocks layouts">
    <p:bg>
      <p:bgPr>
        <a:solidFill>
          <a:schemeClr val="tx1"/>
        </a:solidFill>
        <a:effectLst/>
      </p:bgPr>
    </p:bg>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4CDBD09A-C850-4625-902E-40D490228FC5}"/>
              </a:ext>
            </a:extLst>
          </p:cNvPr>
          <p:cNvSpPr txBox="1"/>
          <p:nvPr userDrawn="1"/>
        </p:nvSpPr>
        <p:spPr>
          <a:xfrm>
            <a:off x="2" y="1720841"/>
            <a:ext cx="12191999" cy="3416320"/>
          </a:xfrm>
          <a:prstGeom prst="rect">
            <a:avLst/>
          </a:prstGeom>
          <a:noFill/>
        </p:spPr>
        <p:txBody>
          <a:bodyPr wrap="square" lIns="337500" rIns="337500" rtlCol="0" anchor="ctr" anchorCtr="0">
            <a:spAutoFit/>
          </a:bodyPr>
          <a:lstStyle/>
          <a:p>
            <a:pPr algn="ctr"/>
            <a:r>
              <a:rPr lang="en-CA" sz="8800" b="1" i="0" noProof="0" dirty="0">
                <a:solidFill>
                  <a:schemeClr val="bg1"/>
                </a:solidFill>
                <a:latin typeface="+mj-lt"/>
              </a:rPr>
              <a:t>Vertical blocks layouts</a:t>
            </a:r>
          </a:p>
          <a:p>
            <a:pPr marL="0" marR="0" lvl="0" indent="0" algn="ctr" defTabSz="913614" rtl="0" eaLnBrk="1" fontAlgn="base" latinLnBrk="0" hangingPunct="1">
              <a:lnSpc>
                <a:spcPct val="100000"/>
              </a:lnSpc>
              <a:spcBef>
                <a:spcPct val="0"/>
              </a:spcBef>
              <a:spcAft>
                <a:spcPct val="0"/>
              </a:spcAft>
              <a:buClrTx/>
              <a:buSzTx/>
              <a:buFontTx/>
              <a:buNone/>
              <a:tabLst/>
              <a:defRPr/>
            </a:pPr>
            <a:endParaRPr lang="en-CA" sz="2000" i="1" kern="1200" noProof="0" dirty="0">
              <a:solidFill>
                <a:schemeClr val="bg1"/>
              </a:solidFill>
              <a:latin typeface="+mj-lt"/>
              <a:ea typeface="+mn-ea"/>
              <a:cs typeface="+mn-cs"/>
            </a:endParaRPr>
          </a:p>
          <a:p>
            <a:pPr marL="0" marR="0" lvl="0" indent="0" algn="ctr" defTabSz="913614" rtl="0" eaLnBrk="1" fontAlgn="base" latinLnBrk="0" hangingPunct="1">
              <a:lnSpc>
                <a:spcPct val="100000"/>
              </a:lnSpc>
              <a:spcBef>
                <a:spcPct val="0"/>
              </a:spcBef>
              <a:spcAft>
                <a:spcPct val="0"/>
              </a:spcAft>
              <a:buClrTx/>
              <a:buSzTx/>
              <a:buFontTx/>
              <a:buNone/>
              <a:tabLst/>
              <a:defRPr/>
            </a:pPr>
            <a:r>
              <a:rPr lang="en-CA" sz="2000" i="1" kern="1200" noProof="0" dirty="0">
                <a:solidFill>
                  <a:schemeClr val="bg1"/>
                </a:solidFill>
                <a:latin typeface="+mj-lt"/>
                <a:ea typeface="+mn-ea"/>
                <a:cs typeface="+mn-cs"/>
              </a:rPr>
              <a:t>- Never use this page in your presentation -</a:t>
            </a:r>
          </a:p>
        </p:txBody>
      </p:sp>
    </p:spTree>
    <p:extLst>
      <p:ext uri="{BB962C8B-B14F-4D97-AF65-F5344CB8AC3E}">
        <p14:creationId xmlns:p14="http://schemas.microsoft.com/office/powerpoint/2010/main" val="3230039193"/>
      </p:ext>
    </p:extLst>
  </p:cSld>
  <p:clrMapOvr>
    <a:masterClrMapping/>
  </p:clrMapOvr>
  <p:transition spd="med">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2 vertical blocks">
    <p:spTree>
      <p:nvGrpSpPr>
        <p:cNvPr id="1" name=""/>
        <p:cNvGrpSpPr/>
        <p:nvPr/>
      </p:nvGrpSpPr>
      <p:grpSpPr>
        <a:xfrm>
          <a:off x="0" y="0"/>
          <a:ext cx="0" cy="0"/>
          <a:chOff x="0" y="0"/>
          <a:chExt cx="0" cy="0"/>
        </a:xfrm>
      </p:grpSpPr>
      <p:sp>
        <p:nvSpPr>
          <p:cNvPr id="7" name="Espace réservé du contenu 6">
            <a:extLst>
              <a:ext uri="{FF2B5EF4-FFF2-40B4-BE49-F238E27FC236}">
                <a16:creationId xmlns:a16="http://schemas.microsoft.com/office/drawing/2014/main" id="{AAFFEBE9-DCC1-439C-B328-E8D943D04428}"/>
              </a:ext>
            </a:extLst>
          </p:cNvPr>
          <p:cNvSpPr>
            <a:spLocks noGrp="1"/>
          </p:cNvSpPr>
          <p:nvPr>
            <p:ph sz="quarter" idx="16" hasCustomPrompt="1"/>
          </p:nvPr>
        </p:nvSpPr>
        <p:spPr>
          <a:xfrm>
            <a:off x="6239384" y="1412776"/>
            <a:ext cx="5400000" cy="4896000"/>
          </a:xfrm>
        </p:spPr>
        <p:txBody>
          <a:bodyPr/>
          <a:lstStyle>
            <a:lvl1pPr>
              <a:defRPr sz="2200"/>
            </a:lvl1pPr>
            <a:lvl2pPr>
              <a:defRPr sz="2000"/>
            </a:lvl2pPr>
            <a:lvl3pPr>
              <a:defRPr sz="1800"/>
            </a:lvl3pPr>
            <a:lvl4pPr>
              <a:defRPr sz="1600"/>
            </a:lvl4pPr>
            <a:lvl5pPr>
              <a:defRPr sz="2000"/>
            </a:lvl5pPr>
            <a:lvl6pPr>
              <a:defRPr sz="1800"/>
            </a:lvl6pPr>
            <a:lvl7pPr>
              <a:defRPr sz="22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8" name="Espace réservé du contenu 6">
            <a:extLst>
              <a:ext uri="{FF2B5EF4-FFF2-40B4-BE49-F238E27FC236}">
                <a16:creationId xmlns:a16="http://schemas.microsoft.com/office/drawing/2014/main" id="{6B7B5527-E68B-4979-AC84-112D0A8C0457}"/>
              </a:ext>
            </a:extLst>
          </p:cNvPr>
          <p:cNvSpPr>
            <a:spLocks noGrp="1"/>
          </p:cNvSpPr>
          <p:nvPr>
            <p:ph sz="quarter" idx="15" hasCustomPrompt="1"/>
          </p:nvPr>
        </p:nvSpPr>
        <p:spPr>
          <a:xfrm>
            <a:off x="551384" y="1412776"/>
            <a:ext cx="5400000" cy="4896000"/>
          </a:xfrm>
        </p:spPr>
        <p:txBody>
          <a:bodyPr/>
          <a:lstStyle>
            <a:lvl1pPr>
              <a:defRPr sz="2200"/>
            </a:lvl1pPr>
            <a:lvl2pPr>
              <a:defRPr sz="2000"/>
            </a:lvl2pPr>
            <a:lvl3pPr>
              <a:defRPr sz="1800"/>
            </a:lvl3pPr>
            <a:lvl4pPr>
              <a:defRPr sz="1600"/>
            </a:lvl4pPr>
            <a:lvl5pPr>
              <a:defRPr sz="2000"/>
            </a:lvl5pPr>
            <a:lvl6pPr>
              <a:defRPr sz="1800"/>
            </a:lvl6pPr>
            <a:lvl7pPr>
              <a:defRPr sz="22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2" name="Slide Number Placeholder 1"/>
          <p:cNvSpPr>
            <a:spLocks noGrp="1"/>
          </p:cNvSpPr>
          <p:nvPr>
            <p:ph type="sldNum" sz="quarter" idx="14"/>
          </p:nvPr>
        </p:nvSpPr>
        <p:spPr/>
        <p:txBody>
          <a:bodyPr/>
          <a:lstStyle/>
          <a:p>
            <a:fld id="{9F13E4E3-EA9B-4FF8-B6C4-2516ED16E94E}" type="slidenum">
              <a:rPr lang="en-CA" smtClean="0"/>
              <a:t>‹#›</a:t>
            </a:fld>
            <a:endParaRPr lang="en-CA" dirty="0"/>
          </a:p>
        </p:txBody>
      </p:sp>
      <p:sp>
        <p:nvSpPr>
          <p:cNvPr id="3" name="Titre 2">
            <a:extLst>
              <a:ext uri="{FF2B5EF4-FFF2-40B4-BE49-F238E27FC236}">
                <a16:creationId xmlns:a16="http://schemas.microsoft.com/office/drawing/2014/main" id="{6C1CEE21-5FA8-458D-A51A-CB415B0820DE}"/>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9" name="Text Placeholder 2">
            <a:extLst>
              <a:ext uri="{FF2B5EF4-FFF2-40B4-BE49-F238E27FC236}">
                <a16:creationId xmlns:a16="http://schemas.microsoft.com/office/drawing/2014/main" id="{B19BEDEB-0E51-47C1-8357-CC204783D619}"/>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1" name="Text Placeholder 9">
            <a:extLst>
              <a:ext uri="{FF2B5EF4-FFF2-40B4-BE49-F238E27FC236}">
                <a16:creationId xmlns:a16="http://schemas.microsoft.com/office/drawing/2014/main" id="{48EF5EDF-45BE-413E-ACE6-03A930EBC38F}"/>
              </a:ext>
            </a:extLst>
          </p:cNvPr>
          <p:cNvSpPr>
            <a:spLocks noGrp="1"/>
          </p:cNvSpPr>
          <p:nvPr>
            <p:ph type="body" sz="quarter" idx="17"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Tree>
    <p:extLst>
      <p:ext uri="{BB962C8B-B14F-4D97-AF65-F5344CB8AC3E}">
        <p14:creationId xmlns:p14="http://schemas.microsoft.com/office/powerpoint/2010/main" val="4157694274"/>
      </p:ext>
    </p:extLst>
  </p:cSld>
  <p:clrMapOvr>
    <a:masterClrMapping/>
  </p:clrMapOvr>
  <p:transition spd="med">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 vertical blocks + message box">
    <p:spTree>
      <p:nvGrpSpPr>
        <p:cNvPr id="1" name=""/>
        <p:cNvGrpSpPr/>
        <p:nvPr/>
      </p:nvGrpSpPr>
      <p:grpSpPr>
        <a:xfrm>
          <a:off x="0" y="0"/>
          <a:ext cx="0" cy="0"/>
          <a:chOff x="0" y="0"/>
          <a:chExt cx="0" cy="0"/>
        </a:xfrm>
      </p:grpSpPr>
      <p:sp>
        <p:nvSpPr>
          <p:cNvPr id="13" name="Espace réservé du contenu 6">
            <a:extLst>
              <a:ext uri="{FF2B5EF4-FFF2-40B4-BE49-F238E27FC236}">
                <a16:creationId xmlns:a16="http://schemas.microsoft.com/office/drawing/2014/main" id="{19F5AD67-40E9-47D7-9482-486A675952EC}"/>
              </a:ext>
            </a:extLst>
          </p:cNvPr>
          <p:cNvSpPr>
            <a:spLocks noGrp="1"/>
          </p:cNvSpPr>
          <p:nvPr>
            <p:ph sz="quarter" idx="16" hasCustomPrompt="1"/>
          </p:nvPr>
        </p:nvSpPr>
        <p:spPr>
          <a:xfrm>
            <a:off x="6239384" y="1412776"/>
            <a:ext cx="5400000" cy="4104000"/>
          </a:xfrm>
        </p:spPr>
        <p:txBody>
          <a:bodyPr/>
          <a:lstStyle>
            <a:lvl1pPr>
              <a:defRPr sz="2200"/>
            </a:lvl1pPr>
            <a:lvl2pPr>
              <a:defRPr sz="2000"/>
            </a:lvl2pPr>
            <a:lvl3pPr>
              <a:defRPr sz="1800"/>
            </a:lvl3pPr>
            <a:lvl4pPr>
              <a:defRPr sz="1600"/>
            </a:lvl4pPr>
            <a:lvl5pPr>
              <a:defRPr sz="2000"/>
            </a:lvl5pPr>
            <a:lvl6pPr>
              <a:defRPr sz="1800"/>
            </a:lvl6pPr>
            <a:lvl7pPr>
              <a:defRPr sz="22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4" name="Espace réservé du contenu 6">
            <a:extLst>
              <a:ext uri="{FF2B5EF4-FFF2-40B4-BE49-F238E27FC236}">
                <a16:creationId xmlns:a16="http://schemas.microsoft.com/office/drawing/2014/main" id="{6D723342-9EB5-455F-8A53-930E6968595E}"/>
              </a:ext>
            </a:extLst>
          </p:cNvPr>
          <p:cNvSpPr>
            <a:spLocks noGrp="1"/>
          </p:cNvSpPr>
          <p:nvPr>
            <p:ph sz="quarter" idx="17" hasCustomPrompt="1"/>
          </p:nvPr>
        </p:nvSpPr>
        <p:spPr>
          <a:xfrm>
            <a:off x="551384" y="1412776"/>
            <a:ext cx="5400000" cy="4104000"/>
          </a:xfrm>
        </p:spPr>
        <p:txBody>
          <a:bodyPr/>
          <a:lstStyle>
            <a:lvl1pPr>
              <a:defRPr sz="2200"/>
            </a:lvl1pPr>
            <a:lvl2pPr>
              <a:defRPr sz="2000"/>
            </a:lvl2pPr>
            <a:lvl3pPr>
              <a:defRPr sz="1800"/>
            </a:lvl3pPr>
            <a:lvl4pPr>
              <a:defRPr sz="1600"/>
            </a:lvl4pPr>
            <a:lvl5pPr>
              <a:defRPr sz="2000"/>
            </a:lvl5pPr>
            <a:lvl6pPr>
              <a:defRPr sz="1800"/>
            </a:lvl6pPr>
            <a:lvl7pPr>
              <a:defRPr sz="22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2" name="Slide Number Placeholder 1"/>
          <p:cNvSpPr>
            <a:spLocks noGrp="1"/>
          </p:cNvSpPr>
          <p:nvPr>
            <p:ph type="sldNum" sz="quarter" idx="15"/>
          </p:nvPr>
        </p:nvSpPr>
        <p:spPr/>
        <p:txBody>
          <a:bodyPr/>
          <a:lstStyle/>
          <a:p>
            <a:fld id="{9F13E4E3-EA9B-4FF8-B6C4-2516ED16E94E}" type="slidenum">
              <a:rPr lang="en-CA" smtClean="0"/>
              <a:t>‹#›</a:t>
            </a:fld>
            <a:endParaRPr lang="en-CA" dirty="0"/>
          </a:p>
        </p:txBody>
      </p:sp>
      <p:sp>
        <p:nvSpPr>
          <p:cNvPr id="3" name="Titre 2">
            <a:extLst>
              <a:ext uri="{FF2B5EF4-FFF2-40B4-BE49-F238E27FC236}">
                <a16:creationId xmlns:a16="http://schemas.microsoft.com/office/drawing/2014/main" id="{D8793DA6-B49A-456B-83EE-705A9D160CE6}"/>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0" name="Text Placeholder 2">
            <a:extLst>
              <a:ext uri="{FF2B5EF4-FFF2-40B4-BE49-F238E27FC236}">
                <a16:creationId xmlns:a16="http://schemas.microsoft.com/office/drawing/2014/main" id="{68B797A0-0D4E-435F-90AA-532F37B79CFE}"/>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2" name="Text Placeholder 9">
            <a:extLst>
              <a:ext uri="{FF2B5EF4-FFF2-40B4-BE49-F238E27FC236}">
                <a16:creationId xmlns:a16="http://schemas.microsoft.com/office/drawing/2014/main" id="{2AA18B79-88F8-472D-BA6D-04228F4CBB86}"/>
              </a:ext>
            </a:extLst>
          </p:cNvPr>
          <p:cNvSpPr>
            <a:spLocks noGrp="1"/>
          </p:cNvSpPr>
          <p:nvPr>
            <p:ph type="body" sz="quarter" idx="18"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9" name="Text Placeholder 5">
            <a:extLst>
              <a:ext uri="{FF2B5EF4-FFF2-40B4-BE49-F238E27FC236}">
                <a16:creationId xmlns:a16="http://schemas.microsoft.com/office/drawing/2014/main" id="{0BA91189-1C1D-4F07-8FA1-EB6AAE42E099}"/>
              </a:ext>
            </a:extLst>
          </p:cNvPr>
          <p:cNvSpPr>
            <a:spLocks noGrp="1"/>
          </p:cNvSpPr>
          <p:nvPr>
            <p:ph type="body" sz="quarter" idx="19" hasCustomPrompt="1"/>
          </p:nvPr>
        </p:nvSpPr>
        <p:spPr>
          <a:xfrm>
            <a:off x="551384" y="5910101"/>
            <a:ext cx="11088000" cy="399219"/>
          </a:xfrm>
          <a:solidFill>
            <a:schemeClr val="tx2"/>
          </a:solidFill>
        </p:spPr>
        <p:txBody>
          <a:bodyPr lIns="180000" tIns="75600" rIns="180000" bIns="75600" anchor="b">
            <a:spAutoFit/>
          </a:bodyPr>
          <a:lstStyle>
            <a:lvl1pPr algn="ctr">
              <a:lnSpc>
                <a:spcPct val="89000"/>
              </a:lnSpc>
              <a:spcBef>
                <a:spcPts val="600"/>
              </a:spcBef>
              <a:buNone/>
              <a:defRPr sz="1800" b="1">
                <a:solidFill>
                  <a:schemeClr val="bg1"/>
                </a:solidFill>
              </a:defRPr>
            </a:lvl1pPr>
          </a:lstStyle>
          <a:p>
            <a:pPr lvl="0"/>
            <a:r>
              <a:rPr lang="en-CA" dirty="0"/>
              <a:t>Message box</a:t>
            </a:r>
          </a:p>
        </p:txBody>
      </p:sp>
    </p:spTree>
    <p:extLst>
      <p:ext uri="{BB962C8B-B14F-4D97-AF65-F5344CB8AC3E}">
        <p14:creationId xmlns:p14="http://schemas.microsoft.com/office/powerpoint/2010/main" val="3591403610"/>
      </p:ext>
    </p:extLst>
  </p:cSld>
  <p:clrMapOvr>
    <a:masterClrMapping/>
  </p:clrMapOvr>
  <p:transition spd="med">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 vertical blocks">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9F13E4E3-EA9B-4FF8-B6C4-2516ED16E94E}" type="slidenum">
              <a:rPr lang="en-CA" smtClean="0"/>
              <a:t>‹#›</a:t>
            </a:fld>
            <a:endParaRPr lang="en-CA" dirty="0"/>
          </a:p>
        </p:txBody>
      </p:sp>
      <p:sp>
        <p:nvSpPr>
          <p:cNvPr id="3" name="Titre 2">
            <a:extLst>
              <a:ext uri="{FF2B5EF4-FFF2-40B4-BE49-F238E27FC236}">
                <a16:creationId xmlns:a16="http://schemas.microsoft.com/office/drawing/2014/main" id="{AC9A4707-6D9F-46C8-BB14-1ACE30F8910E}"/>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4" name="Espace réservé du contenu 6">
            <a:extLst>
              <a:ext uri="{FF2B5EF4-FFF2-40B4-BE49-F238E27FC236}">
                <a16:creationId xmlns:a16="http://schemas.microsoft.com/office/drawing/2014/main" id="{498FA127-7D37-49C1-8625-B4D9CD1F399A}"/>
              </a:ext>
            </a:extLst>
          </p:cNvPr>
          <p:cNvSpPr>
            <a:spLocks noGrp="1"/>
          </p:cNvSpPr>
          <p:nvPr>
            <p:ph sz="quarter" idx="16" hasCustomPrompt="1"/>
          </p:nvPr>
        </p:nvSpPr>
        <p:spPr>
          <a:xfrm>
            <a:off x="4367384" y="1412875"/>
            <a:ext cx="3456000" cy="4895981"/>
          </a:xfrm>
          <a:noFill/>
        </p:spPr>
        <p:txBody>
          <a:bodyPr lIns="0" tIns="0" rIns="0" bIns="0"/>
          <a:lstStyle>
            <a:lvl1pPr>
              <a:defRPr sz="2000"/>
            </a:lvl1pPr>
            <a:lvl2pPr>
              <a:defRPr sz="1800"/>
            </a:lvl2pPr>
            <a:lvl3pPr>
              <a:defRPr sz="1600"/>
            </a:lvl3pPr>
            <a:lvl4pPr>
              <a:defRPr sz="1400"/>
            </a:lvl4pPr>
            <a:lvl5pPr>
              <a:defRPr sz="1800"/>
            </a:lvl5pPr>
            <a:lvl6pPr>
              <a:defRPr sz="1600"/>
            </a:lvl6pPr>
            <a:lvl7pPr>
              <a:defRPr sz="20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5" name="Espace réservé du contenu 6">
            <a:extLst>
              <a:ext uri="{FF2B5EF4-FFF2-40B4-BE49-F238E27FC236}">
                <a16:creationId xmlns:a16="http://schemas.microsoft.com/office/drawing/2014/main" id="{0353EC3A-F8FE-4340-AF56-18B59A267560}"/>
              </a:ext>
            </a:extLst>
          </p:cNvPr>
          <p:cNvSpPr>
            <a:spLocks noGrp="1"/>
          </p:cNvSpPr>
          <p:nvPr>
            <p:ph sz="quarter" idx="15" hasCustomPrompt="1"/>
          </p:nvPr>
        </p:nvSpPr>
        <p:spPr>
          <a:xfrm>
            <a:off x="551384" y="1412875"/>
            <a:ext cx="3456000" cy="4895981"/>
          </a:xfrm>
          <a:noFill/>
        </p:spPr>
        <p:txBody>
          <a:bodyPr lIns="0" tIns="0" rIns="0" bIns="0"/>
          <a:lstStyle>
            <a:lvl1pPr>
              <a:defRPr sz="2000"/>
            </a:lvl1pPr>
            <a:lvl2pPr>
              <a:defRPr sz="1800"/>
            </a:lvl2pPr>
            <a:lvl3pPr>
              <a:defRPr sz="1600"/>
            </a:lvl3pPr>
            <a:lvl4pPr>
              <a:defRPr sz="1400"/>
            </a:lvl4pPr>
            <a:lvl5pPr>
              <a:defRPr sz="1800"/>
            </a:lvl5pPr>
            <a:lvl6pPr>
              <a:defRPr sz="1600"/>
            </a:lvl6pPr>
            <a:lvl7pPr>
              <a:defRPr sz="20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6" name="Espace réservé du contenu 6">
            <a:extLst>
              <a:ext uri="{FF2B5EF4-FFF2-40B4-BE49-F238E27FC236}">
                <a16:creationId xmlns:a16="http://schemas.microsoft.com/office/drawing/2014/main" id="{F6350F45-EE24-4305-8221-A836E3FEC222}"/>
              </a:ext>
            </a:extLst>
          </p:cNvPr>
          <p:cNvSpPr>
            <a:spLocks noGrp="1"/>
          </p:cNvSpPr>
          <p:nvPr>
            <p:ph sz="quarter" idx="20" hasCustomPrompt="1"/>
          </p:nvPr>
        </p:nvSpPr>
        <p:spPr>
          <a:xfrm>
            <a:off x="8183384" y="1412875"/>
            <a:ext cx="3456000" cy="4895981"/>
          </a:xfrm>
          <a:noFill/>
        </p:spPr>
        <p:txBody>
          <a:bodyPr lIns="0" tIns="0" rIns="0" bIns="0"/>
          <a:lstStyle>
            <a:lvl1pPr>
              <a:defRPr sz="2000"/>
            </a:lvl1pPr>
            <a:lvl2pPr>
              <a:defRPr sz="1800"/>
            </a:lvl2pPr>
            <a:lvl3pPr>
              <a:defRPr sz="1600"/>
            </a:lvl3pPr>
            <a:lvl4pPr>
              <a:defRPr sz="1400"/>
            </a:lvl4pPr>
            <a:lvl5pPr>
              <a:defRPr sz="1800"/>
            </a:lvl5pPr>
            <a:lvl6pPr>
              <a:defRPr sz="1600"/>
            </a:lvl6pPr>
            <a:lvl7pPr>
              <a:defRPr sz="20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7" name="Text Placeholder 2">
            <a:extLst>
              <a:ext uri="{FF2B5EF4-FFF2-40B4-BE49-F238E27FC236}">
                <a16:creationId xmlns:a16="http://schemas.microsoft.com/office/drawing/2014/main" id="{B37BA221-D8F8-493E-87A3-60C3A9932A16}"/>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8" name="Text Placeholder 9">
            <a:extLst>
              <a:ext uri="{FF2B5EF4-FFF2-40B4-BE49-F238E27FC236}">
                <a16:creationId xmlns:a16="http://schemas.microsoft.com/office/drawing/2014/main" id="{05F2B63E-31D7-4455-BD0D-642079ECF58E}"/>
              </a:ext>
            </a:extLst>
          </p:cNvPr>
          <p:cNvSpPr>
            <a:spLocks noGrp="1"/>
          </p:cNvSpPr>
          <p:nvPr>
            <p:ph type="body" sz="quarter" idx="21"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Tree>
    <p:extLst>
      <p:ext uri="{BB962C8B-B14F-4D97-AF65-F5344CB8AC3E}">
        <p14:creationId xmlns:p14="http://schemas.microsoft.com/office/powerpoint/2010/main" val="2431797392"/>
      </p:ext>
    </p:extLst>
  </p:cSld>
  <p:clrMapOvr>
    <a:masterClrMapping/>
  </p:clrMapOvr>
  <p:transition spd="med">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 vertical blocks + message box">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9F13E4E3-EA9B-4FF8-B6C4-2516ED16E94E}" type="slidenum">
              <a:rPr lang="en-CA" smtClean="0"/>
              <a:t>‹#›</a:t>
            </a:fld>
            <a:endParaRPr lang="en-CA" dirty="0"/>
          </a:p>
        </p:txBody>
      </p:sp>
      <p:sp>
        <p:nvSpPr>
          <p:cNvPr id="3" name="Titre 2">
            <a:extLst>
              <a:ext uri="{FF2B5EF4-FFF2-40B4-BE49-F238E27FC236}">
                <a16:creationId xmlns:a16="http://schemas.microsoft.com/office/drawing/2014/main" id="{AC9A4707-6D9F-46C8-BB14-1ACE30F8910E}"/>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4" name="Espace réservé du contenu 6">
            <a:extLst>
              <a:ext uri="{FF2B5EF4-FFF2-40B4-BE49-F238E27FC236}">
                <a16:creationId xmlns:a16="http://schemas.microsoft.com/office/drawing/2014/main" id="{498FA127-7D37-49C1-8625-B4D9CD1F399A}"/>
              </a:ext>
            </a:extLst>
          </p:cNvPr>
          <p:cNvSpPr>
            <a:spLocks noGrp="1"/>
          </p:cNvSpPr>
          <p:nvPr>
            <p:ph sz="quarter" idx="16" hasCustomPrompt="1"/>
          </p:nvPr>
        </p:nvSpPr>
        <p:spPr>
          <a:xfrm>
            <a:off x="4367384" y="1412875"/>
            <a:ext cx="3456000" cy="4104000"/>
          </a:xfrm>
          <a:noFill/>
        </p:spPr>
        <p:txBody>
          <a:bodyPr lIns="0" tIns="0" rIns="0" bIns="0"/>
          <a:lstStyle>
            <a:lvl1pPr>
              <a:defRPr sz="2000"/>
            </a:lvl1pPr>
            <a:lvl2pPr>
              <a:defRPr sz="1800"/>
            </a:lvl2pPr>
            <a:lvl3pPr>
              <a:defRPr sz="1600"/>
            </a:lvl3pPr>
            <a:lvl4pPr>
              <a:defRPr sz="1400"/>
            </a:lvl4pPr>
            <a:lvl5pPr>
              <a:defRPr sz="1800"/>
            </a:lvl5pPr>
            <a:lvl6pPr>
              <a:defRPr sz="1600"/>
            </a:lvl6pPr>
            <a:lvl7pPr>
              <a:defRPr sz="20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5" name="Espace réservé du contenu 6">
            <a:extLst>
              <a:ext uri="{FF2B5EF4-FFF2-40B4-BE49-F238E27FC236}">
                <a16:creationId xmlns:a16="http://schemas.microsoft.com/office/drawing/2014/main" id="{0353EC3A-F8FE-4340-AF56-18B59A267560}"/>
              </a:ext>
            </a:extLst>
          </p:cNvPr>
          <p:cNvSpPr>
            <a:spLocks noGrp="1"/>
          </p:cNvSpPr>
          <p:nvPr>
            <p:ph sz="quarter" idx="15" hasCustomPrompt="1"/>
          </p:nvPr>
        </p:nvSpPr>
        <p:spPr>
          <a:xfrm>
            <a:off x="551384" y="1412875"/>
            <a:ext cx="3456000" cy="4104000"/>
          </a:xfrm>
          <a:noFill/>
        </p:spPr>
        <p:txBody>
          <a:bodyPr lIns="0" tIns="0" rIns="0" bIns="0"/>
          <a:lstStyle>
            <a:lvl1pPr>
              <a:defRPr sz="2000"/>
            </a:lvl1pPr>
            <a:lvl2pPr>
              <a:defRPr sz="1800"/>
            </a:lvl2pPr>
            <a:lvl3pPr>
              <a:defRPr sz="1600"/>
            </a:lvl3pPr>
            <a:lvl4pPr>
              <a:defRPr sz="1400"/>
            </a:lvl4pPr>
            <a:lvl5pPr>
              <a:defRPr sz="1800"/>
            </a:lvl5pPr>
            <a:lvl6pPr>
              <a:defRPr sz="1600"/>
            </a:lvl6pPr>
            <a:lvl7pPr>
              <a:defRPr sz="20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6" name="Espace réservé du contenu 6">
            <a:extLst>
              <a:ext uri="{FF2B5EF4-FFF2-40B4-BE49-F238E27FC236}">
                <a16:creationId xmlns:a16="http://schemas.microsoft.com/office/drawing/2014/main" id="{F6350F45-EE24-4305-8221-A836E3FEC222}"/>
              </a:ext>
            </a:extLst>
          </p:cNvPr>
          <p:cNvSpPr>
            <a:spLocks noGrp="1"/>
          </p:cNvSpPr>
          <p:nvPr>
            <p:ph sz="quarter" idx="20" hasCustomPrompt="1"/>
          </p:nvPr>
        </p:nvSpPr>
        <p:spPr>
          <a:xfrm>
            <a:off x="8183384" y="1412875"/>
            <a:ext cx="3456000" cy="4104000"/>
          </a:xfrm>
          <a:noFill/>
        </p:spPr>
        <p:txBody>
          <a:bodyPr lIns="0" tIns="0" rIns="0" bIns="0"/>
          <a:lstStyle>
            <a:lvl1pPr>
              <a:defRPr sz="2000"/>
            </a:lvl1pPr>
            <a:lvl2pPr>
              <a:defRPr sz="1800"/>
            </a:lvl2pPr>
            <a:lvl3pPr>
              <a:defRPr sz="1600"/>
            </a:lvl3pPr>
            <a:lvl4pPr>
              <a:defRPr sz="1400"/>
            </a:lvl4pPr>
            <a:lvl5pPr>
              <a:defRPr sz="1800"/>
            </a:lvl5pPr>
            <a:lvl6pPr>
              <a:defRPr sz="1600"/>
            </a:lvl6pPr>
            <a:lvl7pPr>
              <a:defRPr sz="20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7" name="Text Placeholder 2">
            <a:extLst>
              <a:ext uri="{FF2B5EF4-FFF2-40B4-BE49-F238E27FC236}">
                <a16:creationId xmlns:a16="http://schemas.microsoft.com/office/drawing/2014/main" id="{B37BA221-D8F8-493E-87A3-60C3A9932A16}"/>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8" name="Text Placeholder 9">
            <a:extLst>
              <a:ext uri="{FF2B5EF4-FFF2-40B4-BE49-F238E27FC236}">
                <a16:creationId xmlns:a16="http://schemas.microsoft.com/office/drawing/2014/main" id="{05F2B63E-31D7-4455-BD0D-642079ECF58E}"/>
              </a:ext>
            </a:extLst>
          </p:cNvPr>
          <p:cNvSpPr>
            <a:spLocks noGrp="1"/>
          </p:cNvSpPr>
          <p:nvPr>
            <p:ph type="body" sz="quarter" idx="21"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9" name="Text Placeholder 5">
            <a:extLst>
              <a:ext uri="{FF2B5EF4-FFF2-40B4-BE49-F238E27FC236}">
                <a16:creationId xmlns:a16="http://schemas.microsoft.com/office/drawing/2014/main" id="{01B1FF76-93E3-43D3-B770-49F4AD887367}"/>
              </a:ext>
            </a:extLst>
          </p:cNvPr>
          <p:cNvSpPr>
            <a:spLocks noGrp="1"/>
          </p:cNvSpPr>
          <p:nvPr>
            <p:ph type="body" sz="quarter" idx="19" hasCustomPrompt="1"/>
          </p:nvPr>
        </p:nvSpPr>
        <p:spPr>
          <a:xfrm>
            <a:off x="551384" y="5910101"/>
            <a:ext cx="11088000" cy="399219"/>
          </a:xfrm>
          <a:solidFill>
            <a:schemeClr val="tx2"/>
          </a:solidFill>
        </p:spPr>
        <p:txBody>
          <a:bodyPr lIns="180000" tIns="75600" rIns="180000" bIns="75600" anchor="b">
            <a:spAutoFit/>
          </a:bodyPr>
          <a:lstStyle>
            <a:lvl1pPr algn="ctr">
              <a:lnSpc>
                <a:spcPct val="89000"/>
              </a:lnSpc>
              <a:spcBef>
                <a:spcPts val="600"/>
              </a:spcBef>
              <a:buNone/>
              <a:defRPr sz="1800" b="1">
                <a:solidFill>
                  <a:schemeClr val="bg1"/>
                </a:solidFill>
              </a:defRPr>
            </a:lvl1pPr>
          </a:lstStyle>
          <a:p>
            <a:pPr lvl="0"/>
            <a:r>
              <a:rPr lang="en-CA" dirty="0"/>
              <a:t>Message box</a:t>
            </a:r>
          </a:p>
        </p:txBody>
      </p:sp>
    </p:spTree>
    <p:extLst>
      <p:ext uri="{BB962C8B-B14F-4D97-AF65-F5344CB8AC3E}">
        <p14:creationId xmlns:p14="http://schemas.microsoft.com/office/powerpoint/2010/main" val="3565988458"/>
      </p:ext>
    </p:extLst>
  </p:cSld>
  <p:clrMapOvr>
    <a:masterClrMapping/>
  </p:clrMapOvr>
  <p:transition spd="med">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2 vertical blocks with title box">
    <p:spTree>
      <p:nvGrpSpPr>
        <p:cNvPr id="1" name=""/>
        <p:cNvGrpSpPr/>
        <p:nvPr/>
      </p:nvGrpSpPr>
      <p:grpSpPr>
        <a:xfrm>
          <a:off x="0" y="0"/>
          <a:ext cx="0" cy="0"/>
          <a:chOff x="0" y="0"/>
          <a:chExt cx="0" cy="0"/>
        </a:xfrm>
      </p:grpSpPr>
      <p:sp>
        <p:nvSpPr>
          <p:cNvPr id="7" name="Espace réservé du contenu 6">
            <a:extLst>
              <a:ext uri="{FF2B5EF4-FFF2-40B4-BE49-F238E27FC236}">
                <a16:creationId xmlns:a16="http://schemas.microsoft.com/office/drawing/2014/main" id="{AAFFEBE9-DCC1-439C-B328-E8D943D04428}"/>
              </a:ext>
            </a:extLst>
          </p:cNvPr>
          <p:cNvSpPr>
            <a:spLocks noGrp="1"/>
          </p:cNvSpPr>
          <p:nvPr>
            <p:ph sz="quarter" idx="16" hasCustomPrompt="1"/>
          </p:nvPr>
        </p:nvSpPr>
        <p:spPr>
          <a:xfrm>
            <a:off x="6239384" y="2276872"/>
            <a:ext cx="5400000" cy="4031984"/>
          </a:xfrm>
          <a:solidFill>
            <a:schemeClr val="bg2"/>
          </a:solidFill>
        </p:spPr>
        <p:txBody>
          <a:bodyPr lIns="180000" tIns="144000" rIns="180000" bIns="144000"/>
          <a:lstStyle>
            <a:lvl1pPr>
              <a:defRPr sz="2000"/>
            </a:lvl1pPr>
            <a:lvl2pPr>
              <a:defRPr sz="1800"/>
            </a:lvl2pPr>
            <a:lvl3pPr>
              <a:defRPr sz="1600"/>
            </a:lvl3pPr>
            <a:lvl4pPr>
              <a:defRPr sz="1400"/>
            </a:lvl4pPr>
            <a:lvl5pPr>
              <a:defRPr sz="1800"/>
            </a:lvl5pPr>
            <a:lvl6pPr>
              <a:defRPr sz="1600"/>
            </a:lvl6pPr>
            <a:lvl7pPr>
              <a:defRPr sz="20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8" name="Espace réservé du contenu 6">
            <a:extLst>
              <a:ext uri="{FF2B5EF4-FFF2-40B4-BE49-F238E27FC236}">
                <a16:creationId xmlns:a16="http://schemas.microsoft.com/office/drawing/2014/main" id="{6B7B5527-E68B-4979-AC84-112D0A8C0457}"/>
              </a:ext>
            </a:extLst>
          </p:cNvPr>
          <p:cNvSpPr>
            <a:spLocks noGrp="1"/>
          </p:cNvSpPr>
          <p:nvPr>
            <p:ph sz="quarter" idx="15" hasCustomPrompt="1"/>
          </p:nvPr>
        </p:nvSpPr>
        <p:spPr>
          <a:xfrm>
            <a:off x="551384" y="2276872"/>
            <a:ext cx="5400000" cy="4031984"/>
          </a:xfrm>
          <a:solidFill>
            <a:schemeClr val="bg2"/>
          </a:solidFill>
        </p:spPr>
        <p:txBody>
          <a:bodyPr lIns="180000" tIns="144000" rIns="180000" bIns="144000"/>
          <a:lstStyle>
            <a:lvl1pPr>
              <a:defRPr sz="2000"/>
            </a:lvl1pPr>
            <a:lvl2pPr>
              <a:defRPr sz="1800"/>
            </a:lvl2pPr>
            <a:lvl3pPr>
              <a:defRPr sz="1600"/>
            </a:lvl3pPr>
            <a:lvl4pPr>
              <a:defRPr sz="1400"/>
            </a:lvl4pPr>
            <a:lvl5pPr>
              <a:defRPr sz="1800"/>
            </a:lvl5pPr>
            <a:lvl6pPr>
              <a:defRPr sz="1600"/>
            </a:lvl6pPr>
            <a:lvl7pPr>
              <a:defRPr sz="20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2" name="Slide Number Placeholder 1"/>
          <p:cNvSpPr>
            <a:spLocks noGrp="1"/>
          </p:cNvSpPr>
          <p:nvPr>
            <p:ph type="sldNum" sz="quarter" idx="14"/>
          </p:nvPr>
        </p:nvSpPr>
        <p:spPr/>
        <p:txBody>
          <a:bodyPr/>
          <a:lstStyle/>
          <a:p>
            <a:fld id="{9F13E4E3-EA9B-4FF8-B6C4-2516ED16E94E}" type="slidenum">
              <a:rPr lang="en-CA" smtClean="0"/>
              <a:t>‹#›</a:t>
            </a:fld>
            <a:endParaRPr lang="en-CA" dirty="0"/>
          </a:p>
        </p:txBody>
      </p:sp>
      <p:sp>
        <p:nvSpPr>
          <p:cNvPr id="9" name="Text Placeholder 3">
            <a:extLst>
              <a:ext uri="{FF2B5EF4-FFF2-40B4-BE49-F238E27FC236}">
                <a16:creationId xmlns:a16="http://schemas.microsoft.com/office/drawing/2014/main" id="{961FE95F-1373-4DD8-B107-6C98DCCEF236}"/>
              </a:ext>
            </a:extLst>
          </p:cNvPr>
          <p:cNvSpPr>
            <a:spLocks noGrp="1"/>
          </p:cNvSpPr>
          <p:nvPr>
            <p:ph type="body" sz="quarter" idx="11" hasCustomPrompt="1"/>
          </p:nvPr>
        </p:nvSpPr>
        <p:spPr>
          <a:xfrm>
            <a:off x="551384" y="1412775"/>
            <a:ext cx="5400000" cy="720000"/>
          </a:xfrm>
          <a:solidFill>
            <a:schemeClr val="accent2"/>
          </a:solidFill>
          <a:ln>
            <a:noFill/>
          </a:ln>
        </p:spPr>
        <p:txBody>
          <a:bodyPr lIns="180000" tIns="0" rIns="180000" bIns="0" anchor="ctr" anchorCtr="0"/>
          <a:lstStyle>
            <a:lvl1pPr marL="0" indent="0" algn="ctr">
              <a:lnSpc>
                <a:spcPct val="89000"/>
              </a:lnSpc>
              <a:spcBef>
                <a:spcPts val="0"/>
              </a:spcBef>
              <a:buNone/>
              <a:defRPr sz="2000" b="1">
                <a:solidFill>
                  <a:schemeClr val="bg1"/>
                </a:solidFill>
              </a:defRPr>
            </a:lvl1pPr>
          </a:lstStyle>
          <a:p>
            <a:pPr lvl="0"/>
            <a:r>
              <a:rPr lang="en-CA" noProof="0" dirty="0"/>
              <a:t>Click to add a title</a:t>
            </a:r>
          </a:p>
        </p:txBody>
      </p:sp>
      <p:sp>
        <p:nvSpPr>
          <p:cNvPr id="10" name="Text Placeholder 3">
            <a:extLst>
              <a:ext uri="{FF2B5EF4-FFF2-40B4-BE49-F238E27FC236}">
                <a16:creationId xmlns:a16="http://schemas.microsoft.com/office/drawing/2014/main" id="{E3CB7365-9CF3-4908-84B9-36C12CF28E49}"/>
              </a:ext>
            </a:extLst>
          </p:cNvPr>
          <p:cNvSpPr>
            <a:spLocks noGrp="1"/>
          </p:cNvSpPr>
          <p:nvPr>
            <p:ph type="body" sz="quarter" idx="17" hasCustomPrompt="1"/>
          </p:nvPr>
        </p:nvSpPr>
        <p:spPr>
          <a:xfrm>
            <a:off x="6239384" y="1412775"/>
            <a:ext cx="5400000" cy="720000"/>
          </a:xfrm>
          <a:solidFill>
            <a:schemeClr val="accent2"/>
          </a:solidFill>
          <a:ln>
            <a:noFill/>
          </a:ln>
        </p:spPr>
        <p:txBody>
          <a:bodyPr lIns="180000" tIns="0" rIns="180000" bIns="0" anchor="ctr" anchorCtr="0"/>
          <a:lstStyle>
            <a:lvl1pPr marL="0" marR="0" indent="0" algn="ctr" defTabSz="612019" rtl="0" eaLnBrk="1" fontAlgn="base" latinLnBrk="0" hangingPunct="1">
              <a:lnSpc>
                <a:spcPct val="89000"/>
              </a:lnSpc>
              <a:spcBef>
                <a:spcPts val="0"/>
              </a:spcBef>
              <a:spcAft>
                <a:spcPts val="0"/>
              </a:spcAft>
              <a:buClr>
                <a:schemeClr val="accent1"/>
              </a:buClr>
              <a:buSzTx/>
              <a:buFont typeface="Wingdings" charset="2"/>
              <a:buNone/>
              <a:tabLst/>
              <a:defRPr sz="2000" b="1">
                <a:solidFill>
                  <a:schemeClr val="bg1"/>
                </a:solidFill>
              </a:defRPr>
            </a:lvl1pPr>
          </a:lstStyle>
          <a:p>
            <a:pPr lvl="0"/>
            <a:r>
              <a:rPr lang="en-CA" noProof="0" dirty="0"/>
              <a:t>Click to add a title</a:t>
            </a:r>
          </a:p>
        </p:txBody>
      </p:sp>
      <p:sp>
        <p:nvSpPr>
          <p:cNvPr id="3" name="Titre 2">
            <a:extLst>
              <a:ext uri="{FF2B5EF4-FFF2-40B4-BE49-F238E27FC236}">
                <a16:creationId xmlns:a16="http://schemas.microsoft.com/office/drawing/2014/main" id="{170D4ACE-48AA-42B5-8D59-7FAD0CBBCFC8}"/>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1" name="Text Placeholder 2">
            <a:extLst>
              <a:ext uri="{FF2B5EF4-FFF2-40B4-BE49-F238E27FC236}">
                <a16:creationId xmlns:a16="http://schemas.microsoft.com/office/drawing/2014/main" id="{875F9236-9C19-4400-958D-0F544695EAD9}"/>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3" name="Text Placeholder 9">
            <a:extLst>
              <a:ext uri="{FF2B5EF4-FFF2-40B4-BE49-F238E27FC236}">
                <a16:creationId xmlns:a16="http://schemas.microsoft.com/office/drawing/2014/main" id="{CF3E70B2-E0AA-42B0-A154-681ABBEBE20D}"/>
              </a:ext>
            </a:extLst>
          </p:cNvPr>
          <p:cNvSpPr>
            <a:spLocks noGrp="1"/>
          </p:cNvSpPr>
          <p:nvPr>
            <p:ph type="body" sz="quarter" idx="18"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Tree>
    <p:extLst>
      <p:ext uri="{BB962C8B-B14F-4D97-AF65-F5344CB8AC3E}">
        <p14:creationId xmlns:p14="http://schemas.microsoft.com/office/powerpoint/2010/main" val="3340878537"/>
      </p:ext>
    </p:extLst>
  </p:cSld>
  <p:clrMapOvr>
    <a:masterClrMapping/>
  </p:clrMapOvr>
  <p:transition spd="med">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 vertical blocks with title box + message box">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9F13E4E3-EA9B-4FF8-B6C4-2516ED16E94E}" type="slidenum">
              <a:rPr lang="en-CA" smtClean="0"/>
              <a:t>‹#›</a:t>
            </a:fld>
            <a:endParaRPr lang="en-CA" dirty="0"/>
          </a:p>
        </p:txBody>
      </p:sp>
      <p:sp>
        <p:nvSpPr>
          <p:cNvPr id="3" name="Titre 2">
            <a:extLst>
              <a:ext uri="{FF2B5EF4-FFF2-40B4-BE49-F238E27FC236}">
                <a16:creationId xmlns:a16="http://schemas.microsoft.com/office/drawing/2014/main" id="{352E130B-DB10-4F8E-A895-FA29E285B13C}"/>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1" name="Espace réservé du contenu 6">
            <a:extLst>
              <a:ext uri="{FF2B5EF4-FFF2-40B4-BE49-F238E27FC236}">
                <a16:creationId xmlns:a16="http://schemas.microsoft.com/office/drawing/2014/main" id="{09F9CB23-F8E8-46CE-A863-04868C0C0889}"/>
              </a:ext>
            </a:extLst>
          </p:cNvPr>
          <p:cNvSpPr>
            <a:spLocks noGrp="1"/>
          </p:cNvSpPr>
          <p:nvPr>
            <p:ph sz="quarter" idx="16" hasCustomPrompt="1"/>
          </p:nvPr>
        </p:nvSpPr>
        <p:spPr>
          <a:xfrm>
            <a:off x="6239384" y="2276872"/>
            <a:ext cx="5400000" cy="3240000"/>
          </a:xfrm>
          <a:solidFill>
            <a:schemeClr val="bg2"/>
          </a:solidFill>
        </p:spPr>
        <p:txBody>
          <a:bodyPr lIns="180000" tIns="144000" rIns="180000" bIns="144000"/>
          <a:lstStyle>
            <a:lvl1pPr>
              <a:defRPr sz="2000"/>
            </a:lvl1pPr>
            <a:lvl2pPr>
              <a:defRPr sz="1800"/>
            </a:lvl2pPr>
            <a:lvl3pPr>
              <a:defRPr sz="1600"/>
            </a:lvl3pPr>
            <a:lvl4pPr>
              <a:defRPr sz="1400"/>
            </a:lvl4pPr>
            <a:lvl5pPr>
              <a:defRPr sz="1800"/>
            </a:lvl5pPr>
            <a:lvl6pPr>
              <a:defRPr sz="1600"/>
            </a:lvl6pPr>
            <a:lvl7pPr>
              <a:defRPr sz="20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4" name="Espace réservé du contenu 6">
            <a:extLst>
              <a:ext uri="{FF2B5EF4-FFF2-40B4-BE49-F238E27FC236}">
                <a16:creationId xmlns:a16="http://schemas.microsoft.com/office/drawing/2014/main" id="{544428EA-4E82-4FB3-BAB9-BB337E08C026}"/>
              </a:ext>
            </a:extLst>
          </p:cNvPr>
          <p:cNvSpPr>
            <a:spLocks noGrp="1"/>
          </p:cNvSpPr>
          <p:nvPr>
            <p:ph sz="quarter" idx="15" hasCustomPrompt="1"/>
          </p:nvPr>
        </p:nvSpPr>
        <p:spPr>
          <a:xfrm>
            <a:off x="551384" y="2276872"/>
            <a:ext cx="5400000" cy="3240000"/>
          </a:xfrm>
          <a:solidFill>
            <a:schemeClr val="bg2"/>
          </a:solidFill>
        </p:spPr>
        <p:txBody>
          <a:bodyPr lIns="180000" tIns="144000" rIns="180000" bIns="144000"/>
          <a:lstStyle>
            <a:lvl1pPr>
              <a:defRPr sz="2000"/>
            </a:lvl1pPr>
            <a:lvl2pPr>
              <a:defRPr sz="1800"/>
            </a:lvl2pPr>
            <a:lvl3pPr>
              <a:defRPr sz="1600"/>
            </a:lvl3pPr>
            <a:lvl4pPr>
              <a:defRPr sz="1400"/>
            </a:lvl4pPr>
            <a:lvl5pPr>
              <a:defRPr sz="1800"/>
            </a:lvl5pPr>
            <a:lvl6pPr>
              <a:defRPr sz="1600"/>
            </a:lvl6pPr>
            <a:lvl7pPr>
              <a:defRPr sz="20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7" name="Text Placeholder 3">
            <a:extLst>
              <a:ext uri="{FF2B5EF4-FFF2-40B4-BE49-F238E27FC236}">
                <a16:creationId xmlns:a16="http://schemas.microsoft.com/office/drawing/2014/main" id="{4081CB76-FC24-46C1-A68D-6B2690CEA955}"/>
              </a:ext>
            </a:extLst>
          </p:cNvPr>
          <p:cNvSpPr>
            <a:spLocks noGrp="1"/>
          </p:cNvSpPr>
          <p:nvPr>
            <p:ph type="body" sz="quarter" idx="11" hasCustomPrompt="1"/>
          </p:nvPr>
        </p:nvSpPr>
        <p:spPr>
          <a:xfrm>
            <a:off x="551384" y="1412775"/>
            <a:ext cx="5400000" cy="720000"/>
          </a:xfrm>
          <a:solidFill>
            <a:schemeClr val="accent2"/>
          </a:solidFill>
          <a:ln>
            <a:noFill/>
          </a:ln>
        </p:spPr>
        <p:txBody>
          <a:bodyPr lIns="180000" tIns="0" rIns="180000" bIns="0" anchor="ctr" anchorCtr="0"/>
          <a:lstStyle>
            <a:lvl1pPr marL="0" indent="0" algn="ctr">
              <a:lnSpc>
                <a:spcPct val="89000"/>
              </a:lnSpc>
              <a:spcBef>
                <a:spcPts val="0"/>
              </a:spcBef>
              <a:buNone/>
              <a:defRPr sz="2000" b="1">
                <a:solidFill>
                  <a:schemeClr val="bg1"/>
                </a:solidFill>
              </a:defRPr>
            </a:lvl1pPr>
          </a:lstStyle>
          <a:p>
            <a:pPr lvl="0"/>
            <a:r>
              <a:rPr lang="en-CA" noProof="0" dirty="0"/>
              <a:t>Click to add a title</a:t>
            </a:r>
          </a:p>
        </p:txBody>
      </p:sp>
      <p:sp>
        <p:nvSpPr>
          <p:cNvPr id="18" name="Text Placeholder 3">
            <a:extLst>
              <a:ext uri="{FF2B5EF4-FFF2-40B4-BE49-F238E27FC236}">
                <a16:creationId xmlns:a16="http://schemas.microsoft.com/office/drawing/2014/main" id="{B14EE105-D6C3-4A26-BC6A-C5C8E5853A57}"/>
              </a:ext>
            </a:extLst>
          </p:cNvPr>
          <p:cNvSpPr>
            <a:spLocks noGrp="1"/>
          </p:cNvSpPr>
          <p:nvPr>
            <p:ph type="body" sz="quarter" idx="17" hasCustomPrompt="1"/>
          </p:nvPr>
        </p:nvSpPr>
        <p:spPr>
          <a:xfrm>
            <a:off x="6239384" y="1412775"/>
            <a:ext cx="5400000" cy="720000"/>
          </a:xfrm>
          <a:solidFill>
            <a:schemeClr val="accent2"/>
          </a:solidFill>
          <a:ln>
            <a:noFill/>
          </a:ln>
        </p:spPr>
        <p:txBody>
          <a:bodyPr lIns="180000" tIns="0" rIns="180000" bIns="0" anchor="ctr" anchorCtr="0"/>
          <a:lstStyle>
            <a:lvl1pPr marL="0" marR="0" indent="0" algn="ctr" defTabSz="612019" rtl="0" eaLnBrk="1" fontAlgn="base" latinLnBrk="0" hangingPunct="1">
              <a:lnSpc>
                <a:spcPct val="89000"/>
              </a:lnSpc>
              <a:spcBef>
                <a:spcPts val="0"/>
              </a:spcBef>
              <a:spcAft>
                <a:spcPts val="0"/>
              </a:spcAft>
              <a:buClr>
                <a:schemeClr val="accent1"/>
              </a:buClr>
              <a:buSzTx/>
              <a:buFont typeface="Wingdings" charset="2"/>
              <a:buNone/>
              <a:tabLst/>
              <a:defRPr sz="2000" b="1">
                <a:solidFill>
                  <a:schemeClr val="bg1"/>
                </a:solidFill>
              </a:defRPr>
            </a:lvl1pPr>
          </a:lstStyle>
          <a:p>
            <a:pPr lvl="0"/>
            <a:r>
              <a:rPr lang="en-CA" noProof="0" dirty="0"/>
              <a:t>Click to add a title</a:t>
            </a:r>
          </a:p>
        </p:txBody>
      </p:sp>
      <p:sp>
        <p:nvSpPr>
          <p:cNvPr id="20" name="Text Placeholder 2">
            <a:extLst>
              <a:ext uri="{FF2B5EF4-FFF2-40B4-BE49-F238E27FC236}">
                <a16:creationId xmlns:a16="http://schemas.microsoft.com/office/drawing/2014/main" id="{B3E15B98-D31F-46F2-9EBA-B68979BB6D93}"/>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21" name="Text Placeholder 9">
            <a:extLst>
              <a:ext uri="{FF2B5EF4-FFF2-40B4-BE49-F238E27FC236}">
                <a16:creationId xmlns:a16="http://schemas.microsoft.com/office/drawing/2014/main" id="{17831F04-D3C4-40B7-A7EF-198801721770}"/>
              </a:ext>
            </a:extLst>
          </p:cNvPr>
          <p:cNvSpPr>
            <a:spLocks noGrp="1"/>
          </p:cNvSpPr>
          <p:nvPr>
            <p:ph type="body" sz="quarter" idx="18"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12" name="Text Placeholder 5">
            <a:extLst>
              <a:ext uri="{FF2B5EF4-FFF2-40B4-BE49-F238E27FC236}">
                <a16:creationId xmlns:a16="http://schemas.microsoft.com/office/drawing/2014/main" id="{F6BC21A8-B1F1-4D04-8F25-3A0C7684227B}"/>
              </a:ext>
            </a:extLst>
          </p:cNvPr>
          <p:cNvSpPr>
            <a:spLocks noGrp="1"/>
          </p:cNvSpPr>
          <p:nvPr>
            <p:ph type="body" sz="quarter" idx="19" hasCustomPrompt="1"/>
          </p:nvPr>
        </p:nvSpPr>
        <p:spPr>
          <a:xfrm>
            <a:off x="551384" y="5910101"/>
            <a:ext cx="11088000" cy="399219"/>
          </a:xfrm>
          <a:solidFill>
            <a:schemeClr val="tx2"/>
          </a:solidFill>
        </p:spPr>
        <p:txBody>
          <a:bodyPr lIns="180000" tIns="75600" rIns="180000" bIns="75600" anchor="b">
            <a:spAutoFit/>
          </a:bodyPr>
          <a:lstStyle>
            <a:lvl1pPr algn="ctr">
              <a:lnSpc>
                <a:spcPct val="89000"/>
              </a:lnSpc>
              <a:spcBef>
                <a:spcPts val="600"/>
              </a:spcBef>
              <a:buNone/>
              <a:defRPr sz="1800" b="1">
                <a:solidFill>
                  <a:schemeClr val="bg1"/>
                </a:solidFill>
              </a:defRPr>
            </a:lvl1pPr>
          </a:lstStyle>
          <a:p>
            <a:pPr lvl="0"/>
            <a:r>
              <a:rPr lang="en-CA" dirty="0"/>
              <a:t>Message box</a:t>
            </a:r>
          </a:p>
        </p:txBody>
      </p:sp>
    </p:spTree>
    <p:extLst>
      <p:ext uri="{BB962C8B-B14F-4D97-AF65-F5344CB8AC3E}">
        <p14:creationId xmlns:p14="http://schemas.microsoft.com/office/powerpoint/2010/main" val="3240284692"/>
      </p:ext>
    </p:extLst>
  </p:cSld>
  <p:clrMapOvr>
    <a:masterClrMapping/>
  </p:clrMapOvr>
  <p:transition spd="med">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3 vertical blocks with title box">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9F13E4E3-EA9B-4FF8-B6C4-2516ED16E94E}" type="slidenum">
              <a:rPr lang="en-CA" smtClean="0"/>
              <a:t>‹#›</a:t>
            </a:fld>
            <a:endParaRPr lang="en-CA" dirty="0"/>
          </a:p>
        </p:txBody>
      </p:sp>
      <p:sp>
        <p:nvSpPr>
          <p:cNvPr id="9" name="Text Placeholder 3">
            <a:extLst>
              <a:ext uri="{FF2B5EF4-FFF2-40B4-BE49-F238E27FC236}">
                <a16:creationId xmlns:a16="http://schemas.microsoft.com/office/drawing/2014/main" id="{961FE95F-1373-4DD8-B107-6C98DCCEF236}"/>
              </a:ext>
            </a:extLst>
          </p:cNvPr>
          <p:cNvSpPr>
            <a:spLocks noGrp="1"/>
          </p:cNvSpPr>
          <p:nvPr>
            <p:ph type="body" sz="quarter" idx="11" hasCustomPrompt="1"/>
          </p:nvPr>
        </p:nvSpPr>
        <p:spPr>
          <a:xfrm>
            <a:off x="551384" y="1412776"/>
            <a:ext cx="3456000" cy="720000"/>
          </a:xfrm>
          <a:solidFill>
            <a:schemeClr val="accent2"/>
          </a:solidFill>
          <a:ln>
            <a:noFill/>
          </a:ln>
        </p:spPr>
        <p:txBody>
          <a:bodyPr lIns="180000" tIns="0" rIns="180000" bIns="0" anchor="ctr" anchorCtr="0"/>
          <a:lstStyle>
            <a:lvl1pPr marL="0" marR="0" indent="0" algn="ctr" defTabSz="612019" rtl="0" eaLnBrk="1" fontAlgn="base" latinLnBrk="0" hangingPunct="1">
              <a:lnSpc>
                <a:spcPct val="89000"/>
              </a:lnSpc>
              <a:spcBef>
                <a:spcPts val="0"/>
              </a:spcBef>
              <a:spcAft>
                <a:spcPts val="0"/>
              </a:spcAft>
              <a:buClr>
                <a:schemeClr val="accent1"/>
              </a:buClr>
              <a:buSzTx/>
              <a:buFont typeface="Wingdings" charset="2"/>
              <a:buNone/>
              <a:tabLst/>
              <a:defRPr sz="2000" b="1">
                <a:solidFill>
                  <a:schemeClr val="bg1"/>
                </a:solidFill>
              </a:defRPr>
            </a:lvl1pPr>
          </a:lstStyle>
          <a:p>
            <a:pPr lvl="0"/>
            <a:r>
              <a:rPr lang="en-CA" noProof="0" dirty="0"/>
              <a:t>Click to add a title</a:t>
            </a:r>
          </a:p>
        </p:txBody>
      </p:sp>
      <p:sp>
        <p:nvSpPr>
          <p:cNvPr id="10" name="Text Placeholder 3">
            <a:extLst>
              <a:ext uri="{FF2B5EF4-FFF2-40B4-BE49-F238E27FC236}">
                <a16:creationId xmlns:a16="http://schemas.microsoft.com/office/drawing/2014/main" id="{E3CB7365-9CF3-4908-84B9-36C12CF28E49}"/>
              </a:ext>
            </a:extLst>
          </p:cNvPr>
          <p:cNvSpPr>
            <a:spLocks noGrp="1"/>
          </p:cNvSpPr>
          <p:nvPr>
            <p:ph type="body" sz="quarter" idx="17" hasCustomPrompt="1"/>
          </p:nvPr>
        </p:nvSpPr>
        <p:spPr>
          <a:xfrm>
            <a:off x="4367384" y="1412776"/>
            <a:ext cx="3456000" cy="720000"/>
          </a:xfrm>
          <a:solidFill>
            <a:schemeClr val="accent2"/>
          </a:solidFill>
          <a:ln>
            <a:noFill/>
          </a:ln>
        </p:spPr>
        <p:txBody>
          <a:bodyPr lIns="180000" tIns="0" rIns="180000" bIns="0" anchor="ctr" anchorCtr="0"/>
          <a:lstStyle>
            <a:lvl1pPr marL="0" marR="0" indent="0" algn="ctr" defTabSz="612019" rtl="0" eaLnBrk="1" fontAlgn="base" latinLnBrk="0" hangingPunct="1">
              <a:lnSpc>
                <a:spcPct val="89000"/>
              </a:lnSpc>
              <a:spcBef>
                <a:spcPts val="0"/>
              </a:spcBef>
              <a:spcAft>
                <a:spcPts val="0"/>
              </a:spcAft>
              <a:buClr>
                <a:schemeClr val="accent1"/>
              </a:buClr>
              <a:buSzTx/>
              <a:buFont typeface="Wingdings" charset="2"/>
              <a:buNone/>
              <a:tabLst/>
              <a:defRPr sz="2000" b="1">
                <a:solidFill>
                  <a:schemeClr val="bg1"/>
                </a:solidFill>
              </a:defRPr>
            </a:lvl1pPr>
          </a:lstStyle>
          <a:p>
            <a:pPr lvl="0"/>
            <a:r>
              <a:rPr lang="en-CA" noProof="0" dirty="0"/>
              <a:t>Click to add a title</a:t>
            </a:r>
          </a:p>
        </p:txBody>
      </p:sp>
      <p:sp>
        <p:nvSpPr>
          <p:cNvPr id="13" name="Text Placeholder 3">
            <a:extLst>
              <a:ext uri="{FF2B5EF4-FFF2-40B4-BE49-F238E27FC236}">
                <a16:creationId xmlns:a16="http://schemas.microsoft.com/office/drawing/2014/main" id="{38A26517-D185-4528-9841-D2BB7B5F2676}"/>
              </a:ext>
            </a:extLst>
          </p:cNvPr>
          <p:cNvSpPr>
            <a:spLocks noGrp="1"/>
          </p:cNvSpPr>
          <p:nvPr>
            <p:ph type="body" sz="quarter" idx="19" hasCustomPrompt="1"/>
          </p:nvPr>
        </p:nvSpPr>
        <p:spPr>
          <a:xfrm>
            <a:off x="8183384" y="1412776"/>
            <a:ext cx="3456000" cy="720000"/>
          </a:xfrm>
          <a:solidFill>
            <a:schemeClr val="accent2"/>
          </a:solidFill>
          <a:ln>
            <a:noFill/>
          </a:ln>
        </p:spPr>
        <p:txBody>
          <a:bodyPr lIns="180000" tIns="0" rIns="180000" bIns="0" anchor="ctr" anchorCtr="0"/>
          <a:lstStyle>
            <a:lvl1pPr marL="0" marR="0" indent="0" algn="ctr" defTabSz="612019" rtl="0" eaLnBrk="1" fontAlgn="base" latinLnBrk="0" hangingPunct="1">
              <a:lnSpc>
                <a:spcPct val="89000"/>
              </a:lnSpc>
              <a:spcBef>
                <a:spcPts val="0"/>
              </a:spcBef>
              <a:spcAft>
                <a:spcPts val="0"/>
              </a:spcAft>
              <a:buClr>
                <a:schemeClr val="accent1"/>
              </a:buClr>
              <a:buSzTx/>
              <a:buFont typeface="Wingdings" charset="2"/>
              <a:buNone/>
              <a:tabLst/>
              <a:defRPr sz="2000" b="1">
                <a:solidFill>
                  <a:schemeClr val="bg1"/>
                </a:solidFill>
              </a:defRPr>
            </a:lvl1pPr>
          </a:lstStyle>
          <a:p>
            <a:pPr lvl="0"/>
            <a:r>
              <a:rPr lang="en-CA" noProof="0" dirty="0"/>
              <a:t>Click to add a title</a:t>
            </a:r>
          </a:p>
        </p:txBody>
      </p:sp>
      <p:sp>
        <p:nvSpPr>
          <p:cNvPr id="3" name="Titre 2">
            <a:extLst>
              <a:ext uri="{FF2B5EF4-FFF2-40B4-BE49-F238E27FC236}">
                <a16:creationId xmlns:a16="http://schemas.microsoft.com/office/drawing/2014/main" id="{AC9A4707-6D9F-46C8-BB14-1ACE30F8910E}"/>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4" name="Espace réservé du contenu 6">
            <a:extLst>
              <a:ext uri="{FF2B5EF4-FFF2-40B4-BE49-F238E27FC236}">
                <a16:creationId xmlns:a16="http://schemas.microsoft.com/office/drawing/2014/main" id="{498FA127-7D37-49C1-8625-B4D9CD1F399A}"/>
              </a:ext>
            </a:extLst>
          </p:cNvPr>
          <p:cNvSpPr>
            <a:spLocks noGrp="1"/>
          </p:cNvSpPr>
          <p:nvPr>
            <p:ph sz="quarter" idx="16" hasCustomPrompt="1"/>
          </p:nvPr>
        </p:nvSpPr>
        <p:spPr>
          <a:xfrm>
            <a:off x="4367384" y="2276872"/>
            <a:ext cx="3456000" cy="4031984"/>
          </a:xfrm>
          <a:solidFill>
            <a:schemeClr val="bg2"/>
          </a:solidFill>
        </p:spPr>
        <p:txBody>
          <a:bodyPr lIns="180000" tIns="144000" rIns="180000" bIns="144000"/>
          <a:lstStyle>
            <a:lvl1pPr>
              <a:defRPr sz="1800"/>
            </a:lvl1pPr>
            <a:lvl2pPr>
              <a:defRPr sz="1600"/>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5" name="Espace réservé du contenu 6">
            <a:extLst>
              <a:ext uri="{FF2B5EF4-FFF2-40B4-BE49-F238E27FC236}">
                <a16:creationId xmlns:a16="http://schemas.microsoft.com/office/drawing/2014/main" id="{0353EC3A-F8FE-4340-AF56-18B59A267560}"/>
              </a:ext>
            </a:extLst>
          </p:cNvPr>
          <p:cNvSpPr>
            <a:spLocks noGrp="1"/>
          </p:cNvSpPr>
          <p:nvPr>
            <p:ph sz="quarter" idx="15" hasCustomPrompt="1"/>
          </p:nvPr>
        </p:nvSpPr>
        <p:spPr>
          <a:xfrm>
            <a:off x="551384" y="2276872"/>
            <a:ext cx="3456000" cy="4031984"/>
          </a:xfrm>
          <a:solidFill>
            <a:schemeClr val="bg2"/>
          </a:solidFill>
        </p:spPr>
        <p:txBody>
          <a:bodyPr lIns="180000" tIns="144000" rIns="180000" bIns="144000"/>
          <a:lstStyle>
            <a:lvl1pPr>
              <a:defRPr sz="1800"/>
            </a:lvl1pPr>
            <a:lvl2pPr>
              <a:defRPr sz="1600"/>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6" name="Espace réservé du contenu 6">
            <a:extLst>
              <a:ext uri="{FF2B5EF4-FFF2-40B4-BE49-F238E27FC236}">
                <a16:creationId xmlns:a16="http://schemas.microsoft.com/office/drawing/2014/main" id="{F6350F45-EE24-4305-8221-A836E3FEC222}"/>
              </a:ext>
            </a:extLst>
          </p:cNvPr>
          <p:cNvSpPr>
            <a:spLocks noGrp="1"/>
          </p:cNvSpPr>
          <p:nvPr>
            <p:ph sz="quarter" idx="20" hasCustomPrompt="1"/>
          </p:nvPr>
        </p:nvSpPr>
        <p:spPr>
          <a:xfrm>
            <a:off x="8183384" y="2276872"/>
            <a:ext cx="3456000" cy="4031984"/>
          </a:xfrm>
          <a:solidFill>
            <a:schemeClr val="bg2"/>
          </a:solidFill>
        </p:spPr>
        <p:txBody>
          <a:bodyPr lIns="180000" tIns="144000" rIns="180000" bIns="144000"/>
          <a:lstStyle>
            <a:lvl1pPr>
              <a:defRPr sz="1800"/>
            </a:lvl1pPr>
            <a:lvl2pPr>
              <a:defRPr sz="1600"/>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7" name="Text Placeholder 2">
            <a:extLst>
              <a:ext uri="{FF2B5EF4-FFF2-40B4-BE49-F238E27FC236}">
                <a16:creationId xmlns:a16="http://schemas.microsoft.com/office/drawing/2014/main" id="{B37BA221-D8F8-493E-87A3-60C3A9932A16}"/>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8" name="Text Placeholder 9">
            <a:extLst>
              <a:ext uri="{FF2B5EF4-FFF2-40B4-BE49-F238E27FC236}">
                <a16:creationId xmlns:a16="http://schemas.microsoft.com/office/drawing/2014/main" id="{05F2B63E-31D7-4455-BD0D-642079ECF58E}"/>
              </a:ext>
            </a:extLst>
          </p:cNvPr>
          <p:cNvSpPr>
            <a:spLocks noGrp="1"/>
          </p:cNvSpPr>
          <p:nvPr>
            <p:ph type="body" sz="quarter" idx="21"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Tree>
    <p:extLst>
      <p:ext uri="{BB962C8B-B14F-4D97-AF65-F5344CB8AC3E}">
        <p14:creationId xmlns:p14="http://schemas.microsoft.com/office/powerpoint/2010/main" val="1432645581"/>
      </p:ext>
    </p:extLst>
  </p:cSld>
  <p:clrMapOvr>
    <a:masterClrMapping/>
  </p:clrMapOvr>
  <p:transition spd="med">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 vertical blocks with title box + message box">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9F13E4E3-EA9B-4FF8-B6C4-2516ED16E94E}" type="slidenum">
              <a:rPr lang="en-CA" smtClean="0"/>
              <a:t>‹#›</a:t>
            </a:fld>
            <a:endParaRPr lang="en-CA" dirty="0"/>
          </a:p>
        </p:txBody>
      </p:sp>
      <p:sp>
        <p:nvSpPr>
          <p:cNvPr id="3" name="Titre 2">
            <a:extLst>
              <a:ext uri="{FF2B5EF4-FFF2-40B4-BE49-F238E27FC236}">
                <a16:creationId xmlns:a16="http://schemas.microsoft.com/office/drawing/2014/main" id="{9B0424FA-AB1D-4CAF-A924-ED1552C3B813}"/>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8" name="Espace réservé du contenu 6">
            <a:extLst>
              <a:ext uri="{FF2B5EF4-FFF2-40B4-BE49-F238E27FC236}">
                <a16:creationId xmlns:a16="http://schemas.microsoft.com/office/drawing/2014/main" id="{0A8BA972-4A04-4D50-B990-C4ED98FDF6E9}"/>
              </a:ext>
            </a:extLst>
          </p:cNvPr>
          <p:cNvSpPr>
            <a:spLocks noGrp="1"/>
          </p:cNvSpPr>
          <p:nvPr>
            <p:ph sz="quarter" idx="16" hasCustomPrompt="1"/>
          </p:nvPr>
        </p:nvSpPr>
        <p:spPr>
          <a:xfrm>
            <a:off x="4367384" y="2276872"/>
            <a:ext cx="3456000" cy="3240000"/>
          </a:xfrm>
          <a:solidFill>
            <a:schemeClr val="bg2"/>
          </a:solidFill>
        </p:spPr>
        <p:txBody>
          <a:bodyPr lIns="180000" tIns="144000" rIns="180000" bIns="144000"/>
          <a:lstStyle>
            <a:lvl1pPr>
              <a:defRPr sz="1800"/>
            </a:lvl1pPr>
            <a:lvl2pPr>
              <a:defRPr sz="1600"/>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9" name="Espace réservé du contenu 6">
            <a:extLst>
              <a:ext uri="{FF2B5EF4-FFF2-40B4-BE49-F238E27FC236}">
                <a16:creationId xmlns:a16="http://schemas.microsoft.com/office/drawing/2014/main" id="{D6527E11-EF41-4F9A-87CB-F5DB9EC9D8C5}"/>
              </a:ext>
            </a:extLst>
          </p:cNvPr>
          <p:cNvSpPr>
            <a:spLocks noGrp="1"/>
          </p:cNvSpPr>
          <p:nvPr>
            <p:ph sz="quarter" idx="15" hasCustomPrompt="1"/>
          </p:nvPr>
        </p:nvSpPr>
        <p:spPr>
          <a:xfrm>
            <a:off x="551384" y="2276872"/>
            <a:ext cx="3456000" cy="3240000"/>
          </a:xfrm>
          <a:solidFill>
            <a:schemeClr val="bg2"/>
          </a:solidFill>
        </p:spPr>
        <p:txBody>
          <a:bodyPr lIns="180000" tIns="144000" rIns="180000" bIns="144000"/>
          <a:lstStyle>
            <a:lvl1pPr>
              <a:defRPr sz="1800"/>
            </a:lvl1pPr>
            <a:lvl2pPr>
              <a:defRPr sz="1600"/>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20" name="Espace réservé du contenu 6">
            <a:extLst>
              <a:ext uri="{FF2B5EF4-FFF2-40B4-BE49-F238E27FC236}">
                <a16:creationId xmlns:a16="http://schemas.microsoft.com/office/drawing/2014/main" id="{9E810C98-F7DE-4060-9C9B-116EECA59019}"/>
              </a:ext>
            </a:extLst>
          </p:cNvPr>
          <p:cNvSpPr>
            <a:spLocks noGrp="1"/>
          </p:cNvSpPr>
          <p:nvPr>
            <p:ph sz="quarter" idx="20" hasCustomPrompt="1"/>
          </p:nvPr>
        </p:nvSpPr>
        <p:spPr>
          <a:xfrm>
            <a:off x="8183384" y="2276872"/>
            <a:ext cx="3456000" cy="3240000"/>
          </a:xfrm>
          <a:solidFill>
            <a:schemeClr val="bg2"/>
          </a:solidFill>
        </p:spPr>
        <p:txBody>
          <a:bodyPr lIns="180000" tIns="144000" rIns="180000" bIns="144000"/>
          <a:lstStyle>
            <a:lvl1pPr>
              <a:defRPr sz="1800"/>
            </a:lvl1pPr>
            <a:lvl2pPr>
              <a:defRPr sz="1600"/>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21" name="Text Placeholder 3">
            <a:extLst>
              <a:ext uri="{FF2B5EF4-FFF2-40B4-BE49-F238E27FC236}">
                <a16:creationId xmlns:a16="http://schemas.microsoft.com/office/drawing/2014/main" id="{D0477D0F-515D-440A-A53E-F4DBDED1CBAB}"/>
              </a:ext>
            </a:extLst>
          </p:cNvPr>
          <p:cNvSpPr>
            <a:spLocks noGrp="1"/>
          </p:cNvSpPr>
          <p:nvPr>
            <p:ph type="body" sz="quarter" idx="11" hasCustomPrompt="1"/>
          </p:nvPr>
        </p:nvSpPr>
        <p:spPr>
          <a:xfrm>
            <a:off x="551384" y="1412776"/>
            <a:ext cx="3456000" cy="720000"/>
          </a:xfrm>
          <a:solidFill>
            <a:schemeClr val="accent2"/>
          </a:solidFill>
          <a:ln>
            <a:noFill/>
          </a:ln>
        </p:spPr>
        <p:txBody>
          <a:bodyPr lIns="180000" tIns="0" rIns="180000" bIns="0" anchor="ctr" anchorCtr="0"/>
          <a:lstStyle>
            <a:lvl1pPr marL="0" marR="0" indent="0" algn="ctr" defTabSz="612019" rtl="0" eaLnBrk="1" fontAlgn="base" latinLnBrk="0" hangingPunct="1">
              <a:lnSpc>
                <a:spcPct val="89000"/>
              </a:lnSpc>
              <a:spcBef>
                <a:spcPts val="0"/>
              </a:spcBef>
              <a:spcAft>
                <a:spcPts val="0"/>
              </a:spcAft>
              <a:buClr>
                <a:schemeClr val="accent1"/>
              </a:buClr>
              <a:buSzTx/>
              <a:buFont typeface="Wingdings" charset="2"/>
              <a:buNone/>
              <a:tabLst/>
              <a:defRPr sz="2000" b="1">
                <a:solidFill>
                  <a:schemeClr val="bg1"/>
                </a:solidFill>
              </a:defRPr>
            </a:lvl1pPr>
          </a:lstStyle>
          <a:p>
            <a:pPr lvl="0"/>
            <a:r>
              <a:rPr lang="en-CA" noProof="0" dirty="0"/>
              <a:t>Click to add a title</a:t>
            </a:r>
          </a:p>
        </p:txBody>
      </p:sp>
      <p:sp>
        <p:nvSpPr>
          <p:cNvPr id="22" name="Text Placeholder 3">
            <a:extLst>
              <a:ext uri="{FF2B5EF4-FFF2-40B4-BE49-F238E27FC236}">
                <a16:creationId xmlns:a16="http://schemas.microsoft.com/office/drawing/2014/main" id="{EBA822F3-854C-44A2-93E5-DB9651BCCE4F}"/>
              </a:ext>
            </a:extLst>
          </p:cNvPr>
          <p:cNvSpPr>
            <a:spLocks noGrp="1"/>
          </p:cNvSpPr>
          <p:nvPr>
            <p:ph type="body" sz="quarter" idx="17" hasCustomPrompt="1"/>
          </p:nvPr>
        </p:nvSpPr>
        <p:spPr>
          <a:xfrm>
            <a:off x="4367384" y="1412776"/>
            <a:ext cx="3456000" cy="720000"/>
          </a:xfrm>
          <a:solidFill>
            <a:schemeClr val="accent2"/>
          </a:solidFill>
          <a:ln>
            <a:noFill/>
          </a:ln>
        </p:spPr>
        <p:txBody>
          <a:bodyPr lIns="180000" tIns="0" rIns="180000" bIns="0" anchor="ctr" anchorCtr="0"/>
          <a:lstStyle>
            <a:lvl1pPr marL="0" marR="0" indent="0" algn="ctr" defTabSz="612019" rtl="0" eaLnBrk="1" fontAlgn="base" latinLnBrk="0" hangingPunct="1">
              <a:lnSpc>
                <a:spcPct val="89000"/>
              </a:lnSpc>
              <a:spcBef>
                <a:spcPts val="0"/>
              </a:spcBef>
              <a:spcAft>
                <a:spcPts val="0"/>
              </a:spcAft>
              <a:buClr>
                <a:schemeClr val="accent1"/>
              </a:buClr>
              <a:buSzTx/>
              <a:buFont typeface="Wingdings" charset="2"/>
              <a:buNone/>
              <a:tabLst/>
              <a:defRPr sz="2000" b="1">
                <a:solidFill>
                  <a:schemeClr val="bg1"/>
                </a:solidFill>
              </a:defRPr>
            </a:lvl1pPr>
          </a:lstStyle>
          <a:p>
            <a:pPr lvl="0"/>
            <a:r>
              <a:rPr lang="en-CA" noProof="0" dirty="0"/>
              <a:t>Click to add a title</a:t>
            </a:r>
          </a:p>
        </p:txBody>
      </p:sp>
      <p:sp>
        <p:nvSpPr>
          <p:cNvPr id="23" name="Text Placeholder 3">
            <a:extLst>
              <a:ext uri="{FF2B5EF4-FFF2-40B4-BE49-F238E27FC236}">
                <a16:creationId xmlns:a16="http://schemas.microsoft.com/office/drawing/2014/main" id="{BE680027-6E46-4B40-A38A-74E3DFDD82B9}"/>
              </a:ext>
            </a:extLst>
          </p:cNvPr>
          <p:cNvSpPr>
            <a:spLocks noGrp="1"/>
          </p:cNvSpPr>
          <p:nvPr>
            <p:ph type="body" sz="quarter" idx="19" hasCustomPrompt="1"/>
          </p:nvPr>
        </p:nvSpPr>
        <p:spPr>
          <a:xfrm>
            <a:off x="8183384" y="1412776"/>
            <a:ext cx="3456000" cy="720000"/>
          </a:xfrm>
          <a:solidFill>
            <a:schemeClr val="accent2"/>
          </a:solidFill>
          <a:ln>
            <a:noFill/>
          </a:ln>
        </p:spPr>
        <p:txBody>
          <a:bodyPr lIns="180000" tIns="0" rIns="180000" bIns="0" anchor="ctr" anchorCtr="0"/>
          <a:lstStyle>
            <a:lvl1pPr marL="0" marR="0" indent="0" algn="ctr" defTabSz="612019" rtl="0" eaLnBrk="1" fontAlgn="base" latinLnBrk="0" hangingPunct="1">
              <a:lnSpc>
                <a:spcPct val="89000"/>
              </a:lnSpc>
              <a:spcBef>
                <a:spcPts val="0"/>
              </a:spcBef>
              <a:spcAft>
                <a:spcPts val="0"/>
              </a:spcAft>
              <a:buClr>
                <a:schemeClr val="accent1"/>
              </a:buClr>
              <a:buSzTx/>
              <a:buFont typeface="Wingdings" charset="2"/>
              <a:buNone/>
              <a:tabLst/>
              <a:defRPr sz="2000" b="1">
                <a:solidFill>
                  <a:schemeClr val="bg1"/>
                </a:solidFill>
              </a:defRPr>
            </a:lvl1pPr>
          </a:lstStyle>
          <a:p>
            <a:pPr lvl="0"/>
            <a:r>
              <a:rPr lang="en-CA" noProof="0" dirty="0"/>
              <a:t>Click to add a title</a:t>
            </a:r>
          </a:p>
        </p:txBody>
      </p:sp>
      <p:sp>
        <p:nvSpPr>
          <p:cNvPr id="25" name="Text Placeholder 2">
            <a:extLst>
              <a:ext uri="{FF2B5EF4-FFF2-40B4-BE49-F238E27FC236}">
                <a16:creationId xmlns:a16="http://schemas.microsoft.com/office/drawing/2014/main" id="{6B975F35-3EC3-466A-B996-A609CFB32FFE}"/>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26" name="Text Placeholder 9">
            <a:extLst>
              <a:ext uri="{FF2B5EF4-FFF2-40B4-BE49-F238E27FC236}">
                <a16:creationId xmlns:a16="http://schemas.microsoft.com/office/drawing/2014/main" id="{07DEB760-AA58-4F0B-AC95-F1E52C70B6DE}"/>
              </a:ext>
            </a:extLst>
          </p:cNvPr>
          <p:cNvSpPr>
            <a:spLocks noGrp="1"/>
          </p:cNvSpPr>
          <p:nvPr>
            <p:ph type="body" sz="quarter" idx="21"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13" name="Text Placeholder 5">
            <a:extLst>
              <a:ext uri="{FF2B5EF4-FFF2-40B4-BE49-F238E27FC236}">
                <a16:creationId xmlns:a16="http://schemas.microsoft.com/office/drawing/2014/main" id="{3271AE84-CDC7-499B-8264-E03F695CF531}"/>
              </a:ext>
            </a:extLst>
          </p:cNvPr>
          <p:cNvSpPr>
            <a:spLocks noGrp="1"/>
          </p:cNvSpPr>
          <p:nvPr>
            <p:ph type="body" sz="quarter" idx="22" hasCustomPrompt="1"/>
          </p:nvPr>
        </p:nvSpPr>
        <p:spPr>
          <a:xfrm>
            <a:off x="551384" y="5910101"/>
            <a:ext cx="11088000" cy="399219"/>
          </a:xfrm>
          <a:solidFill>
            <a:schemeClr val="tx2"/>
          </a:solidFill>
        </p:spPr>
        <p:txBody>
          <a:bodyPr lIns="180000" tIns="75600" rIns="180000" bIns="75600" anchor="b">
            <a:spAutoFit/>
          </a:bodyPr>
          <a:lstStyle>
            <a:lvl1pPr algn="ctr">
              <a:lnSpc>
                <a:spcPct val="89000"/>
              </a:lnSpc>
              <a:spcBef>
                <a:spcPts val="600"/>
              </a:spcBef>
              <a:buNone/>
              <a:defRPr sz="1800" b="1">
                <a:solidFill>
                  <a:schemeClr val="bg1"/>
                </a:solidFill>
              </a:defRPr>
            </a:lvl1pPr>
          </a:lstStyle>
          <a:p>
            <a:pPr lvl="0"/>
            <a:r>
              <a:rPr lang="en-CA" dirty="0"/>
              <a:t>Message box</a:t>
            </a:r>
          </a:p>
        </p:txBody>
      </p:sp>
    </p:spTree>
    <p:extLst>
      <p:ext uri="{BB962C8B-B14F-4D97-AF65-F5344CB8AC3E}">
        <p14:creationId xmlns:p14="http://schemas.microsoft.com/office/powerpoint/2010/main" val="765904349"/>
      </p:ext>
    </p:extLst>
  </p:cSld>
  <p:clrMapOvr>
    <a:masterClrMapping/>
  </p:clrMapOvr>
  <p:transition spd="med">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Horizontal blocks layouts">
    <p:bg>
      <p:bgPr>
        <a:solidFill>
          <a:schemeClr val="tx1"/>
        </a:solidFill>
        <a:effectLst/>
      </p:bgPr>
    </p:bg>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E784DD7C-433D-44F2-9B88-244D717ABA0B}"/>
              </a:ext>
            </a:extLst>
          </p:cNvPr>
          <p:cNvSpPr txBox="1"/>
          <p:nvPr/>
        </p:nvSpPr>
        <p:spPr>
          <a:xfrm>
            <a:off x="2" y="1720840"/>
            <a:ext cx="12191999" cy="3416320"/>
          </a:xfrm>
          <a:prstGeom prst="rect">
            <a:avLst/>
          </a:prstGeom>
          <a:noFill/>
        </p:spPr>
        <p:txBody>
          <a:bodyPr wrap="square" lIns="337500" rIns="337500" rtlCol="0" anchor="ctr" anchorCtr="0">
            <a:spAutoFit/>
          </a:bodyPr>
          <a:lstStyle/>
          <a:p>
            <a:pPr algn="ctr"/>
            <a:r>
              <a:rPr lang="en-CA" sz="8800" b="1" i="0" noProof="0" dirty="0">
                <a:solidFill>
                  <a:schemeClr val="bg1"/>
                </a:solidFill>
                <a:latin typeface="+mj-lt"/>
              </a:rPr>
              <a:t>Horizontal blocks layouts</a:t>
            </a:r>
          </a:p>
          <a:p>
            <a:pPr marL="0" marR="0" lvl="0" indent="0" algn="ctr" defTabSz="913614" rtl="0" eaLnBrk="1" fontAlgn="base" latinLnBrk="0" hangingPunct="1">
              <a:lnSpc>
                <a:spcPct val="100000"/>
              </a:lnSpc>
              <a:spcBef>
                <a:spcPct val="0"/>
              </a:spcBef>
              <a:spcAft>
                <a:spcPct val="0"/>
              </a:spcAft>
              <a:buClrTx/>
              <a:buSzTx/>
              <a:buFontTx/>
              <a:buNone/>
              <a:tabLst/>
              <a:defRPr/>
            </a:pPr>
            <a:endParaRPr lang="en-CA" sz="2000" i="1" kern="1200" noProof="0" dirty="0">
              <a:solidFill>
                <a:schemeClr val="bg1"/>
              </a:solidFill>
              <a:latin typeface="+mj-lt"/>
              <a:ea typeface="+mn-ea"/>
              <a:cs typeface="+mn-cs"/>
            </a:endParaRPr>
          </a:p>
          <a:p>
            <a:pPr marL="0" marR="0" lvl="0" indent="0" algn="ctr" defTabSz="913614" rtl="0" eaLnBrk="1" fontAlgn="base" latinLnBrk="0" hangingPunct="1">
              <a:lnSpc>
                <a:spcPct val="100000"/>
              </a:lnSpc>
              <a:spcBef>
                <a:spcPct val="0"/>
              </a:spcBef>
              <a:spcAft>
                <a:spcPct val="0"/>
              </a:spcAft>
              <a:buClrTx/>
              <a:buSzTx/>
              <a:buFontTx/>
              <a:buNone/>
              <a:tabLst/>
              <a:defRPr/>
            </a:pPr>
            <a:r>
              <a:rPr lang="en-CA" sz="2000" i="1" kern="1200" noProof="0" dirty="0">
                <a:solidFill>
                  <a:schemeClr val="bg1"/>
                </a:solidFill>
                <a:latin typeface="+mj-lt"/>
                <a:ea typeface="+mn-ea"/>
                <a:cs typeface="+mn-cs"/>
              </a:rPr>
              <a:t>- Never use this page in your presentation -</a:t>
            </a:r>
          </a:p>
        </p:txBody>
      </p:sp>
    </p:spTree>
    <p:extLst>
      <p:ext uri="{BB962C8B-B14F-4D97-AF65-F5344CB8AC3E}">
        <p14:creationId xmlns:p14="http://schemas.microsoft.com/office/powerpoint/2010/main" val="2283038377"/>
      </p:ext>
    </p:extLst>
  </p:cSld>
  <p:clrMapOvr>
    <a:masterClrMapping/>
  </p:clrMapOvr>
  <p:transition spd="med">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block + content">
    <p:spTree>
      <p:nvGrpSpPr>
        <p:cNvPr id="1" name=""/>
        <p:cNvGrpSpPr/>
        <p:nvPr/>
      </p:nvGrpSpPr>
      <p:grpSpPr>
        <a:xfrm>
          <a:off x="0" y="0"/>
          <a:ext cx="0" cy="0"/>
          <a:chOff x="0" y="0"/>
          <a:chExt cx="0" cy="0"/>
        </a:xfrm>
      </p:grpSpPr>
      <p:sp>
        <p:nvSpPr>
          <p:cNvPr id="2" name="Slide Number Placeholder 1"/>
          <p:cNvSpPr>
            <a:spLocks noGrp="1"/>
          </p:cNvSpPr>
          <p:nvPr>
            <p:ph type="sldNum" sz="quarter" idx="13"/>
          </p:nvPr>
        </p:nvSpPr>
        <p:spPr/>
        <p:txBody>
          <a:bodyPr/>
          <a:lstStyle/>
          <a:p>
            <a:fld id="{9F13E4E3-EA9B-4FF8-B6C4-2516ED16E94E}" type="slidenum">
              <a:rPr lang="en-CA" smtClean="0"/>
              <a:t>‹#›</a:t>
            </a:fld>
            <a:endParaRPr lang="en-CA" dirty="0"/>
          </a:p>
        </p:txBody>
      </p:sp>
      <p:sp>
        <p:nvSpPr>
          <p:cNvPr id="7" name="Text Placeholder 3"/>
          <p:cNvSpPr>
            <a:spLocks noGrp="1"/>
          </p:cNvSpPr>
          <p:nvPr>
            <p:ph type="body" sz="quarter" idx="11" hasCustomPrompt="1"/>
          </p:nvPr>
        </p:nvSpPr>
        <p:spPr>
          <a:xfrm>
            <a:off x="551384" y="1412776"/>
            <a:ext cx="2880000" cy="4896000"/>
          </a:xfrm>
          <a:solidFill>
            <a:schemeClr val="bg2"/>
          </a:solidFill>
        </p:spPr>
        <p:txBody>
          <a:bodyPr lIns="180000" tIns="144000" rIns="180000" bIns="144000" anchor="t"/>
          <a:lstStyle>
            <a:lvl1pPr marL="0" indent="0">
              <a:buNone/>
              <a:defRPr sz="2400" b="1">
                <a:solidFill>
                  <a:schemeClr val="tx2"/>
                </a:solidFill>
              </a:defRPr>
            </a:lvl1pPr>
          </a:lstStyle>
          <a:p>
            <a:pPr lvl="0"/>
            <a:r>
              <a:rPr lang="en-CA" noProof="0" dirty="0"/>
              <a:t>Click to add text</a:t>
            </a:r>
          </a:p>
        </p:txBody>
      </p:sp>
      <p:sp>
        <p:nvSpPr>
          <p:cNvPr id="4" name="Title 3">
            <a:extLst>
              <a:ext uri="{FF2B5EF4-FFF2-40B4-BE49-F238E27FC236}">
                <a16:creationId xmlns:a16="http://schemas.microsoft.com/office/drawing/2014/main" id="{184D13D3-2DD5-49F1-989D-616F3D04D853}"/>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8" name="Espace réservé du contenu 8">
            <a:extLst>
              <a:ext uri="{FF2B5EF4-FFF2-40B4-BE49-F238E27FC236}">
                <a16:creationId xmlns:a16="http://schemas.microsoft.com/office/drawing/2014/main" id="{612F5243-E537-4C47-BF4D-5732323A1E39}"/>
              </a:ext>
            </a:extLst>
          </p:cNvPr>
          <p:cNvSpPr>
            <a:spLocks noGrp="1"/>
          </p:cNvSpPr>
          <p:nvPr>
            <p:ph sz="quarter" idx="14" hasCustomPrompt="1"/>
          </p:nvPr>
        </p:nvSpPr>
        <p:spPr>
          <a:xfrm>
            <a:off x="3791384" y="1412775"/>
            <a:ext cx="7848000" cy="4895949"/>
          </a:xfrm>
        </p:spPr>
        <p:txBody>
          <a:bodyPr tIns="144000" bIns="144000"/>
          <a:lstStyle>
            <a:lvl1pPr>
              <a:defRPr/>
            </a:lvl1pPr>
            <a:lvl2pPr>
              <a:defRPr/>
            </a:lvl2pPr>
            <a:lvl3pPr>
              <a:defRPr/>
            </a:lvl3pPr>
            <a:lvl4pPr>
              <a:defRPr/>
            </a:lvl4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0" name="Text Placeholder 2">
            <a:extLst>
              <a:ext uri="{FF2B5EF4-FFF2-40B4-BE49-F238E27FC236}">
                <a16:creationId xmlns:a16="http://schemas.microsoft.com/office/drawing/2014/main" id="{37BD55C7-B722-47B6-83C0-A981CE944072}"/>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2" name="Text Placeholder 9">
            <a:extLst>
              <a:ext uri="{FF2B5EF4-FFF2-40B4-BE49-F238E27FC236}">
                <a16:creationId xmlns:a16="http://schemas.microsoft.com/office/drawing/2014/main" id="{6641DC65-494E-41BB-B9B8-A97E2782C1FA}"/>
              </a:ext>
            </a:extLst>
          </p:cNvPr>
          <p:cNvSpPr>
            <a:spLocks noGrp="1"/>
          </p:cNvSpPr>
          <p:nvPr>
            <p:ph type="body" sz="quarter" idx="15"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Tree>
    <p:extLst>
      <p:ext uri="{BB962C8B-B14F-4D97-AF65-F5344CB8AC3E}">
        <p14:creationId xmlns:p14="http://schemas.microsoft.com/office/powerpoint/2010/main" val="678592168"/>
      </p:ext>
    </p:extLst>
  </p:cSld>
  <p:clrMapOvr>
    <a:masterClrMapping/>
  </p:clrMapOvr>
  <p:transition spd="med">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block + content + message box">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9F13E4E3-EA9B-4FF8-B6C4-2516ED16E94E}" type="slidenum">
              <a:rPr lang="en-CA" smtClean="0"/>
              <a:t>‹#›</a:t>
            </a:fld>
            <a:endParaRPr lang="en-CA" dirty="0"/>
          </a:p>
        </p:txBody>
      </p:sp>
      <p:sp>
        <p:nvSpPr>
          <p:cNvPr id="12" name="Text Placeholder 3"/>
          <p:cNvSpPr>
            <a:spLocks noGrp="1"/>
          </p:cNvSpPr>
          <p:nvPr>
            <p:ph type="body" sz="quarter" idx="11" hasCustomPrompt="1"/>
          </p:nvPr>
        </p:nvSpPr>
        <p:spPr>
          <a:xfrm>
            <a:off x="551384" y="1412776"/>
            <a:ext cx="2880000" cy="4104000"/>
          </a:xfrm>
          <a:solidFill>
            <a:schemeClr val="bg2"/>
          </a:solidFill>
        </p:spPr>
        <p:txBody>
          <a:bodyPr lIns="180000" tIns="144000" rIns="180000" bIns="144000" anchor="t"/>
          <a:lstStyle>
            <a:lvl1pPr marL="0" marR="0" indent="0" algn="l" defTabSz="612019" rtl="0" eaLnBrk="1" fontAlgn="base" latinLnBrk="0" hangingPunct="1">
              <a:lnSpc>
                <a:spcPct val="100000"/>
              </a:lnSpc>
              <a:spcBef>
                <a:spcPts val="938"/>
              </a:spcBef>
              <a:spcAft>
                <a:spcPts val="0"/>
              </a:spcAft>
              <a:buClr>
                <a:schemeClr val="accent1"/>
              </a:buClr>
              <a:buSzTx/>
              <a:buFont typeface="Wingdings" charset="2"/>
              <a:buNone/>
              <a:tabLst/>
              <a:defRPr sz="2400" b="1">
                <a:solidFill>
                  <a:schemeClr val="tx2"/>
                </a:solidFill>
              </a:defRPr>
            </a:lvl1pPr>
          </a:lstStyle>
          <a:p>
            <a:pPr marL="0" marR="0" lvl="0" indent="0" algn="l" defTabSz="612019" rtl="0" eaLnBrk="1" fontAlgn="base" latinLnBrk="0" hangingPunct="1">
              <a:lnSpc>
                <a:spcPct val="100000"/>
              </a:lnSpc>
              <a:spcBef>
                <a:spcPts val="938"/>
              </a:spcBef>
              <a:spcAft>
                <a:spcPts val="0"/>
              </a:spcAft>
              <a:buClr>
                <a:schemeClr val="accent1"/>
              </a:buClr>
              <a:buSzTx/>
              <a:buFont typeface="Wingdings" charset="2"/>
              <a:buNone/>
              <a:tabLst/>
              <a:defRPr/>
            </a:pPr>
            <a:r>
              <a:rPr lang="en-CA" noProof="0" dirty="0"/>
              <a:t>Click to add text</a:t>
            </a:r>
          </a:p>
        </p:txBody>
      </p:sp>
      <p:sp>
        <p:nvSpPr>
          <p:cNvPr id="5" name="Title 4">
            <a:extLst>
              <a:ext uri="{FF2B5EF4-FFF2-40B4-BE49-F238E27FC236}">
                <a16:creationId xmlns:a16="http://schemas.microsoft.com/office/drawing/2014/main" id="{90939047-9EA0-4969-B8A5-3469C3FFAB35}"/>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3" name="Espace réservé du contenu 8">
            <a:extLst>
              <a:ext uri="{FF2B5EF4-FFF2-40B4-BE49-F238E27FC236}">
                <a16:creationId xmlns:a16="http://schemas.microsoft.com/office/drawing/2014/main" id="{3D411F78-C894-44A9-8DBE-B4710924C52C}"/>
              </a:ext>
            </a:extLst>
          </p:cNvPr>
          <p:cNvSpPr>
            <a:spLocks noGrp="1"/>
          </p:cNvSpPr>
          <p:nvPr>
            <p:ph sz="quarter" idx="15" hasCustomPrompt="1"/>
          </p:nvPr>
        </p:nvSpPr>
        <p:spPr>
          <a:xfrm>
            <a:off x="3791384" y="1412775"/>
            <a:ext cx="7848000" cy="4104001"/>
          </a:xfrm>
        </p:spPr>
        <p:txBody>
          <a:bodyPr tIns="144000" bIns="144000"/>
          <a:lstStyle>
            <a:lvl1pPr>
              <a:defRPr/>
            </a:lvl1pPr>
            <a:lvl2pPr>
              <a:defRPr/>
            </a:lvl2pPr>
            <a:lvl3pPr>
              <a:defRPr/>
            </a:lvl3pPr>
            <a:lvl4pPr>
              <a:defRPr/>
            </a:lvl4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5" name="Text Placeholder 2">
            <a:extLst>
              <a:ext uri="{FF2B5EF4-FFF2-40B4-BE49-F238E27FC236}">
                <a16:creationId xmlns:a16="http://schemas.microsoft.com/office/drawing/2014/main" id="{B11A2413-BF17-40FC-BAE1-9471E82C2C90}"/>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6" name="Text Placeholder 9">
            <a:extLst>
              <a:ext uri="{FF2B5EF4-FFF2-40B4-BE49-F238E27FC236}">
                <a16:creationId xmlns:a16="http://schemas.microsoft.com/office/drawing/2014/main" id="{78EB471E-E0BD-41DF-935F-967FBD2F8565}"/>
              </a:ext>
            </a:extLst>
          </p:cNvPr>
          <p:cNvSpPr>
            <a:spLocks noGrp="1"/>
          </p:cNvSpPr>
          <p:nvPr>
            <p:ph type="body" sz="quarter" idx="16"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9" name="Text Placeholder 5">
            <a:extLst>
              <a:ext uri="{FF2B5EF4-FFF2-40B4-BE49-F238E27FC236}">
                <a16:creationId xmlns:a16="http://schemas.microsoft.com/office/drawing/2014/main" id="{AB753EB5-D71F-4139-B872-2397C93258BA}"/>
              </a:ext>
            </a:extLst>
          </p:cNvPr>
          <p:cNvSpPr>
            <a:spLocks noGrp="1"/>
          </p:cNvSpPr>
          <p:nvPr>
            <p:ph type="body" sz="quarter" idx="17" hasCustomPrompt="1"/>
          </p:nvPr>
        </p:nvSpPr>
        <p:spPr>
          <a:xfrm>
            <a:off x="551384" y="5910101"/>
            <a:ext cx="11088000" cy="399219"/>
          </a:xfrm>
          <a:solidFill>
            <a:schemeClr val="tx2"/>
          </a:solidFill>
        </p:spPr>
        <p:txBody>
          <a:bodyPr lIns="180000" tIns="75600" rIns="180000" bIns="75600" anchor="b">
            <a:spAutoFit/>
          </a:bodyPr>
          <a:lstStyle>
            <a:lvl1pPr algn="ctr">
              <a:lnSpc>
                <a:spcPct val="89000"/>
              </a:lnSpc>
              <a:spcBef>
                <a:spcPts val="600"/>
              </a:spcBef>
              <a:buNone/>
              <a:defRPr sz="1800" b="1">
                <a:solidFill>
                  <a:schemeClr val="bg1"/>
                </a:solidFill>
              </a:defRPr>
            </a:lvl1pPr>
          </a:lstStyle>
          <a:p>
            <a:pPr lvl="0"/>
            <a:r>
              <a:rPr lang="en-CA" dirty="0"/>
              <a:t>Message box</a:t>
            </a:r>
          </a:p>
        </p:txBody>
      </p:sp>
    </p:spTree>
    <p:extLst>
      <p:ext uri="{BB962C8B-B14F-4D97-AF65-F5344CB8AC3E}">
        <p14:creationId xmlns:p14="http://schemas.microsoft.com/office/powerpoint/2010/main" val="3658433504"/>
      </p:ext>
    </p:extLst>
  </p:cSld>
  <p:clrMapOvr>
    <a:masterClrMapping/>
  </p:clrMapOvr>
  <p:transition spd="med">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2 horizontal blocks">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9F13E4E3-EA9B-4FF8-B6C4-2516ED16E94E}" type="slidenum">
              <a:rPr lang="en-CA" smtClean="0"/>
              <a:t>‹#›</a:t>
            </a:fld>
            <a:endParaRPr lang="en-CA" dirty="0"/>
          </a:p>
        </p:txBody>
      </p:sp>
      <p:sp>
        <p:nvSpPr>
          <p:cNvPr id="4" name="Text Placeholder 3"/>
          <p:cNvSpPr>
            <a:spLocks noGrp="1"/>
          </p:cNvSpPr>
          <p:nvPr>
            <p:ph type="body" sz="quarter" idx="11" hasCustomPrompt="1"/>
          </p:nvPr>
        </p:nvSpPr>
        <p:spPr>
          <a:xfrm>
            <a:off x="551384" y="1412776"/>
            <a:ext cx="2880000" cy="2340000"/>
          </a:xfrm>
          <a:solidFill>
            <a:schemeClr val="accent2"/>
          </a:solidFill>
          <a:ln>
            <a:noFill/>
          </a:ln>
        </p:spPr>
        <p:txBody>
          <a:bodyPr lIns="180000" tIns="108000" rIns="180000" bIns="108000" anchor="t" anchorCtr="0"/>
          <a:lstStyle>
            <a:lvl1pPr marL="0" indent="0">
              <a:spcBef>
                <a:spcPts val="800"/>
              </a:spcBef>
              <a:buNone/>
              <a:defRPr sz="2200" b="1">
                <a:solidFill>
                  <a:schemeClr val="bg1"/>
                </a:solidFill>
              </a:defRPr>
            </a:lvl1pPr>
          </a:lstStyle>
          <a:p>
            <a:pPr lvl="0"/>
            <a:r>
              <a:rPr lang="en-CA" noProof="0" dirty="0"/>
              <a:t>Click to add a title</a:t>
            </a:r>
          </a:p>
        </p:txBody>
      </p:sp>
      <p:sp>
        <p:nvSpPr>
          <p:cNvPr id="6" name="Text Placeholder 3"/>
          <p:cNvSpPr>
            <a:spLocks noGrp="1"/>
          </p:cNvSpPr>
          <p:nvPr>
            <p:ph type="body" sz="quarter" idx="12" hasCustomPrompt="1"/>
          </p:nvPr>
        </p:nvSpPr>
        <p:spPr>
          <a:xfrm>
            <a:off x="551384" y="3969320"/>
            <a:ext cx="2880000" cy="2340000"/>
          </a:xfrm>
          <a:solidFill>
            <a:schemeClr val="accent2"/>
          </a:solidFill>
          <a:ln>
            <a:noFill/>
          </a:ln>
        </p:spPr>
        <p:txBody>
          <a:bodyPr lIns="180000" tIns="108000" rIns="180000" bIns="108000" anchor="t" anchorCtr="0"/>
          <a:lstStyle>
            <a:lvl1pPr marL="0" indent="0">
              <a:spcBef>
                <a:spcPts val="800"/>
              </a:spcBef>
              <a:buNone/>
              <a:defRPr sz="2200" b="1">
                <a:solidFill>
                  <a:schemeClr val="bg1"/>
                </a:solidFill>
              </a:defRPr>
            </a:lvl1pPr>
          </a:lstStyle>
          <a:p>
            <a:pPr lvl="0"/>
            <a:r>
              <a:rPr lang="en-CA" noProof="0" dirty="0"/>
              <a:t>Click to add a title</a:t>
            </a:r>
          </a:p>
        </p:txBody>
      </p:sp>
      <p:sp>
        <p:nvSpPr>
          <p:cNvPr id="5" name="Title 4">
            <a:extLst>
              <a:ext uri="{FF2B5EF4-FFF2-40B4-BE49-F238E27FC236}">
                <a16:creationId xmlns:a16="http://schemas.microsoft.com/office/drawing/2014/main" id="{1FED0EE6-E8B2-4BE9-8EB2-46E778128AD9}"/>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0" name="Espace réservé du contenu 6">
            <a:extLst>
              <a:ext uri="{FF2B5EF4-FFF2-40B4-BE49-F238E27FC236}">
                <a16:creationId xmlns:a16="http://schemas.microsoft.com/office/drawing/2014/main" id="{72BB7966-75E0-43D0-AB7B-AA7903E1D3DF}"/>
              </a:ext>
            </a:extLst>
          </p:cNvPr>
          <p:cNvSpPr>
            <a:spLocks noGrp="1"/>
          </p:cNvSpPr>
          <p:nvPr>
            <p:ph sz="quarter" idx="15" hasCustomPrompt="1"/>
          </p:nvPr>
        </p:nvSpPr>
        <p:spPr>
          <a:xfrm>
            <a:off x="3647384" y="1412776"/>
            <a:ext cx="7992000" cy="2340000"/>
          </a:xfrm>
          <a:solidFill>
            <a:schemeClr val="bg2"/>
          </a:solidFill>
        </p:spPr>
        <p:txBody>
          <a:bodyPr lIns="180000" tIns="108000" rIns="180000" bIns="108000"/>
          <a:lstStyle>
            <a:lvl1pPr>
              <a:spcBef>
                <a:spcPts val="800"/>
              </a:spcBef>
              <a:defRPr sz="2000"/>
            </a:lvl1pPr>
            <a:lvl2pPr>
              <a:spcBef>
                <a:spcPts val="400"/>
              </a:spcBef>
              <a:defRPr sz="1800"/>
            </a:lvl2pPr>
            <a:lvl3pPr>
              <a:spcBef>
                <a:spcPts val="200"/>
              </a:spcBef>
              <a:defRPr sz="1600"/>
            </a:lvl3pPr>
            <a:lvl4pPr>
              <a:spcBef>
                <a:spcPts val="100"/>
              </a:spcBef>
              <a:defRPr sz="1400"/>
            </a:lvl4pPr>
            <a:lvl5pPr>
              <a:spcBef>
                <a:spcPts val="600"/>
              </a:spcBef>
              <a:defRPr sz="1800"/>
            </a:lvl5pPr>
            <a:lvl6pPr>
              <a:spcBef>
                <a:spcPts val="300"/>
              </a:spcBef>
              <a:defRPr sz="1600"/>
            </a:lvl6pPr>
            <a:lvl7pPr>
              <a:spcBef>
                <a:spcPts val="800"/>
              </a:spcBef>
              <a:defRPr sz="22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3" name="Espace réservé du contenu 6">
            <a:extLst>
              <a:ext uri="{FF2B5EF4-FFF2-40B4-BE49-F238E27FC236}">
                <a16:creationId xmlns:a16="http://schemas.microsoft.com/office/drawing/2014/main" id="{1CA377CE-2D69-44BA-B089-D2308E538D1F}"/>
              </a:ext>
            </a:extLst>
          </p:cNvPr>
          <p:cNvSpPr>
            <a:spLocks noGrp="1"/>
          </p:cNvSpPr>
          <p:nvPr>
            <p:ph sz="quarter" idx="16" hasCustomPrompt="1"/>
          </p:nvPr>
        </p:nvSpPr>
        <p:spPr>
          <a:xfrm>
            <a:off x="3647384" y="3969320"/>
            <a:ext cx="7992000" cy="2340000"/>
          </a:xfrm>
          <a:solidFill>
            <a:schemeClr val="bg2"/>
          </a:solidFill>
        </p:spPr>
        <p:txBody>
          <a:bodyPr lIns="180000" tIns="108000" rIns="180000" bIns="108000"/>
          <a:lstStyle>
            <a:lvl1pPr>
              <a:spcBef>
                <a:spcPts val="800"/>
              </a:spcBef>
              <a:defRPr sz="2000"/>
            </a:lvl1pPr>
            <a:lvl2pPr>
              <a:spcBef>
                <a:spcPts val="400"/>
              </a:spcBef>
              <a:defRPr sz="1800"/>
            </a:lvl2pPr>
            <a:lvl3pPr>
              <a:spcBef>
                <a:spcPts val="200"/>
              </a:spcBef>
              <a:defRPr sz="1600"/>
            </a:lvl3pPr>
            <a:lvl4pPr>
              <a:spcBef>
                <a:spcPts val="100"/>
              </a:spcBef>
              <a:defRPr sz="1400"/>
            </a:lvl4pPr>
            <a:lvl5pPr>
              <a:spcBef>
                <a:spcPts val="600"/>
              </a:spcBef>
              <a:defRPr sz="1800"/>
            </a:lvl5pPr>
            <a:lvl6pPr>
              <a:spcBef>
                <a:spcPts val="300"/>
              </a:spcBef>
              <a:defRPr sz="1600"/>
            </a:lvl6pPr>
            <a:lvl7pPr>
              <a:spcBef>
                <a:spcPts val="800"/>
              </a:spcBef>
              <a:defRPr sz="22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4" name="Text Placeholder 2">
            <a:extLst>
              <a:ext uri="{FF2B5EF4-FFF2-40B4-BE49-F238E27FC236}">
                <a16:creationId xmlns:a16="http://schemas.microsoft.com/office/drawing/2014/main" id="{8016413C-62B2-4A61-A04C-626E260EB1FE}"/>
              </a:ext>
            </a:extLst>
          </p:cNvPr>
          <p:cNvSpPr>
            <a:spLocks noGrp="1"/>
          </p:cNvSpPr>
          <p:nvPr>
            <p:ph type="body" sz="quarter" idx="17"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5" name="Text Placeholder 9">
            <a:extLst>
              <a:ext uri="{FF2B5EF4-FFF2-40B4-BE49-F238E27FC236}">
                <a16:creationId xmlns:a16="http://schemas.microsoft.com/office/drawing/2014/main" id="{1BF7638D-946D-431E-858E-3842122ABFBE}"/>
              </a:ext>
            </a:extLst>
          </p:cNvPr>
          <p:cNvSpPr>
            <a:spLocks noGrp="1"/>
          </p:cNvSpPr>
          <p:nvPr>
            <p:ph type="body" sz="quarter" idx="18"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Tree>
    <p:extLst>
      <p:ext uri="{BB962C8B-B14F-4D97-AF65-F5344CB8AC3E}">
        <p14:creationId xmlns:p14="http://schemas.microsoft.com/office/powerpoint/2010/main" val="1589046549"/>
      </p:ext>
    </p:extLst>
  </p:cSld>
  <p:clrMapOvr>
    <a:masterClrMapping/>
  </p:clrMapOvr>
  <p:transition spd="med">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 horizontal blocks + message box">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9F13E4E3-EA9B-4FF8-B6C4-2516ED16E94E}" type="slidenum">
              <a:rPr lang="en-CA" smtClean="0"/>
              <a:t>‹#›</a:t>
            </a:fld>
            <a:endParaRPr lang="en-CA" dirty="0"/>
          </a:p>
        </p:txBody>
      </p:sp>
      <p:sp>
        <p:nvSpPr>
          <p:cNvPr id="17" name="Text Placeholder 3">
            <a:extLst>
              <a:ext uri="{FF2B5EF4-FFF2-40B4-BE49-F238E27FC236}">
                <a16:creationId xmlns:a16="http://schemas.microsoft.com/office/drawing/2014/main" id="{03F71346-155A-42DE-A680-C05115396DFD}"/>
              </a:ext>
            </a:extLst>
          </p:cNvPr>
          <p:cNvSpPr>
            <a:spLocks noGrp="1"/>
          </p:cNvSpPr>
          <p:nvPr>
            <p:ph type="body" sz="quarter" idx="11" hasCustomPrompt="1"/>
          </p:nvPr>
        </p:nvSpPr>
        <p:spPr>
          <a:xfrm>
            <a:off x="551384" y="1412776"/>
            <a:ext cx="2880000" cy="1944000"/>
          </a:xfrm>
          <a:solidFill>
            <a:schemeClr val="accent2"/>
          </a:solidFill>
          <a:ln>
            <a:noFill/>
          </a:ln>
        </p:spPr>
        <p:txBody>
          <a:bodyPr lIns="180000" tIns="108000" rIns="180000" bIns="108000" anchor="t" anchorCtr="0"/>
          <a:lstStyle>
            <a:lvl1pPr marL="0" indent="0">
              <a:spcBef>
                <a:spcPts val="800"/>
              </a:spcBef>
              <a:buNone/>
              <a:defRPr sz="2200" b="1">
                <a:solidFill>
                  <a:schemeClr val="bg1"/>
                </a:solidFill>
              </a:defRPr>
            </a:lvl1pPr>
          </a:lstStyle>
          <a:p>
            <a:pPr lvl="0"/>
            <a:r>
              <a:rPr lang="en-CA" noProof="0" dirty="0"/>
              <a:t>Click to add a title</a:t>
            </a:r>
          </a:p>
        </p:txBody>
      </p:sp>
      <p:sp>
        <p:nvSpPr>
          <p:cNvPr id="18" name="Text Placeholder 3">
            <a:extLst>
              <a:ext uri="{FF2B5EF4-FFF2-40B4-BE49-F238E27FC236}">
                <a16:creationId xmlns:a16="http://schemas.microsoft.com/office/drawing/2014/main" id="{5150C764-313D-4DAB-ABFD-41ECDEC11EB2}"/>
              </a:ext>
            </a:extLst>
          </p:cNvPr>
          <p:cNvSpPr>
            <a:spLocks noGrp="1"/>
          </p:cNvSpPr>
          <p:nvPr>
            <p:ph type="body" sz="quarter" idx="17" hasCustomPrompt="1"/>
          </p:nvPr>
        </p:nvSpPr>
        <p:spPr>
          <a:xfrm>
            <a:off x="551384" y="3573232"/>
            <a:ext cx="2880000" cy="1944000"/>
          </a:xfrm>
          <a:solidFill>
            <a:schemeClr val="accent2"/>
          </a:solidFill>
          <a:ln>
            <a:noFill/>
          </a:ln>
        </p:spPr>
        <p:txBody>
          <a:bodyPr lIns="180000" tIns="108000" rIns="180000" bIns="108000" anchor="t" anchorCtr="0"/>
          <a:lstStyle>
            <a:lvl1pPr marL="0" indent="0">
              <a:spcBef>
                <a:spcPts val="800"/>
              </a:spcBef>
              <a:buNone/>
              <a:defRPr sz="2200" b="1">
                <a:solidFill>
                  <a:schemeClr val="bg1"/>
                </a:solidFill>
              </a:defRPr>
            </a:lvl1pPr>
          </a:lstStyle>
          <a:p>
            <a:pPr lvl="0"/>
            <a:r>
              <a:rPr lang="en-CA" noProof="0" dirty="0"/>
              <a:t>Click to add a title</a:t>
            </a:r>
          </a:p>
        </p:txBody>
      </p:sp>
      <p:sp>
        <p:nvSpPr>
          <p:cNvPr id="5" name="Title 4">
            <a:extLst>
              <a:ext uri="{FF2B5EF4-FFF2-40B4-BE49-F238E27FC236}">
                <a16:creationId xmlns:a16="http://schemas.microsoft.com/office/drawing/2014/main" id="{B4CAEADA-C030-4ABD-B96F-E4BC8BDAE1D9}"/>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5" name="Espace réservé du contenu 6">
            <a:extLst>
              <a:ext uri="{FF2B5EF4-FFF2-40B4-BE49-F238E27FC236}">
                <a16:creationId xmlns:a16="http://schemas.microsoft.com/office/drawing/2014/main" id="{FA80E61F-A337-4372-A914-5849ADE9DCEC}"/>
              </a:ext>
            </a:extLst>
          </p:cNvPr>
          <p:cNvSpPr>
            <a:spLocks noGrp="1"/>
          </p:cNvSpPr>
          <p:nvPr>
            <p:ph sz="quarter" idx="15" hasCustomPrompt="1"/>
          </p:nvPr>
        </p:nvSpPr>
        <p:spPr>
          <a:xfrm>
            <a:off x="3647384" y="1412776"/>
            <a:ext cx="7992000" cy="1944000"/>
          </a:xfrm>
          <a:solidFill>
            <a:schemeClr val="bg2"/>
          </a:solidFill>
        </p:spPr>
        <p:txBody>
          <a:bodyPr lIns="180000" tIns="108000" rIns="180000" bIns="108000"/>
          <a:lstStyle>
            <a:lvl1pPr>
              <a:spcBef>
                <a:spcPts val="800"/>
              </a:spcBef>
              <a:defRPr sz="2000"/>
            </a:lvl1pPr>
            <a:lvl2pPr>
              <a:spcBef>
                <a:spcPts val="400"/>
              </a:spcBef>
              <a:defRPr sz="1800"/>
            </a:lvl2pPr>
            <a:lvl3pPr>
              <a:spcBef>
                <a:spcPts val="200"/>
              </a:spcBef>
              <a:defRPr sz="1600"/>
            </a:lvl3pPr>
            <a:lvl4pPr>
              <a:spcBef>
                <a:spcPts val="100"/>
              </a:spcBef>
              <a:defRPr sz="1400"/>
            </a:lvl4pPr>
            <a:lvl5pPr>
              <a:spcBef>
                <a:spcPts val="600"/>
              </a:spcBef>
              <a:defRPr sz="1800"/>
            </a:lvl5pPr>
            <a:lvl6pPr>
              <a:spcBef>
                <a:spcPts val="300"/>
              </a:spcBef>
              <a:defRPr sz="1600"/>
            </a:lvl6pPr>
            <a:lvl7pPr>
              <a:spcBef>
                <a:spcPts val="800"/>
              </a:spcBef>
              <a:defRPr sz="22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6" name="Espace réservé du contenu 6">
            <a:extLst>
              <a:ext uri="{FF2B5EF4-FFF2-40B4-BE49-F238E27FC236}">
                <a16:creationId xmlns:a16="http://schemas.microsoft.com/office/drawing/2014/main" id="{D9CE35A8-1993-4052-A44D-5B8EFB4FEDC3}"/>
              </a:ext>
            </a:extLst>
          </p:cNvPr>
          <p:cNvSpPr>
            <a:spLocks noGrp="1"/>
          </p:cNvSpPr>
          <p:nvPr>
            <p:ph sz="quarter" idx="16" hasCustomPrompt="1"/>
          </p:nvPr>
        </p:nvSpPr>
        <p:spPr>
          <a:xfrm>
            <a:off x="3647384" y="3573232"/>
            <a:ext cx="7992000" cy="1944000"/>
          </a:xfrm>
          <a:solidFill>
            <a:schemeClr val="bg2"/>
          </a:solidFill>
        </p:spPr>
        <p:txBody>
          <a:bodyPr lIns="180000" tIns="108000" rIns="180000" bIns="108000"/>
          <a:lstStyle>
            <a:lvl1pPr>
              <a:spcBef>
                <a:spcPts val="800"/>
              </a:spcBef>
              <a:defRPr sz="2000"/>
            </a:lvl1pPr>
            <a:lvl2pPr>
              <a:spcBef>
                <a:spcPts val="400"/>
              </a:spcBef>
              <a:defRPr sz="1800"/>
            </a:lvl2pPr>
            <a:lvl3pPr>
              <a:spcBef>
                <a:spcPts val="200"/>
              </a:spcBef>
              <a:defRPr sz="1600"/>
            </a:lvl3pPr>
            <a:lvl4pPr>
              <a:spcBef>
                <a:spcPts val="100"/>
              </a:spcBef>
              <a:defRPr sz="1400"/>
            </a:lvl4pPr>
            <a:lvl5pPr>
              <a:spcBef>
                <a:spcPts val="600"/>
              </a:spcBef>
              <a:defRPr sz="1800"/>
            </a:lvl5pPr>
            <a:lvl6pPr>
              <a:spcBef>
                <a:spcPts val="300"/>
              </a:spcBef>
              <a:defRPr sz="1600"/>
            </a:lvl6pPr>
            <a:lvl7pPr>
              <a:spcBef>
                <a:spcPts val="800"/>
              </a:spcBef>
              <a:defRPr sz="22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20" name="Text Placeholder 2">
            <a:extLst>
              <a:ext uri="{FF2B5EF4-FFF2-40B4-BE49-F238E27FC236}">
                <a16:creationId xmlns:a16="http://schemas.microsoft.com/office/drawing/2014/main" id="{87502E14-3696-4DBD-9E72-B23076CAAAB6}"/>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none" baseline="0">
                <a:solidFill>
                  <a:schemeClr val="accent2"/>
                </a:solidFill>
              </a:defRPr>
            </a:lvl1pPr>
          </a:lstStyle>
          <a:p>
            <a:pPr lvl="0"/>
            <a:r>
              <a:rPr lang="en-CA" noProof="0" dirty="0"/>
              <a:t>BUSINESS UNIT NAME (OPTIONAL)</a:t>
            </a:r>
          </a:p>
        </p:txBody>
      </p:sp>
      <p:sp>
        <p:nvSpPr>
          <p:cNvPr id="21" name="Text Placeholder 9">
            <a:extLst>
              <a:ext uri="{FF2B5EF4-FFF2-40B4-BE49-F238E27FC236}">
                <a16:creationId xmlns:a16="http://schemas.microsoft.com/office/drawing/2014/main" id="{7DAA1FB9-C434-48C6-953D-0EBFCBA980BE}"/>
              </a:ext>
            </a:extLst>
          </p:cNvPr>
          <p:cNvSpPr>
            <a:spLocks noGrp="1"/>
          </p:cNvSpPr>
          <p:nvPr>
            <p:ph type="body" sz="quarter" idx="18"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11" name="Text Placeholder 5">
            <a:extLst>
              <a:ext uri="{FF2B5EF4-FFF2-40B4-BE49-F238E27FC236}">
                <a16:creationId xmlns:a16="http://schemas.microsoft.com/office/drawing/2014/main" id="{B6EEF79E-AF01-46A4-82F0-DD978C0A2419}"/>
              </a:ext>
            </a:extLst>
          </p:cNvPr>
          <p:cNvSpPr>
            <a:spLocks noGrp="1"/>
          </p:cNvSpPr>
          <p:nvPr>
            <p:ph type="body" sz="quarter" idx="19" hasCustomPrompt="1"/>
          </p:nvPr>
        </p:nvSpPr>
        <p:spPr>
          <a:xfrm>
            <a:off x="551384" y="5910101"/>
            <a:ext cx="11088000" cy="399219"/>
          </a:xfrm>
          <a:solidFill>
            <a:schemeClr val="tx2"/>
          </a:solidFill>
        </p:spPr>
        <p:txBody>
          <a:bodyPr lIns="180000" tIns="75600" rIns="180000" bIns="75600" anchor="b">
            <a:spAutoFit/>
          </a:bodyPr>
          <a:lstStyle>
            <a:lvl1pPr algn="ctr">
              <a:lnSpc>
                <a:spcPct val="89000"/>
              </a:lnSpc>
              <a:spcBef>
                <a:spcPts val="600"/>
              </a:spcBef>
              <a:buNone/>
              <a:defRPr sz="1800" b="1">
                <a:solidFill>
                  <a:schemeClr val="bg1"/>
                </a:solidFill>
              </a:defRPr>
            </a:lvl1pPr>
          </a:lstStyle>
          <a:p>
            <a:pPr lvl="0"/>
            <a:r>
              <a:rPr lang="en-CA" dirty="0"/>
              <a:t>Message box</a:t>
            </a:r>
          </a:p>
        </p:txBody>
      </p:sp>
    </p:spTree>
    <p:extLst>
      <p:ext uri="{BB962C8B-B14F-4D97-AF65-F5344CB8AC3E}">
        <p14:creationId xmlns:p14="http://schemas.microsoft.com/office/powerpoint/2010/main" val="2290645306"/>
      </p:ext>
    </p:extLst>
  </p:cSld>
  <p:clrMapOvr>
    <a:masterClrMapping/>
  </p:clrMapOvr>
  <p:transition spd="med">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3 horizontal blocks">
    <p:spTree>
      <p:nvGrpSpPr>
        <p:cNvPr id="1" name=""/>
        <p:cNvGrpSpPr/>
        <p:nvPr/>
      </p:nvGrpSpPr>
      <p:grpSpPr>
        <a:xfrm>
          <a:off x="0" y="0"/>
          <a:ext cx="0" cy="0"/>
          <a:chOff x="0" y="0"/>
          <a:chExt cx="0" cy="0"/>
        </a:xfrm>
      </p:grpSpPr>
      <p:sp>
        <p:nvSpPr>
          <p:cNvPr id="21" name="Text Placeholder 3">
            <a:extLst>
              <a:ext uri="{FF2B5EF4-FFF2-40B4-BE49-F238E27FC236}">
                <a16:creationId xmlns:a16="http://schemas.microsoft.com/office/drawing/2014/main" id="{028FC5ED-6BDA-4DAA-B7A9-8A9FF41C9350}"/>
              </a:ext>
            </a:extLst>
          </p:cNvPr>
          <p:cNvSpPr>
            <a:spLocks noGrp="1"/>
          </p:cNvSpPr>
          <p:nvPr>
            <p:ph type="body" sz="quarter" idx="18" hasCustomPrompt="1"/>
          </p:nvPr>
        </p:nvSpPr>
        <p:spPr>
          <a:xfrm>
            <a:off x="551384" y="4797152"/>
            <a:ext cx="2880000" cy="1512000"/>
          </a:xfrm>
          <a:solidFill>
            <a:schemeClr val="accent2"/>
          </a:solidFill>
          <a:ln>
            <a:noFill/>
          </a:ln>
        </p:spPr>
        <p:txBody>
          <a:bodyPr lIns="180000" tIns="108000" rIns="180000" bIns="108000" anchor="t" anchorCtr="0"/>
          <a:lstStyle>
            <a:lvl1pPr marL="0" indent="0">
              <a:spcBef>
                <a:spcPts val="800"/>
              </a:spcBef>
              <a:buNone/>
              <a:defRPr sz="2000" b="1">
                <a:solidFill>
                  <a:schemeClr val="bg1"/>
                </a:solidFill>
              </a:defRPr>
            </a:lvl1pPr>
          </a:lstStyle>
          <a:p>
            <a:pPr lvl="0"/>
            <a:r>
              <a:rPr lang="en-CA" noProof="0" dirty="0"/>
              <a:t>Click to add a title</a:t>
            </a:r>
          </a:p>
        </p:txBody>
      </p:sp>
      <p:sp>
        <p:nvSpPr>
          <p:cNvPr id="2" name="Slide Number Placeholder 1"/>
          <p:cNvSpPr>
            <a:spLocks noGrp="1"/>
          </p:cNvSpPr>
          <p:nvPr>
            <p:ph type="sldNum" sz="quarter" idx="10"/>
          </p:nvPr>
        </p:nvSpPr>
        <p:spPr/>
        <p:txBody>
          <a:bodyPr/>
          <a:lstStyle/>
          <a:p>
            <a:fld id="{9F13E4E3-EA9B-4FF8-B6C4-2516ED16E94E}" type="slidenum">
              <a:rPr lang="en-CA" smtClean="0"/>
              <a:t>‹#›</a:t>
            </a:fld>
            <a:endParaRPr lang="en-CA" dirty="0"/>
          </a:p>
        </p:txBody>
      </p:sp>
      <p:sp>
        <p:nvSpPr>
          <p:cNvPr id="4" name="Text Placeholder 3"/>
          <p:cNvSpPr>
            <a:spLocks noGrp="1"/>
          </p:cNvSpPr>
          <p:nvPr>
            <p:ph type="body" sz="quarter" idx="11" hasCustomPrompt="1"/>
          </p:nvPr>
        </p:nvSpPr>
        <p:spPr>
          <a:xfrm>
            <a:off x="551384" y="1412944"/>
            <a:ext cx="2880000" cy="1512000"/>
          </a:xfrm>
          <a:solidFill>
            <a:schemeClr val="accent2"/>
          </a:solidFill>
          <a:ln>
            <a:noFill/>
          </a:ln>
        </p:spPr>
        <p:txBody>
          <a:bodyPr lIns="180000" tIns="108000" rIns="180000" bIns="108000" anchor="t" anchorCtr="0"/>
          <a:lstStyle>
            <a:lvl1pPr marL="0" indent="0">
              <a:spcBef>
                <a:spcPts val="800"/>
              </a:spcBef>
              <a:buNone/>
              <a:defRPr sz="2000" b="1">
                <a:solidFill>
                  <a:schemeClr val="bg1"/>
                </a:solidFill>
              </a:defRPr>
            </a:lvl1pPr>
          </a:lstStyle>
          <a:p>
            <a:pPr lvl="0"/>
            <a:r>
              <a:rPr lang="en-CA" noProof="0" dirty="0"/>
              <a:t>Click to add a title</a:t>
            </a:r>
          </a:p>
        </p:txBody>
      </p:sp>
      <p:sp>
        <p:nvSpPr>
          <p:cNvPr id="6" name="Text Placeholder 3"/>
          <p:cNvSpPr>
            <a:spLocks noGrp="1"/>
          </p:cNvSpPr>
          <p:nvPr>
            <p:ph type="body" sz="quarter" idx="12" hasCustomPrompt="1"/>
          </p:nvPr>
        </p:nvSpPr>
        <p:spPr>
          <a:xfrm>
            <a:off x="551384" y="3105048"/>
            <a:ext cx="2880000" cy="1512000"/>
          </a:xfrm>
          <a:solidFill>
            <a:schemeClr val="accent2"/>
          </a:solidFill>
          <a:ln>
            <a:noFill/>
          </a:ln>
        </p:spPr>
        <p:txBody>
          <a:bodyPr lIns="180000" tIns="108000" rIns="180000" bIns="108000" anchor="t" anchorCtr="0"/>
          <a:lstStyle>
            <a:lvl1pPr marL="0" indent="0">
              <a:spcBef>
                <a:spcPts val="800"/>
              </a:spcBef>
              <a:buNone/>
              <a:defRPr sz="2000" b="1">
                <a:solidFill>
                  <a:schemeClr val="bg1"/>
                </a:solidFill>
              </a:defRPr>
            </a:lvl1pPr>
          </a:lstStyle>
          <a:p>
            <a:pPr lvl="0"/>
            <a:r>
              <a:rPr lang="en-CA" noProof="0" dirty="0"/>
              <a:t>Click to add a title</a:t>
            </a:r>
          </a:p>
        </p:txBody>
      </p:sp>
      <p:sp>
        <p:nvSpPr>
          <p:cNvPr id="5" name="Title 4">
            <a:extLst>
              <a:ext uri="{FF2B5EF4-FFF2-40B4-BE49-F238E27FC236}">
                <a16:creationId xmlns:a16="http://schemas.microsoft.com/office/drawing/2014/main" id="{8BCB01E7-3918-4558-BB81-5D955C947F57}"/>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3" name="Espace réservé du contenu 6">
            <a:extLst>
              <a:ext uri="{FF2B5EF4-FFF2-40B4-BE49-F238E27FC236}">
                <a16:creationId xmlns:a16="http://schemas.microsoft.com/office/drawing/2014/main" id="{84C640B4-E301-41F3-9BB6-EAFEB3F5697B}"/>
              </a:ext>
            </a:extLst>
          </p:cNvPr>
          <p:cNvSpPr>
            <a:spLocks noGrp="1"/>
          </p:cNvSpPr>
          <p:nvPr>
            <p:ph sz="quarter" idx="15" hasCustomPrompt="1"/>
          </p:nvPr>
        </p:nvSpPr>
        <p:spPr>
          <a:xfrm>
            <a:off x="3647384" y="1412776"/>
            <a:ext cx="7992000" cy="1512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4" name="Espace réservé du contenu 6">
            <a:extLst>
              <a:ext uri="{FF2B5EF4-FFF2-40B4-BE49-F238E27FC236}">
                <a16:creationId xmlns:a16="http://schemas.microsoft.com/office/drawing/2014/main" id="{51BBC525-8AC6-4217-8D56-77A0D1CA7A90}"/>
              </a:ext>
            </a:extLst>
          </p:cNvPr>
          <p:cNvSpPr>
            <a:spLocks noGrp="1"/>
          </p:cNvSpPr>
          <p:nvPr>
            <p:ph sz="quarter" idx="21" hasCustomPrompt="1"/>
          </p:nvPr>
        </p:nvSpPr>
        <p:spPr>
          <a:xfrm>
            <a:off x="3647384" y="3105048"/>
            <a:ext cx="7992000" cy="1512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5" name="Espace réservé du contenu 6">
            <a:extLst>
              <a:ext uri="{FF2B5EF4-FFF2-40B4-BE49-F238E27FC236}">
                <a16:creationId xmlns:a16="http://schemas.microsoft.com/office/drawing/2014/main" id="{898A72A8-AFBB-4059-971C-197A74D65AB3}"/>
              </a:ext>
            </a:extLst>
          </p:cNvPr>
          <p:cNvSpPr>
            <a:spLocks noGrp="1"/>
          </p:cNvSpPr>
          <p:nvPr>
            <p:ph sz="quarter" idx="22" hasCustomPrompt="1"/>
          </p:nvPr>
        </p:nvSpPr>
        <p:spPr>
          <a:xfrm>
            <a:off x="3647384" y="4797152"/>
            <a:ext cx="7992000" cy="1512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6" name="Text Placeholder 2">
            <a:extLst>
              <a:ext uri="{FF2B5EF4-FFF2-40B4-BE49-F238E27FC236}">
                <a16:creationId xmlns:a16="http://schemas.microsoft.com/office/drawing/2014/main" id="{9E7423AE-1A95-49C0-BC29-8B2F8D86539C}"/>
              </a:ext>
            </a:extLst>
          </p:cNvPr>
          <p:cNvSpPr>
            <a:spLocks noGrp="1"/>
          </p:cNvSpPr>
          <p:nvPr>
            <p:ph type="body" sz="quarter" idx="23"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7" name="Text Placeholder 9">
            <a:extLst>
              <a:ext uri="{FF2B5EF4-FFF2-40B4-BE49-F238E27FC236}">
                <a16:creationId xmlns:a16="http://schemas.microsoft.com/office/drawing/2014/main" id="{35FB1E4B-52AD-4D92-80EE-4C28D8A4524A}"/>
              </a:ext>
            </a:extLst>
          </p:cNvPr>
          <p:cNvSpPr>
            <a:spLocks noGrp="1"/>
          </p:cNvSpPr>
          <p:nvPr>
            <p:ph type="body" sz="quarter" idx="24"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Tree>
    <p:extLst>
      <p:ext uri="{BB962C8B-B14F-4D97-AF65-F5344CB8AC3E}">
        <p14:creationId xmlns:p14="http://schemas.microsoft.com/office/powerpoint/2010/main" val="3908410445"/>
      </p:ext>
    </p:extLst>
  </p:cSld>
  <p:clrMapOvr>
    <a:masterClrMapping/>
  </p:clrMapOvr>
  <p:transition spd="med">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 horizontal blocks + message box">
    <p:spTree>
      <p:nvGrpSpPr>
        <p:cNvPr id="1" name=""/>
        <p:cNvGrpSpPr/>
        <p:nvPr/>
      </p:nvGrpSpPr>
      <p:grpSpPr>
        <a:xfrm>
          <a:off x="0" y="0"/>
          <a:ext cx="0" cy="0"/>
          <a:chOff x="0" y="0"/>
          <a:chExt cx="0" cy="0"/>
        </a:xfrm>
      </p:grpSpPr>
      <p:sp>
        <p:nvSpPr>
          <p:cNvPr id="21" name="Text Placeholder 3">
            <a:extLst>
              <a:ext uri="{FF2B5EF4-FFF2-40B4-BE49-F238E27FC236}">
                <a16:creationId xmlns:a16="http://schemas.microsoft.com/office/drawing/2014/main" id="{028FC5ED-6BDA-4DAA-B7A9-8A9FF41C9350}"/>
              </a:ext>
            </a:extLst>
          </p:cNvPr>
          <p:cNvSpPr>
            <a:spLocks noGrp="1"/>
          </p:cNvSpPr>
          <p:nvPr>
            <p:ph type="body" sz="quarter" idx="18" hasCustomPrompt="1"/>
          </p:nvPr>
        </p:nvSpPr>
        <p:spPr>
          <a:xfrm>
            <a:off x="551384" y="4257232"/>
            <a:ext cx="2880000" cy="1260000"/>
          </a:xfrm>
          <a:solidFill>
            <a:schemeClr val="accent2"/>
          </a:solidFill>
          <a:ln>
            <a:noFill/>
          </a:ln>
        </p:spPr>
        <p:txBody>
          <a:bodyPr lIns="180000" tIns="108000" rIns="180000" bIns="108000" anchor="t" anchorCtr="0"/>
          <a:lstStyle>
            <a:lvl1pPr marL="0" indent="0">
              <a:spcBef>
                <a:spcPts val="800"/>
              </a:spcBef>
              <a:buNone/>
              <a:defRPr sz="2000" b="1">
                <a:solidFill>
                  <a:schemeClr val="bg1"/>
                </a:solidFill>
              </a:defRPr>
            </a:lvl1pPr>
          </a:lstStyle>
          <a:p>
            <a:pPr lvl="0"/>
            <a:r>
              <a:rPr lang="en-CA" noProof="0" dirty="0"/>
              <a:t>Click to add a title</a:t>
            </a:r>
          </a:p>
        </p:txBody>
      </p:sp>
      <p:sp>
        <p:nvSpPr>
          <p:cNvPr id="2" name="Slide Number Placeholder 1"/>
          <p:cNvSpPr>
            <a:spLocks noGrp="1"/>
          </p:cNvSpPr>
          <p:nvPr>
            <p:ph type="sldNum" sz="quarter" idx="10"/>
          </p:nvPr>
        </p:nvSpPr>
        <p:spPr/>
        <p:txBody>
          <a:bodyPr/>
          <a:lstStyle/>
          <a:p>
            <a:fld id="{9F13E4E3-EA9B-4FF8-B6C4-2516ED16E94E}" type="slidenum">
              <a:rPr lang="en-CA" smtClean="0"/>
              <a:t>‹#›</a:t>
            </a:fld>
            <a:endParaRPr lang="en-CA" dirty="0"/>
          </a:p>
        </p:txBody>
      </p:sp>
      <p:sp>
        <p:nvSpPr>
          <p:cNvPr id="4" name="Text Placeholder 3"/>
          <p:cNvSpPr>
            <a:spLocks noGrp="1"/>
          </p:cNvSpPr>
          <p:nvPr>
            <p:ph type="body" sz="quarter" idx="11" hasCustomPrompt="1"/>
          </p:nvPr>
        </p:nvSpPr>
        <p:spPr>
          <a:xfrm>
            <a:off x="551384" y="1412776"/>
            <a:ext cx="2880000" cy="1260000"/>
          </a:xfrm>
          <a:solidFill>
            <a:schemeClr val="accent2"/>
          </a:solidFill>
          <a:ln>
            <a:noFill/>
          </a:ln>
        </p:spPr>
        <p:txBody>
          <a:bodyPr lIns="180000" tIns="108000" rIns="180000" bIns="108000" anchor="t" anchorCtr="0"/>
          <a:lstStyle>
            <a:lvl1pPr marL="0" indent="0">
              <a:spcBef>
                <a:spcPts val="800"/>
              </a:spcBef>
              <a:buNone/>
              <a:defRPr sz="2000" b="1">
                <a:solidFill>
                  <a:schemeClr val="bg1"/>
                </a:solidFill>
              </a:defRPr>
            </a:lvl1pPr>
          </a:lstStyle>
          <a:p>
            <a:pPr lvl="0"/>
            <a:r>
              <a:rPr lang="en-CA" noProof="0" dirty="0"/>
              <a:t>Click to add a title</a:t>
            </a:r>
          </a:p>
        </p:txBody>
      </p:sp>
      <p:sp>
        <p:nvSpPr>
          <p:cNvPr id="6" name="Text Placeholder 3"/>
          <p:cNvSpPr>
            <a:spLocks noGrp="1"/>
          </p:cNvSpPr>
          <p:nvPr>
            <p:ph type="body" sz="quarter" idx="12" hasCustomPrompt="1"/>
          </p:nvPr>
        </p:nvSpPr>
        <p:spPr>
          <a:xfrm>
            <a:off x="551384" y="2835004"/>
            <a:ext cx="2880000" cy="1260000"/>
          </a:xfrm>
          <a:solidFill>
            <a:schemeClr val="accent2"/>
          </a:solidFill>
          <a:ln>
            <a:noFill/>
          </a:ln>
        </p:spPr>
        <p:txBody>
          <a:bodyPr lIns="180000" tIns="108000" rIns="180000" bIns="108000" anchor="t" anchorCtr="0"/>
          <a:lstStyle>
            <a:lvl1pPr marL="0" indent="0">
              <a:spcBef>
                <a:spcPts val="800"/>
              </a:spcBef>
              <a:buNone/>
              <a:defRPr sz="2000" b="1">
                <a:solidFill>
                  <a:schemeClr val="bg1"/>
                </a:solidFill>
              </a:defRPr>
            </a:lvl1pPr>
          </a:lstStyle>
          <a:p>
            <a:pPr lvl="0"/>
            <a:r>
              <a:rPr lang="en-CA" noProof="0" dirty="0"/>
              <a:t>Click to add a title</a:t>
            </a:r>
          </a:p>
        </p:txBody>
      </p:sp>
      <p:sp>
        <p:nvSpPr>
          <p:cNvPr id="5" name="Title 4">
            <a:extLst>
              <a:ext uri="{FF2B5EF4-FFF2-40B4-BE49-F238E27FC236}">
                <a16:creationId xmlns:a16="http://schemas.microsoft.com/office/drawing/2014/main" id="{B30AD4B0-73FA-463A-96F6-892EBCA21EE8}"/>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3" name="Espace réservé du contenu 6">
            <a:extLst>
              <a:ext uri="{FF2B5EF4-FFF2-40B4-BE49-F238E27FC236}">
                <a16:creationId xmlns:a16="http://schemas.microsoft.com/office/drawing/2014/main" id="{B952A902-9FFC-4F89-8D6C-1A2753F6B77C}"/>
              </a:ext>
            </a:extLst>
          </p:cNvPr>
          <p:cNvSpPr>
            <a:spLocks noGrp="1"/>
          </p:cNvSpPr>
          <p:nvPr>
            <p:ph sz="quarter" idx="15" hasCustomPrompt="1"/>
          </p:nvPr>
        </p:nvSpPr>
        <p:spPr>
          <a:xfrm>
            <a:off x="3647384" y="1412776"/>
            <a:ext cx="7992000" cy="1260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5" name="Espace réservé du contenu 6">
            <a:extLst>
              <a:ext uri="{FF2B5EF4-FFF2-40B4-BE49-F238E27FC236}">
                <a16:creationId xmlns:a16="http://schemas.microsoft.com/office/drawing/2014/main" id="{A9C931E4-FE6D-4AB1-8637-714BD16A4235}"/>
              </a:ext>
            </a:extLst>
          </p:cNvPr>
          <p:cNvSpPr>
            <a:spLocks noGrp="1"/>
          </p:cNvSpPr>
          <p:nvPr>
            <p:ph sz="quarter" idx="23" hasCustomPrompt="1"/>
          </p:nvPr>
        </p:nvSpPr>
        <p:spPr>
          <a:xfrm>
            <a:off x="3647384" y="2835004"/>
            <a:ext cx="7992000" cy="1260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6" name="Espace réservé du contenu 6">
            <a:extLst>
              <a:ext uri="{FF2B5EF4-FFF2-40B4-BE49-F238E27FC236}">
                <a16:creationId xmlns:a16="http://schemas.microsoft.com/office/drawing/2014/main" id="{C1489E43-C471-4448-89BD-4636642479A8}"/>
              </a:ext>
            </a:extLst>
          </p:cNvPr>
          <p:cNvSpPr>
            <a:spLocks noGrp="1"/>
          </p:cNvSpPr>
          <p:nvPr>
            <p:ph sz="quarter" idx="24" hasCustomPrompt="1"/>
          </p:nvPr>
        </p:nvSpPr>
        <p:spPr>
          <a:xfrm>
            <a:off x="3647384" y="4257232"/>
            <a:ext cx="7992000" cy="1260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8" name="Text Placeholder 2">
            <a:extLst>
              <a:ext uri="{FF2B5EF4-FFF2-40B4-BE49-F238E27FC236}">
                <a16:creationId xmlns:a16="http://schemas.microsoft.com/office/drawing/2014/main" id="{80218F61-38BE-47AC-A5A3-97099FEF1E18}"/>
              </a:ext>
            </a:extLst>
          </p:cNvPr>
          <p:cNvSpPr>
            <a:spLocks noGrp="1"/>
          </p:cNvSpPr>
          <p:nvPr>
            <p:ph type="body" sz="quarter" idx="25"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9" name="Text Placeholder 9">
            <a:extLst>
              <a:ext uri="{FF2B5EF4-FFF2-40B4-BE49-F238E27FC236}">
                <a16:creationId xmlns:a16="http://schemas.microsoft.com/office/drawing/2014/main" id="{6941EA65-0981-42EC-929A-B9AA20B1663C}"/>
              </a:ext>
            </a:extLst>
          </p:cNvPr>
          <p:cNvSpPr>
            <a:spLocks noGrp="1"/>
          </p:cNvSpPr>
          <p:nvPr>
            <p:ph type="body" sz="quarter" idx="26"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14" name="Text Placeholder 5">
            <a:extLst>
              <a:ext uri="{FF2B5EF4-FFF2-40B4-BE49-F238E27FC236}">
                <a16:creationId xmlns:a16="http://schemas.microsoft.com/office/drawing/2014/main" id="{C9A3831D-32FD-4BC0-9B0F-0BDC5FFDA739}"/>
              </a:ext>
            </a:extLst>
          </p:cNvPr>
          <p:cNvSpPr>
            <a:spLocks noGrp="1"/>
          </p:cNvSpPr>
          <p:nvPr>
            <p:ph type="body" sz="quarter" idx="17" hasCustomPrompt="1"/>
          </p:nvPr>
        </p:nvSpPr>
        <p:spPr>
          <a:xfrm>
            <a:off x="551384" y="5910101"/>
            <a:ext cx="11088000" cy="399219"/>
          </a:xfrm>
          <a:solidFill>
            <a:schemeClr val="tx2"/>
          </a:solidFill>
        </p:spPr>
        <p:txBody>
          <a:bodyPr lIns="180000" tIns="75600" rIns="180000" bIns="75600" anchor="b">
            <a:spAutoFit/>
          </a:bodyPr>
          <a:lstStyle>
            <a:lvl1pPr algn="ctr">
              <a:lnSpc>
                <a:spcPct val="89000"/>
              </a:lnSpc>
              <a:spcBef>
                <a:spcPts val="600"/>
              </a:spcBef>
              <a:buNone/>
              <a:defRPr sz="1800" b="1">
                <a:solidFill>
                  <a:schemeClr val="bg1"/>
                </a:solidFill>
              </a:defRPr>
            </a:lvl1pPr>
          </a:lstStyle>
          <a:p>
            <a:pPr lvl="0"/>
            <a:r>
              <a:rPr lang="en-CA" dirty="0"/>
              <a:t>Message box</a:t>
            </a:r>
          </a:p>
        </p:txBody>
      </p:sp>
    </p:spTree>
    <p:extLst>
      <p:ext uri="{BB962C8B-B14F-4D97-AF65-F5344CB8AC3E}">
        <p14:creationId xmlns:p14="http://schemas.microsoft.com/office/powerpoint/2010/main" val="2661027182"/>
      </p:ext>
    </p:extLst>
  </p:cSld>
  <p:clrMapOvr>
    <a:masterClrMapping/>
  </p:clrMapOvr>
  <p:transition spd="med">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Quadrants and tiles">
    <p:bg>
      <p:bgPr>
        <a:solidFill>
          <a:schemeClr val="tx1"/>
        </a:solidFill>
        <a:effectLst/>
      </p:bgPr>
    </p:bg>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4CDBD09A-C850-4625-902E-40D490228FC5}"/>
              </a:ext>
            </a:extLst>
          </p:cNvPr>
          <p:cNvSpPr txBox="1"/>
          <p:nvPr userDrawn="1"/>
        </p:nvSpPr>
        <p:spPr>
          <a:xfrm>
            <a:off x="2" y="2397949"/>
            <a:ext cx="12191999" cy="2062103"/>
          </a:xfrm>
          <a:prstGeom prst="rect">
            <a:avLst/>
          </a:prstGeom>
          <a:noFill/>
        </p:spPr>
        <p:txBody>
          <a:bodyPr wrap="square" lIns="337500" rIns="337500" rtlCol="0" anchor="ctr" anchorCtr="0">
            <a:spAutoFit/>
          </a:bodyPr>
          <a:lstStyle/>
          <a:p>
            <a:pPr algn="ctr"/>
            <a:r>
              <a:rPr lang="en-CA" sz="8800" b="1" i="0" noProof="0" dirty="0">
                <a:solidFill>
                  <a:schemeClr val="bg1"/>
                </a:solidFill>
                <a:latin typeface="+mj-lt"/>
              </a:rPr>
              <a:t>Quadrants and tiles</a:t>
            </a:r>
            <a:endParaRPr lang="en-CA" sz="2000" b="1" i="1" kern="1200" noProof="0" dirty="0">
              <a:solidFill>
                <a:schemeClr val="bg1"/>
              </a:solidFill>
              <a:latin typeface="+mj-lt"/>
              <a:ea typeface="+mn-ea"/>
              <a:cs typeface="+mn-cs"/>
            </a:endParaRPr>
          </a:p>
          <a:p>
            <a:pPr marL="0" marR="0" lvl="0" indent="0" algn="ctr" defTabSz="913614" rtl="0" eaLnBrk="1" fontAlgn="base" latinLnBrk="0" hangingPunct="1">
              <a:lnSpc>
                <a:spcPct val="100000"/>
              </a:lnSpc>
              <a:spcBef>
                <a:spcPct val="0"/>
              </a:spcBef>
              <a:spcAft>
                <a:spcPct val="0"/>
              </a:spcAft>
              <a:buClrTx/>
              <a:buSzTx/>
              <a:buFontTx/>
              <a:buNone/>
              <a:tabLst/>
              <a:defRPr/>
            </a:pPr>
            <a:endParaRPr lang="en-CA" sz="2000" i="1" kern="1200" noProof="0" dirty="0">
              <a:solidFill>
                <a:schemeClr val="bg1"/>
              </a:solidFill>
              <a:latin typeface="+mj-lt"/>
              <a:ea typeface="+mn-ea"/>
              <a:cs typeface="+mn-cs"/>
            </a:endParaRPr>
          </a:p>
          <a:p>
            <a:pPr marL="0" marR="0" lvl="0" indent="0" algn="ctr" defTabSz="913614" rtl="0" eaLnBrk="1" fontAlgn="base" latinLnBrk="0" hangingPunct="1">
              <a:lnSpc>
                <a:spcPct val="100000"/>
              </a:lnSpc>
              <a:spcBef>
                <a:spcPct val="0"/>
              </a:spcBef>
              <a:spcAft>
                <a:spcPct val="0"/>
              </a:spcAft>
              <a:buClrTx/>
              <a:buSzTx/>
              <a:buFontTx/>
              <a:buNone/>
              <a:tabLst/>
              <a:defRPr/>
            </a:pPr>
            <a:r>
              <a:rPr lang="en-CA" sz="2000" i="1" kern="1200" noProof="0" dirty="0">
                <a:solidFill>
                  <a:schemeClr val="bg1"/>
                </a:solidFill>
                <a:latin typeface="+mj-lt"/>
                <a:ea typeface="+mn-ea"/>
                <a:cs typeface="+mn-cs"/>
              </a:rPr>
              <a:t>- Never use this page in your presentation -</a:t>
            </a:r>
          </a:p>
        </p:txBody>
      </p:sp>
    </p:spTree>
    <p:extLst>
      <p:ext uri="{BB962C8B-B14F-4D97-AF65-F5344CB8AC3E}">
        <p14:creationId xmlns:p14="http://schemas.microsoft.com/office/powerpoint/2010/main" val="2384181575"/>
      </p:ext>
    </p:extLst>
  </p:cSld>
  <p:clrMapOvr>
    <a:masterClrMapping/>
  </p:clrMapOvr>
  <p:transition spd="med">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4 blocks">
    <p:spTree>
      <p:nvGrpSpPr>
        <p:cNvPr id="1" name=""/>
        <p:cNvGrpSpPr/>
        <p:nvPr/>
      </p:nvGrpSpPr>
      <p:grpSpPr>
        <a:xfrm>
          <a:off x="0" y="0"/>
          <a:ext cx="0" cy="0"/>
          <a:chOff x="0" y="0"/>
          <a:chExt cx="0" cy="0"/>
        </a:xfrm>
      </p:grpSpPr>
      <p:sp>
        <p:nvSpPr>
          <p:cNvPr id="7" name="Espace réservé du contenu 6">
            <a:extLst>
              <a:ext uri="{FF2B5EF4-FFF2-40B4-BE49-F238E27FC236}">
                <a16:creationId xmlns:a16="http://schemas.microsoft.com/office/drawing/2014/main" id="{AAFFEBE9-DCC1-439C-B328-E8D943D04428}"/>
              </a:ext>
            </a:extLst>
          </p:cNvPr>
          <p:cNvSpPr>
            <a:spLocks noGrp="1"/>
          </p:cNvSpPr>
          <p:nvPr>
            <p:ph sz="quarter" idx="16" hasCustomPrompt="1"/>
          </p:nvPr>
        </p:nvSpPr>
        <p:spPr>
          <a:xfrm>
            <a:off x="6239384" y="1412775"/>
            <a:ext cx="5400000" cy="2304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8" name="Espace réservé du contenu 6">
            <a:extLst>
              <a:ext uri="{FF2B5EF4-FFF2-40B4-BE49-F238E27FC236}">
                <a16:creationId xmlns:a16="http://schemas.microsoft.com/office/drawing/2014/main" id="{6B7B5527-E68B-4979-AC84-112D0A8C0457}"/>
              </a:ext>
            </a:extLst>
          </p:cNvPr>
          <p:cNvSpPr>
            <a:spLocks noGrp="1"/>
          </p:cNvSpPr>
          <p:nvPr>
            <p:ph sz="quarter" idx="15" hasCustomPrompt="1"/>
          </p:nvPr>
        </p:nvSpPr>
        <p:spPr>
          <a:xfrm>
            <a:off x="551384" y="1412775"/>
            <a:ext cx="5400000" cy="2304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2" name="Slide Number Placeholder 1"/>
          <p:cNvSpPr>
            <a:spLocks noGrp="1"/>
          </p:cNvSpPr>
          <p:nvPr>
            <p:ph type="sldNum" sz="quarter" idx="14"/>
          </p:nvPr>
        </p:nvSpPr>
        <p:spPr/>
        <p:txBody>
          <a:bodyPr/>
          <a:lstStyle/>
          <a:p>
            <a:fld id="{9F13E4E3-EA9B-4FF8-B6C4-2516ED16E94E}" type="slidenum">
              <a:rPr lang="en-CA" smtClean="0"/>
              <a:t>‹#›</a:t>
            </a:fld>
            <a:endParaRPr lang="en-CA" dirty="0"/>
          </a:p>
        </p:txBody>
      </p:sp>
      <p:sp>
        <p:nvSpPr>
          <p:cNvPr id="3" name="Titre 2">
            <a:extLst>
              <a:ext uri="{FF2B5EF4-FFF2-40B4-BE49-F238E27FC236}">
                <a16:creationId xmlns:a16="http://schemas.microsoft.com/office/drawing/2014/main" id="{170D4ACE-48AA-42B5-8D59-7FAD0CBBCFC8}"/>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1" name="Text Placeholder 2">
            <a:extLst>
              <a:ext uri="{FF2B5EF4-FFF2-40B4-BE49-F238E27FC236}">
                <a16:creationId xmlns:a16="http://schemas.microsoft.com/office/drawing/2014/main" id="{875F9236-9C19-4400-958D-0F544695EAD9}"/>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3" name="Text Placeholder 9">
            <a:extLst>
              <a:ext uri="{FF2B5EF4-FFF2-40B4-BE49-F238E27FC236}">
                <a16:creationId xmlns:a16="http://schemas.microsoft.com/office/drawing/2014/main" id="{CF3E70B2-E0AA-42B0-A154-681ABBEBE20D}"/>
              </a:ext>
            </a:extLst>
          </p:cNvPr>
          <p:cNvSpPr>
            <a:spLocks noGrp="1"/>
          </p:cNvSpPr>
          <p:nvPr>
            <p:ph type="body" sz="quarter" idx="18"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12" name="Espace réservé du contenu 6">
            <a:extLst>
              <a:ext uri="{FF2B5EF4-FFF2-40B4-BE49-F238E27FC236}">
                <a16:creationId xmlns:a16="http://schemas.microsoft.com/office/drawing/2014/main" id="{2222D6DA-C53A-4D6F-89E1-EC75B8ACDA58}"/>
              </a:ext>
            </a:extLst>
          </p:cNvPr>
          <p:cNvSpPr>
            <a:spLocks noGrp="1"/>
          </p:cNvSpPr>
          <p:nvPr>
            <p:ph sz="quarter" idx="19" hasCustomPrompt="1"/>
          </p:nvPr>
        </p:nvSpPr>
        <p:spPr>
          <a:xfrm>
            <a:off x="6239384" y="4005064"/>
            <a:ext cx="5400000" cy="2304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4" name="Espace réservé du contenu 6">
            <a:extLst>
              <a:ext uri="{FF2B5EF4-FFF2-40B4-BE49-F238E27FC236}">
                <a16:creationId xmlns:a16="http://schemas.microsoft.com/office/drawing/2014/main" id="{D54DA3EA-3F4D-49DA-8E59-0D38CE3E94E2}"/>
              </a:ext>
            </a:extLst>
          </p:cNvPr>
          <p:cNvSpPr>
            <a:spLocks noGrp="1"/>
          </p:cNvSpPr>
          <p:nvPr>
            <p:ph sz="quarter" idx="20" hasCustomPrompt="1"/>
          </p:nvPr>
        </p:nvSpPr>
        <p:spPr>
          <a:xfrm>
            <a:off x="551384" y="4005064"/>
            <a:ext cx="5400000" cy="2304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Tree>
    <p:extLst>
      <p:ext uri="{BB962C8B-B14F-4D97-AF65-F5344CB8AC3E}">
        <p14:creationId xmlns:p14="http://schemas.microsoft.com/office/powerpoint/2010/main" val="1886100645"/>
      </p:ext>
    </p:extLst>
  </p:cSld>
  <p:clrMapOvr>
    <a:masterClrMapping/>
  </p:clrMapOvr>
  <p:transition spd="med">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 blocks + message box">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9F13E4E3-EA9B-4FF8-B6C4-2516ED16E94E}" type="slidenum">
              <a:rPr lang="en-CA" smtClean="0"/>
              <a:t>‹#›</a:t>
            </a:fld>
            <a:endParaRPr lang="en-CA" dirty="0"/>
          </a:p>
        </p:txBody>
      </p:sp>
      <p:sp>
        <p:nvSpPr>
          <p:cNvPr id="3" name="Titre 2">
            <a:extLst>
              <a:ext uri="{FF2B5EF4-FFF2-40B4-BE49-F238E27FC236}">
                <a16:creationId xmlns:a16="http://schemas.microsoft.com/office/drawing/2014/main" id="{170D4ACE-48AA-42B5-8D59-7FAD0CBBCFC8}"/>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1" name="Text Placeholder 2">
            <a:extLst>
              <a:ext uri="{FF2B5EF4-FFF2-40B4-BE49-F238E27FC236}">
                <a16:creationId xmlns:a16="http://schemas.microsoft.com/office/drawing/2014/main" id="{875F9236-9C19-4400-958D-0F544695EAD9}"/>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3" name="Text Placeholder 9">
            <a:extLst>
              <a:ext uri="{FF2B5EF4-FFF2-40B4-BE49-F238E27FC236}">
                <a16:creationId xmlns:a16="http://schemas.microsoft.com/office/drawing/2014/main" id="{CF3E70B2-E0AA-42B0-A154-681ABBEBE20D}"/>
              </a:ext>
            </a:extLst>
          </p:cNvPr>
          <p:cNvSpPr>
            <a:spLocks noGrp="1"/>
          </p:cNvSpPr>
          <p:nvPr>
            <p:ph type="body" sz="quarter" idx="18"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10" name="Text Placeholder 5">
            <a:extLst>
              <a:ext uri="{FF2B5EF4-FFF2-40B4-BE49-F238E27FC236}">
                <a16:creationId xmlns:a16="http://schemas.microsoft.com/office/drawing/2014/main" id="{A5828A15-2E64-45B3-9A99-9ECB7F15C80E}"/>
              </a:ext>
            </a:extLst>
          </p:cNvPr>
          <p:cNvSpPr>
            <a:spLocks noGrp="1"/>
          </p:cNvSpPr>
          <p:nvPr>
            <p:ph type="body" sz="quarter" idx="17" hasCustomPrompt="1"/>
          </p:nvPr>
        </p:nvSpPr>
        <p:spPr>
          <a:xfrm>
            <a:off x="551384" y="5910101"/>
            <a:ext cx="11088000" cy="399219"/>
          </a:xfrm>
          <a:solidFill>
            <a:schemeClr val="tx2"/>
          </a:solidFill>
        </p:spPr>
        <p:txBody>
          <a:bodyPr lIns="180000" tIns="75600" rIns="180000" bIns="75600" anchor="b">
            <a:spAutoFit/>
          </a:bodyPr>
          <a:lstStyle>
            <a:lvl1pPr algn="ctr">
              <a:lnSpc>
                <a:spcPct val="89000"/>
              </a:lnSpc>
              <a:spcBef>
                <a:spcPts val="600"/>
              </a:spcBef>
              <a:buNone/>
              <a:defRPr sz="1800" b="1">
                <a:solidFill>
                  <a:schemeClr val="bg1"/>
                </a:solidFill>
              </a:defRPr>
            </a:lvl1pPr>
          </a:lstStyle>
          <a:p>
            <a:pPr lvl="0"/>
            <a:r>
              <a:rPr lang="en-CA" dirty="0"/>
              <a:t>Message box</a:t>
            </a:r>
          </a:p>
        </p:txBody>
      </p:sp>
      <p:sp>
        <p:nvSpPr>
          <p:cNvPr id="16" name="Espace réservé du contenu 6">
            <a:extLst>
              <a:ext uri="{FF2B5EF4-FFF2-40B4-BE49-F238E27FC236}">
                <a16:creationId xmlns:a16="http://schemas.microsoft.com/office/drawing/2014/main" id="{5A3414FE-695D-4A2D-9C4D-BDB77DED0ED7}"/>
              </a:ext>
            </a:extLst>
          </p:cNvPr>
          <p:cNvSpPr>
            <a:spLocks noGrp="1"/>
          </p:cNvSpPr>
          <p:nvPr>
            <p:ph sz="quarter" idx="16" hasCustomPrompt="1"/>
          </p:nvPr>
        </p:nvSpPr>
        <p:spPr>
          <a:xfrm>
            <a:off x="6239384" y="1412775"/>
            <a:ext cx="5400000" cy="1908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7" name="Espace réservé du contenu 6">
            <a:extLst>
              <a:ext uri="{FF2B5EF4-FFF2-40B4-BE49-F238E27FC236}">
                <a16:creationId xmlns:a16="http://schemas.microsoft.com/office/drawing/2014/main" id="{B227093F-3B7C-4A0E-8917-22C2794D0F0C}"/>
              </a:ext>
            </a:extLst>
          </p:cNvPr>
          <p:cNvSpPr>
            <a:spLocks noGrp="1"/>
          </p:cNvSpPr>
          <p:nvPr>
            <p:ph sz="quarter" idx="15" hasCustomPrompt="1"/>
          </p:nvPr>
        </p:nvSpPr>
        <p:spPr>
          <a:xfrm>
            <a:off x="551384" y="1412775"/>
            <a:ext cx="5400000" cy="1908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8" name="Espace réservé du contenu 6">
            <a:extLst>
              <a:ext uri="{FF2B5EF4-FFF2-40B4-BE49-F238E27FC236}">
                <a16:creationId xmlns:a16="http://schemas.microsoft.com/office/drawing/2014/main" id="{586A119A-3060-4DD7-86FB-786FD8BA0CED}"/>
              </a:ext>
            </a:extLst>
          </p:cNvPr>
          <p:cNvSpPr>
            <a:spLocks noGrp="1"/>
          </p:cNvSpPr>
          <p:nvPr>
            <p:ph sz="quarter" idx="19" hasCustomPrompt="1"/>
          </p:nvPr>
        </p:nvSpPr>
        <p:spPr>
          <a:xfrm>
            <a:off x="6239384" y="3609232"/>
            <a:ext cx="5400000" cy="1908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9" name="Espace réservé du contenu 6">
            <a:extLst>
              <a:ext uri="{FF2B5EF4-FFF2-40B4-BE49-F238E27FC236}">
                <a16:creationId xmlns:a16="http://schemas.microsoft.com/office/drawing/2014/main" id="{A48F1CDA-88E1-40B5-A923-B5094136DCF6}"/>
              </a:ext>
            </a:extLst>
          </p:cNvPr>
          <p:cNvSpPr>
            <a:spLocks noGrp="1"/>
          </p:cNvSpPr>
          <p:nvPr>
            <p:ph sz="quarter" idx="21" hasCustomPrompt="1"/>
          </p:nvPr>
        </p:nvSpPr>
        <p:spPr>
          <a:xfrm>
            <a:off x="551384" y="3609232"/>
            <a:ext cx="5400000" cy="1908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Tree>
    <p:extLst>
      <p:ext uri="{BB962C8B-B14F-4D97-AF65-F5344CB8AC3E}">
        <p14:creationId xmlns:p14="http://schemas.microsoft.com/office/powerpoint/2010/main" val="1661114099"/>
      </p:ext>
    </p:extLst>
  </p:cSld>
  <p:clrMapOvr>
    <a:masterClrMapping/>
  </p:clrMapOvr>
  <p:transition spd="med">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4 blocks + title">
    <p:spTree>
      <p:nvGrpSpPr>
        <p:cNvPr id="1" name=""/>
        <p:cNvGrpSpPr/>
        <p:nvPr/>
      </p:nvGrpSpPr>
      <p:grpSpPr>
        <a:xfrm>
          <a:off x="0" y="0"/>
          <a:ext cx="0" cy="0"/>
          <a:chOff x="0" y="0"/>
          <a:chExt cx="0" cy="0"/>
        </a:xfrm>
      </p:grpSpPr>
      <p:sp>
        <p:nvSpPr>
          <p:cNvPr id="7" name="Espace réservé du contenu 6">
            <a:extLst>
              <a:ext uri="{FF2B5EF4-FFF2-40B4-BE49-F238E27FC236}">
                <a16:creationId xmlns:a16="http://schemas.microsoft.com/office/drawing/2014/main" id="{AAFFEBE9-DCC1-439C-B328-E8D943D04428}"/>
              </a:ext>
            </a:extLst>
          </p:cNvPr>
          <p:cNvSpPr>
            <a:spLocks noGrp="1"/>
          </p:cNvSpPr>
          <p:nvPr>
            <p:ph sz="quarter" idx="16" hasCustomPrompt="1"/>
          </p:nvPr>
        </p:nvSpPr>
        <p:spPr>
          <a:xfrm>
            <a:off x="6239384" y="1916831"/>
            <a:ext cx="5400000" cy="1799943"/>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8" name="Espace réservé du contenu 6">
            <a:extLst>
              <a:ext uri="{FF2B5EF4-FFF2-40B4-BE49-F238E27FC236}">
                <a16:creationId xmlns:a16="http://schemas.microsoft.com/office/drawing/2014/main" id="{6B7B5527-E68B-4979-AC84-112D0A8C0457}"/>
              </a:ext>
            </a:extLst>
          </p:cNvPr>
          <p:cNvSpPr>
            <a:spLocks noGrp="1"/>
          </p:cNvSpPr>
          <p:nvPr>
            <p:ph sz="quarter" idx="15" hasCustomPrompt="1"/>
          </p:nvPr>
        </p:nvSpPr>
        <p:spPr>
          <a:xfrm>
            <a:off x="551384" y="1916831"/>
            <a:ext cx="5400000" cy="1799943"/>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2" name="Slide Number Placeholder 1"/>
          <p:cNvSpPr>
            <a:spLocks noGrp="1"/>
          </p:cNvSpPr>
          <p:nvPr>
            <p:ph type="sldNum" sz="quarter" idx="14"/>
          </p:nvPr>
        </p:nvSpPr>
        <p:spPr/>
        <p:txBody>
          <a:bodyPr/>
          <a:lstStyle/>
          <a:p>
            <a:fld id="{9F13E4E3-EA9B-4FF8-B6C4-2516ED16E94E}" type="slidenum">
              <a:rPr lang="en-CA" smtClean="0"/>
              <a:t>‹#›</a:t>
            </a:fld>
            <a:endParaRPr lang="en-CA" dirty="0"/>
          </a:p>
        </p:txBody>
      </p:sp>
      <p:sp>
        <p:nvSpPr>
          <p:cNvPr id="3" name="Titre 2">
            <a:extLst>
              <a:ext uri="{FF2B5EF4-FFF2-40B4-BE49-F238E27FC236}">
                <a16:creationId xmlns:a16="http://schemas.microsoft.com/office/drawing/2014/main" id="{170D4ACE-48AA-42B5-8D59-7FAD0CBBCFC8}"/>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1" name="Text Placeholder 2">
            <a:extLst>
              <a:ext uri="{FF2B5EF4-FFF2-40B4-BE49-F238E27FC236}">
                <a16:creationId xmlns:a16="http://schemas.microsoft.com/office/drawing/2014/main" id="{875F9236-9C19-4400-958D-0F544695EAD9}"/>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3" name="Text Placeholder 9">
            <a:extLst>
              <a:ext uri="{FF2B5EF4-FFF2-40B4-BE49-F238E27FC236}">
                <a16:creationId xmlns:a16="http://schemas.microsoft.com/office/drawing/2014/main" id="{CF3E70B2-E0AA-42B0-A154-681ABBEBE20D}"/>
              </a:ext>
            </a:extLst>
          </p:cNvPr>
          <p:cNvSpPr>
            <a:spLocks noGrp="1"/>
          </p:cNvSpPr>
          <p:nvPr>
            <p:ph type="body" sz="quarter" idx="18"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12" name="Espace réservé du contenu 6">
            <a:extLst>
              <a:ext uri="{FF2B5EF4-FFF2-40B4-BE49-F238E27FC236}">
                <a16:creationId xmlns:a16="http://schemas.microsoft.com/office/drawing/2014/main" id="{2222D6DA-C53A-4D6F-89E1-EC75B8ACDA58}"/>
              </a:ext>
            </a:extLst>
          </p:cNvPr>
          <p:cNvSpPr>
            <a:spLocks noGrp="1"/>
          </p:cNvSpPr>
          <p:nvPr>
            <p:ph sz="quarter" idx="19" hasCustomPrompt="1"/>
          </p:nvPr>
        </p:nvSpPr>
        <p:spPr>
          <a:xfrm>
            <a:off x="6239384" y="4509120"/>
            <a:ext cx="5400000" cy="1799943"/>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4" name="Espace réservé du contenu 6">
            <a:extLst>
              <a:ext uri="{FF2B5EF4-FFF2-40B4-BE49-F238E27FC236}">
                <a16:creationId xmlns:a16="http://schemas.microsoft.com/office/drawing/2014/main" id="{D54DA3EA-3F4D-49DA-8E59-0D38CE3E94E2}"/>
              </a:ext>
            </a:extLst>
          </p:cNvPr>
          <p:cNvSpPr>
            <a:spLocks noGrp="1"/>
          </p:cNvSpPr>
          <p:nvPr>
            <p:ph sz="quarter" idx="20" hasCustomPrompt="1"/>
          </p:nvPr>
        </p:nvSpPr>
        <p:spPr>
          <a:xfrm>
            <a:off x="551384" y="4509120"/>
            <a:ext cx="5400000" cy="1799943"/>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0" name="Text Placeholder 3">
            <a:extLst>
              <a:ext uri="{FF2B5EF4-FFF2-40B4-BE49-F238E27FC236}">
                <a16:creationId xmlns:a16="http://schemas.microsoft.com/office/drawing/2014/main" id="{FE0F4AF6-BC4D-494D-B60B-69BC98D9E7DD}"/>
              </a:ext>
            </a:extLst>
          </p:cNvPr>
          <p:cNvSpPr>
            <a:spLocks noGrp="1"/>
          </p:cNvSpPr>
          <p:nvPr>
            <p:ph type="body" sz="quarter" idx="11" hasCustomPrompt="1"/>
          </p:nvPr>
        </p:nvSpPr>
        <p:spPr>
          <a:xfrm>
            <a:off x="551384" y="1412775"/>
            <a:ext cx="5400000" cy="432000"/>
          </a:xfrm>
          <a:solidFill>
            <a:schemeClr val="accent2"/>
          </a:solidFill>
          <a:ln>
            <a:noFill/>
          </a:ln>
        </p:spPr>
        <p:txBody>
          <a:bodyPr lIns="180000" tIns="0" rIns="180000" bIns="0" anchor="ctr" anchorCtr="0"/>
          <a:lstStyle>
            <a:lvl1pPr marL="0" indent="0" algn="ctr">
              <a:lnSpc>
                <a:spcPct val="89000"/>
              </a:lnSpc>
              <a:spcBef>
                <a:spcPts val="0"/>
              </a:spcBef>
              <a:buNone/>
              <a:defRPr sz="1800" b="1">
                <a:solidFill>
                  <a:schemeClr val="bg1"/>
                </a:solidFill>
              </a:defRPr>
            </a:lvl1pPr>
          </a:lstStyle>
          <a:p>
            <a:pPr lvl="0"/>
            <a:r>
              <a:rPr lang="en-CA" noProof="0" dirty="0"/>
              <a:t>Click to add a title</a:t>
            </a:r>
          </a:p>
        </p:txBody>
      </p:sp>
      <p:sp>
        <p:nvSpPr>
          <p:cNvPr id="15" name="Text Placeholder 3">
            <a:extLst>
              <a:ext uri="{FF2B5EF4-FFF2-40B4-BE49-F238E27FC236}">
                <a16:creationId xmlns:a16="http://schemas.microsoft.com/office/drawing/2014/main" id="{8B17962B-6542-48E4-93B5-61D2DE380682}"/>
              </a:ext>
            </a:extLst>
          </p:cNvPr>
          <p:cNvSpPr>
            <a:spLocks noGrp="1"/>
          </p:cNvSpPr>
          <p:nvPr>
            <p:ph type="body" sz="quarter" idx="17" hasCustomPrompt="1"/>
          </p:nvPr>
        </p:nvSpPr>
        <p:spPr>
          <a:xfrm>
            <a:off x="6239384" y="1412775"/>
            <a:ext cx="5400000" cy="432000"/>
          </a:xfrm>
          <a:solidFill>
            <a:schemeClr val="accent2"/>
          </a:solidFill>
          <a:ln>
            <a:noFill/>
          </a:ln>
        </p:spPr>
        <p:txBody>
          <a:bodyPr lIns="180000" tIns="0" rIns="180000" bIns="0" anchor="ctr" anchorCtr="0"/>
          <a:lstStyle>
            <a:lvl1pPr marL="0" marR="0" indent="0" algn="ctr" defTabSz="612019" rtl="0" eaLnBrk="1" fontAlgn="base" latinLnBrk="0" hangingPunct="1">
              <a:lnSpc>
                <a:spcPct val="89000"/>
              </a:lnSpc>
              <a:spcBef>
                <a:spcPts val="0"/>
              </a:spcBef>
              <a:spcAft>
                <a:spcPts val="0"/>
              </a:spcAft>
              <a:buClr>
                <a:schemeClr val="accent1"/>
              </a:buClr>
              <a:buSzTx/>
              <a:buFont typeface="Wingdings" charset="2"/>
              <a:buNone/>
              <a:tabLst/>
              <a:defRPr sz="1800" b="1">
                <a:solidFill>
                  <a:schemeClr val="bg1"/>
                </a:solidFill>
              </a:defRPr>
            </a:lvl1pPr>
          </a:lstStyle>
          <a:p>
            <a:pPr lvl="0"/>
            <a:r>
              <a:rPr lang="en-CA" noProof="0" dirty="0"/>
              <a:t>Click to add a title</a:t>
            </a:r>
          </a:p>
        </p:txBody>
      </p:sp>
      <p:sp>
        <p:nvSpPr>
          <p:cNvPr id="16" name="Text Placeholder 3">
            <a:extLst>
              <a:ext uri="{FF2B5EF4-FFF2-40B4-BE49-F238E27FC236}">
                <a16:creationId xmlns:a16="http://schemas.microsoft.com/office/drawing/2014/main" id="{420A28EF-6300-43F1-ACAA-9811F5268F8B}"/>
              </a:ext>
            </a:extLst>
          </p:cNvPr>
          <p:cNvSpPr>
            <a:spLocks noGrp="1"/>
          </p:cNvSpPr>
          <p:nvPr>
            <p:ph type="body" sz="quarter" idx="21" hasCustomPrompt="1"/>
          </p:nvPr>
        </p:nvSpPr>
        <p:spPr>
          <a:xfrm>
            <a:off x="551384" y="4005112"/>
            <a:ext cx="5400000" cy="432000"/>
          </a:xfrm>
          <a:solidFill>
            <a:schemeClr val="accent2"/>
          </a:solidFill>
          <a:ln>
            <a:noFill/>
          </a:ln>
        </p:spPr>
        <p:txBody>
          <a:bodyPr lIns="180000" tIns="0" rIns="180000" bIns="0" anchor="ctr" anchorCtr="0"/>
          <a:lstStyle>
            <a:lvl1pPr marL="0" indent="0" algn="ctr">
              <a:lnSpc>
                <a:spcPct val="89000"/>
              </a:lnSpc>
              <a:spcBef>
                <a:spcPts val="0"/>
              </a:spcBef>
              <a:buNone/>
              <a:defRPr sz="1800" b="1">
                <a:solidFill>
                  <a:schemeClr val="bg1"/>
                </a:solidFill>
              </a:defRPr>
            </a:lvl1pPr>
          </a:lstStyle>
          <a:p>
            <a:pPr lvl="0"/>
            <a:r>
              <a:rPr lang="en-CA" noProof="0" dirty="0"/>
              <a:t>Click to add a title</a:t>
            </a:r>
          </a:p>
        </p:txBody>
      </p:sp>
      <p:sp>
        <p:nvSpPr>
          <p:cNvPr id="17" name="Text Placeholder 3">
            <a:extLst>
              <a:ext uri="{FF2B5EF4-FFF2-40B4-BE49-F238E27FC236}">
                <a16:creationId xmlns:a16="http://schemas.microsoft.com/office/drawing/2014/main" id="{CAFE6FD3-BF1C-40BA-81E6-69C364E50F51}"/>
              </a:ext>
            </a:extLst>
          </p:cNvPr>
          <p:cNvSpPr>
            <a:spLocks noGrp="1"/>
          </p:cNvSpPr>
          <p:nvPr>
            <p:ph type="body" sz="quarter" idx="22" hasCustomPrompt="1"/>
          </p:nvPr>
        </p:nvSpPr>
        <p:spPr>
          <a:xfrm>
            <a:off x="6239384" y="4005112"/>
            <a:ext cx="5400000" cy="432000"/>
          </a:xfrm>
          <a:solidFill>
            <a:schemeClr val="accent2"/>
          </a:solidFill>
          <a:ln>
            <a:noFill/>
          </a:ln>
        </p:spPr>
        <p:txBody>
          <a:bodyPr lIns="180000" tIns="0" rIns="180000" bIns="0" anchor="ctr" anchorCtr="0"/>
          <a:lstStyle>
            <a:lvl1pPr marL="0" marR="0" indent="0" algn="ctr" defTabSz="612019" rtl="0" eaLnBrk="1" fontAlgn="base" latinLnBrk="0" hangingPunct="1">
              <a:lnSpc>
                <a:spcPct val="89000"/>
              </a:lnSpc>
              <a:spcBef>
                <a:spcPts val="0"/>
              </a:spcBef>
              <a:spcAft>
                <a:spcPts val="0"/>
              </a:spcAft>
              <a:buClr>
                <a:schemeClr val="accent1"/>
              </a:buClr>
              <a:buSzTx/>
              <a:buFont typeface="Wingdings" charset="2"/>
              <a:buNone/>
              <a:tabLst/>
              <a:defRPr sz="1800" b="1">
                <a:solidFill>
                  <a:schemeClr val="bg1"/>
                </a:solidFill>
              </a:defRPr>
            </a:lvl1pPr>
          </a:lstStyle>
          <a:p>
            <a:pPr lvl="0"/>
            <a:r>
              <a:rPr lang="en-CA" noProof="0" dirty="0"/>
              <a:t>Click to add a title</a:t>
            </a:r>
          </a:p>
        </p:txBody>
      </p:sp>
    </p:spTree>
    <p:extLst>
      <p:ext uri="{BB962C8B-B14F-4D97-AF65-F5344CB8AC3E}">
        <p14:creationId xmlns:p14="http://schemas.microsoft.com/office/powerpoint/2010/main" val="926985746"/>
      </p:ext>
    </p:extLst>
  </p:cSld>
  <p:clrMapOvr>
    <a:masterClrMapping/>
  </p:clrMapOvr>
  <p:transition spd="med">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4 blocks + title + message box">
    <p:spTree>
      <p:nvGrpSpPr>
        <p:cNvPr id="1" name=""/>
        <p:cNvGrpSpPr/>
        <p:nvPr/>
      </p:nvGrpSpPr>
      <p:grpSpPr>
        <a:xfrm>
          <a:off x="0" y="0"/>
          <a:ext cx="0" cy="0"/>
          <a:chOff x="0" y="0"/>
          <a:chExt cx="0" cy="0"/>
        </a:xfrm>
      </p:grpSpPr>
      <p:sp>
        <p:nvSpPr>
          <p:cNvPr id="7" name="Espace réservé du contenu 6">
            <a:extLst>
              <a:ext uri="{FF2B5EF4-FFF2-40B4-BE49-F238E27FC236}">
                <a16:creationId xmlns:a16="http://schemas.microsoft.com/office/drawing/2014/main" id="{AAFFEBE9-DCC1-439C-B328-E8D943D04428}"/>
              </a:ext>
            </a:extLst>
          </p:cNvPr>
          <p:cNvSpPr>
            <a:spLocks noGrp="1"/>
          </p:cNvSpPr>
          <p:nvPr>
            <p:ph sz="quarter" idx="16" hasCustomPrompt="1"/>
          </p:nvPr>
        </p:nvSpPr>
        <p:spPr>
          <a:xfrm>
            <a:off x="6239384" y="1916831"/>
            <a:ext cx="5400000" cy="1403943"/>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8" name="Espace réservé du contenu 6">
            <a:extLst>
              <a:ext uri="{FF2B5EF4-FFF2-40B4-BE49-F238E27FC236}">
                <a16:creationId xmlns:a16="http://schemas.microsoft.com/office/drawing/2014/main" id="{6B7B5527-E68B-4979-AC84-112D0A8C0457}"/>
              </a:ext>
            </a:extLst>
          </p:cNvPr>
          <p:cNvSpPr>
            <a:spLocks noGrp="1"/>
          </p:cNvSpPr>
          <p:nvPr>
            <p:ph sz="quarter" idx="15" hasCustomPrompt="1"/>
          </p:nvPr>
        </p:nvSpPr>
        <p:spPr>
          <a:xfrm>
            <a:off x="551384" y="1916831"/>
            <a:ext cx="5400000" cy="1403943"/>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2" name="Slide Number Placeholder 1"/>
          <p:cNvSpPr>
            <a:spLocks noGrp="1"/>
          </p:cNvSpPr>
          <p:nvPr>
            <p:ph type="sldNum" sz="quarter" idx="14"/>
          </p:nvPr>
        </p:nvSpPr>
        <p:spPr/>
        <p:txBody>
          <a:bodyPr/>
          <a:lstStyle/>
          <a:p>
            <a:fld id="{9F13E4E3-EA9B-4FF8-B6C4-2516ED16E94E}" type="slidenum">
              <a:rPr lang="en-CA" smtClean="0"/>
              <a:t>‹#›</a:t>
            </a:fld>
            <a:endParaRPr lang="en-CA" dirty="0"/>
          </a:p>
        </p:txBody>
      </p:sp>
      <p:sp>
        <p:nvSpPr>
          <p:cNvPr id="3" name="Titre 2">
            <a:extLst>
              <a:ext uri="{FF2B5EF4-FFF2-40B4-BE49-F238E27FC236}">
                <a16:creationId xmlns:a16="http://schemas.microsoft.com/office/drawing/2014/main" id="{170D4ACE-48AA-42B5-8D59-7FAD0CBBCFC8}"/>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1" name="Text Placeholder 2">
            <a:extLst>
              <a:ext uri="{FF2B5EF4-FFF2-40B4-BE49-F238E27FC236}">
                <a16:creationId xmlns:a16="http://schemas.microsoft.com/office/drawing/2014/main" id="{875F9236-9C19-4400-958D-0F544695EAD9}"/>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3" name="Text Placeholder 9">
            <a:extLst>
              <a:ext uri="{FF2B5EF4-FFF2-40B4-BE49-F238E27FC236}">
                <a16:creationId xmlns:a16="http://schemas.microsoft.com/office/drawing/2014/main" id="{CF3E70B2-E0AA-42B0-A154-681ABBEBE20D}"/>
              </a:ext>
            </a:extLst>
          </p:cNvPr>
          <p:cNvSpPr>
            <a:spLocks noGrp="1"/>
          </p:cNvSpPr>
          <p:nvPr>
            <p:ph type="body" sz="quarter" idx="18"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12" name="Espace réservé du contenu 6">
            <a:extLst>
              <a:ext uri="{FF2B5EF4-FFF2-40B4-BE49-F238E27FC236}">
                <a16:creationId xmlns:a16="http://schemas.microsoft.com/office/drawing/2014/main" id="{2222D6DA-C53A-4D6F-89E1-EC75B8ACDA58}"/>
              </a:ext>
            </a:extLst>
          </p:cNvPr>
          <p:cNvSpPr>
            <a:spLocks noGrp="1"/>
          </p:cNvSpPr>
          <p:nvPr>
            <p:ph sz="quarter" idx="19" hasCustomPrompt="1"/>
          </p:nvPr>
        </p:nvSpPr>
        <p:spPr>
          <a:xfrm>
            <a:off x="6239384" y="4113288"/>
            <a:ext cx="5400000" cy="1403943"/>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4" name="Espace réservé du contenu 6">
            <a:extLst>
              <a:ext uri="{FF2B5EF4-FFF2-40B4-BE49-F238E27FC236}">
                <a16:creationId xmlns:a16="http://schemas.microsoft.com/office/drawing/2014/main" id="{D54DA3EA-3F4D-49DA-8E59-0D38CE3E94E2}"/>
              </a:ext>
            </a:extLst>
          </p:cNvPr>
          <p:cNvSpPr>
            <a:spLocks noGrp="1"/>
          </p:cNvSpPr>
          <p:nvPr>
            <p:ph sz="quarter" idx="20" hasCustomPrompt="1"/>
          </p:nvPr>
        </p:nvSpPr>
        <p:spPr>
          <a:xfrm>
            <a:off x="551384" y="4113288"/>
            <a:ext cx="5400000" cy="1403943"/>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0" name="Text Placeholder 3">
            <a:extLst>
              <a:ext uri="{FF2B5EF4-FFF2-40B4-BE49-F238E27FC236}">
                <a16:creationId xmlns:a16="http://schemas.microsoft.com/office/drawing/2014/main" id="{FE0F4AF6-BC4D-494D-B60B-69BC98D9E7DD}"/>
              </a:ext>
            </a:extLst>
          </p:cNvPr>
          <p:cNvSpPr>
            <a:spLocks noGrp="1"/>
          </p:cNvSpPr>
          <p:nvPr>
            <p:ph type="body" sz="quarter" idx="11" hasCustomPrompt="1"/>
          </p:nvPr>
        </p:nvSpPr>
        <p:spPr>
          <a:xfrm>
            <a:off x="551384" y="1412775"/>
            <a:ext cx="5400000" cy="432000"/>
          </a:xfrm>
          <a:solidFill>
            <a:schemeClr val="accent2"/>
          </a:solidFill>
          <a:ln>
            <a:noFill/>
          </a:ln>
        </p:spPr>
        <p:txBody>
          <a:bodyPr lIns="180000" tIns="0" rIns="180000" bIns="0" anchor="ctr" anchorCtr="0"/>
          <a:lstStyle>
            <a:lvl1pPr marL="0" indent="0" algn="ctr">
              <a:lnSpc>
                <a:spcPct val="89000"/>
              </a:lnSpc>
              <a:spcBef>
                <a:spcPts val="0"/>
              </a:spcBef>
              <a:buNone/>
              <a:defRPr sz="1800" b="1">
                <a:solidFill>
                  <a:schemeClr val="bg1"/>
                </a:solidFill>
              </a:defRPr>
            </a:lvl1pPr>
          </a:lstStyle>
          <a:p>
            <a:pPr lvl="0"/>
            <a:r>
              <a:rPr lang="en-CA" noProof="0" dirty="0"/>
              <a:t>Click to add a title</a:t>
            </a:r>
          </a:p>
        </p:txBody>
      </p:sp>
      <p:sp>
        <p:nvSpPr>
          <p:cNvPr id="15" name="Text Placeholder 3">
            <a:extLst>
              <a:ext uri="{FF2B5EF4-FFF2-40B4-BE49-F238E27FC236}">
                <a16:creationId xmlns:a16="http://schemas.microsoft.com/office/drawing/2014/main" id="{8B17962B-6542-48E4-93B5-61D2DE380682}"/>
              </a:ext>
            </a:extLst>
          </p:cNvPr>
          <p:cNvSpPr>
            <a:spLocks noGrp="1"/>
          </p:cNvSpPr>
          <p:nvPr>
            <p:ph type="body" sz="quarter" idx="17" hasCustomPrompt="1"/>
          </p:nvPr>
        </p:nvSpPr>
        <p:spPr>
          <a:xfrm>
            <a:off x="6239384" y="1412775"/>
            <a:ext cx="5400000" cy="432000"/>
          </a:xfrm>
          <a:solidFill>
            <a:schemeClr val="accent2"/>
          </a:solidFill>
          <a:ln>
            <a:noFill/>
          </a:ln>
        </p:spPr>
        <p:txBody>
          <a:bodyPr lIns="180000" tIns="0" rIns="180000" bIns="0" anchor="ctr" anchorCtr="0"/>
          <a:lstStyle>
            <a:lvl1pPr marL="0" marR="0" indent="0" algn="ctr" defTabSz="612019" rtl="0" eaLnBrk="1" fontAlgn="base" latinLnBrk="0" hangingPunct="1">
              <a:lnSpc>
                <a:spcPct val="89000"/>
              </a:lnSpc>
              <a:spcBef>
                <a:spcPts val="0"/>
              </a:spcBef>
              <a:spcAft>
                <a:spcPts val="0"/>
              </a:spcAft>
              <a:buClr>
                <a:schemeClr val="accent1"/>
              </a:buClr>
              <a:buSzTx/>
              <a:buFont typeface="Wingdings" charset="2"/>
              <a:buNone/>
              <a:tabLst/>
              <a:defRPr sz="1800" b="1">
                <a:solidFill>
                  <a:schemeClr val="bg1"/>
                </a:solidFill>
              </a:defRPr>
            </a:lvl1pPr>
          </a:lstStyle>
          <a:p>
            <a:pPr lvl="0"/>
            <a:r>
              <a:rPr lang="en-CA" noProof="0" dirty="0"/>
              <a:t>Click to add a title</a:t>
            </a:r>
          </a:p>
        </p:txBody>
      </p:sp>
      <p:sp>
        <p:nvSpPr>
          <p:cNvPr id="16" name="Text Placeholder 3">
            <a:extLst>
              <a:ext uri="{FF2B5EF4-FFF2-40B4-BE49-F238E27FC236}">
                <a16:creationId xmlns:a16="http://schemas.microsoft.com/office/drawing/2014/main" id="{420A28EF-6300-43F1-ACAA-9811F5268F8B}"/>
              </a:ext>
            </a:extLst>
          </p:cNvPr>
          <p:cNvSpPr>
            <a:spLocks noGrp="1"/>
          </p:cNvSpPr>
          <p:nvPr>
            <p:ph type="body" sz="quarter" idx="21" hasCustomPrompt="1"/>
          </p:nvPr>
        </p:nvSpPr>
        <p:spPr>
          <a:xfrm>
            <a:off x="551384" y="3609280"/>
            <a:ext cx="5400000" cy="432000"/>
          </a:xfrm>
          <a:solidFill>
            <a:schemeClr val="accent2"/>
          </a:solidFill>
          <a:ln>
            <a:noFill/>
          </a:ln>
        </p:spPr>
        <p:txBody>
          <a:bodyPr lIns="180000" tIns="0" rIns="180000" bIns="0" anchor="ctr" anchorCtr="0"/>
          <a:lstStyle>
            <a:lvl1pPr marL="0" indent="0" algn="ctr">
              <a:lnSpc>
                <a:spcPct val="89000"/>
              </a:lnSpc>
              <a:spcBef>
                <a:spcPts val="0"/>
              </a:spcBef>
              <a:buNone/>
              <a:defRPr sz="1800" b="1">
                <a:solidFill>
                  <a:schemeClr val="bg1"/>
                </a:solidFill>
              </a:defRPr>
            </a:lvl1pPr>
          </a:lstStyle>
          <a:p>
            <a:pPr lvl="0"/>
            <a:r>
              <a:rPr lang="en-CA" noProof="0" dirty="0"/>
              <a:t>Click to add a title</a:t>
            </a:r>
          </a:p>
        </p:txBody>
      </p:sp>
      <p:sp>
        <p:nvSpPr>
          <p:cNvPr id="17" name="Text Placeholder 3">
            <a:extLst>
              <a:ext uri="{FF2B5EF4-FFF2-40B4-BE49-F238E27FC236}">
                <a16:creationId xmlns:a16="http://schemas.microsoft.com/office/drawing/2014/main" id="{CAFE6FD3-BF1C-40BA-81E6-69C364E50F51}"/>
              </a:ext>
            </a:extLst>
          </p:cNvPr>
          <p:cNvSpPr>
            <a:spLocks noGrp="1"/>
          </p:cNvSpPr>
          <p:nvPr>
            <p:ph type="body" sz="quarter" idx="22" hasCustomPrompt="1"/>
          </p:nvPr>
        </p:nvSpPr>
        <p:spPr>
          <a:xfrm>
            <a:off x="6239384" y="3609280"/>
            <a:ext cx="5400000" cy="432000"/>
          </a:xfrm>
          <a:solidFill>
            <a:schemeClr val="accent2"/>
          </a:solidFill>
          <a:ln>
            <a:noFill/>
          </a:ln>
        </p:spPr>
        <p:txBody>
          <a:bodyPr lIns="180000" tIns="0" rIns="180000" bIns="0" anchor="ctr" anchorCtr="0"/>
          <a:lstStyle>
            <a:lvl1pPr marL="0" marR="0" indent="0" algn="ctr" defTabSz="612019" rtl="0" eaLnBrk="1" fontAlgn="base" latinLnBrk="0" hangingPunct="1">
              <a:lnSpc>
                <a:spcPct val="89000"/>
              </a:lnSpc>
              <a:spcBef>
                <a:spcPts val="0"/>
              </a:spcBef>
              <a:spcAft>
                <a:spcPts val="0"/>
              </a:spcAft>
              <a:buClr>
                <a:schemeClr val="accent1"/>
              </a:buClr>
              <a:buSzTx/>
              <a:buFont typeface="Wingdings" charset="2"/>
              <a:buNone/>
              <a:tabLst/>
              <a:defRPr sz="1800" b="1">
                <a:solidFill>
                  <a:schemeClr val="bg1"/>
                </a:solidFill>
              </a:defRPr>
            </a:lvl1pPr>
          </a:lstStyle>
          <a:p>
            <a:pPr lvl="0"/>
            <a:r>
              <a:rPr lang="en-CA" noProof="0" dirty="0"/>
              <a:t>Click to add a title</a:t>
            </a:r>
          </a:p>
        </p:txBody>
      </p:sp>
      <p:sp>
        <p:nvSpPr>
          <p:cNvPr id="18" name="Text Placeholder 5">
            <a:extLst>
              <a:ext uri="{FF2B5EF4-FFF2-40B4-BE49-F238E27FC236}">
                <a16:creationId xmlns:a16="http://schemas.microsoft.com/office/drawing/2014/main" id="{D940484B-E548-45E3-B9EC-883D53B093A9}"/>
              </a:ext>
            </a:extLst>
          </p:cNvPr>
          <p:cNvSpPr>
            <a:spLocks noGrp="1"/>
          </p:cNvSpPr>
          <p:nvPr>
            <p:ph type="body" sz="quarter" idx="23" hasCustomPrompt="1"/>
          </p:nvPr>
        </p:nvSpPr>
        <p:spPr>
          <a:xfrm>
            <a:off x="551384" y="5910101"/>
            <a:ext cx="11088000" cy="399219"/>
          </a:xfrm>
          <a:solidFill>
            <a:schemeClr val="tx2"/>
          </a:solidFill>
        </p:spPr>
        <p:txBody>
          <a:bodyPr lIns="180000" tIns="75600" rIns="180000" bIns="75600" anchor="b">
            <a:spAutoFit/>
          </a:bodyPr>
          <a:lstStyle>
            <a:lvl1pPr algn="ctr">
              <a:lnSpc>
                <a:spcPct val="89000"/>
              </a:lnSpc>
              <a:spcBef>
                <a:spcPts val="600"/>
              </a:spcBef>
              <a:buNone/>
              <a:defRPr sz="1800" b="1">
                <a:solidFill>
                  <a:schemeClr val="bg1"/>
                </a:solidFill>
              </a:defRPr>
            </a:lvl1pPr>
          </a:lstStyle>
          <a:p>
            <a:pPr lvl="0"/>
            <a:r>
              <a:rPr lang="en-CA" dirty="0"/>
              <a:t>Message box</a:t>
            </a:r>
          </a:p>
        </p:txBody>
      </p:sp>
    </p:spTree>
    <p:extLst>
      <p:ext uri="{BB962C8B-B14F-4D97-AF65-F5344CB8AC3E}">
        <p14:creationId xmlns:p14="http://schemas.microsoft.com/office/powerpoint/2010/main" val="1094870100"/>
      </p:ext>
    </p:extLst>
  </p:cSld>
  <p:clrMapOvr>
    <a:masterClrMapping/>
  </p:clrMapOvr>
  <p:transition spd="med">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locks + title on left">
    <p:spTree>
      <p:nvGrpSpPr>
        <p:cNvPr id="1" name=""/>
        <p:cNvGrpSpPr/>
        <p:nvPr/>
      </p:nvGrpSpPr>
      <p:grpSpPr>
        <a:xfrm>
          <a:off x="0" y="0"/>
          <a:ext cx="0" cy="0"/>
          <a:chOff x="0" y="0"/>
          <a:chExt cx="0" cy="0"/>
        </a:xfrm>
      </p:grpSpPr>
      <p:sp>
        <p:nvSpPr>
          <p:cNvPr id="7" name="Espace réservé du contenu 6">
            <a:extLst>
              <a:ext uri="{FF2B5EF4-FFF2-40B4-BE49-F238E27FC236}">
                <a16:creationId xmlns:a16="http://schemas.microsoft.com/office/drawing/2014/main" id="{AAFFEBE9-DCC1-439C-B328-E8D943D04428}"/>
              </a:ext>
            </a:extLst>
          </p:cNvPr>
          <p:cNvSpPr>
            <a:spLocks noGrp="1"/>
          </p:cNvSpPr>
          <p:nvPr>
            <p:ph sz="quarter" idx="16" hasCustomPrompt="1"/>
          </p:nvPr>
        </p:nvSpPr>
        <p:spPr>
          <a:xfrm>
            <a:off x="7896200" y="1412878"/>
            <a:ext cx="3744416" cy="2304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8" name="Espace réservé du contenu 6">
            <a:extLst>
              <a:ext uri="{FF2B5EF4-FFF2-40B4-BE49-F238E27FC236}">
                <a16:creationId xmlns:a16="http://schemas.microsoft.com/office/drawing/2014/main" id="{6B7B5527-E68B-4979-AC84-112D0A8C0457}"/>
              </a:ext>
            </a:extLst>
          </p:cNvPr>
          <p:cNvSpPr>
            <a:spLocks noGrp="1"/>
          </p:cNvSpPr>
          <p:nvPr>
            <p:ph sz="quarter" idx="15" hasCustomPrompt="1"/>
          </p:nvPr>
        </p:nvSpPr>
        <p:spPr>
          <a:xfrm>
            <a:off x="2207568" y="1412878"/>
            <a:ext cx="3744416" cy="2304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2" name="Slide Number Placeholder 1"/>
          <p:cNvSpPr>
            <a:spLocks noGrp="1"/>
          </p:cNvSpPr>
          <p:nvPr>
            <p:ph type="sldNum" sz="quarter" idx="14"/>
          </p:nvPr>
        </p:nvSpPr>
        <p:spPr/>
        <p:txBody>
          <a:bodyPr/>
          <a:lstStyle/>
          <a:p>
            <a:fld id="{9F13E4E3-EA9B-4FF8-B6C4-2516ED16E94E}" type="slidenum">
              <a:rPr lang="en-CA" smtClean="0"/>
              <a:t>‹#›</a:t>
            </a:fld>
            <a:endParaRPr lang="en-CA" dirty="0"/>
          </a:p>
        </p:txBody>
      </p:sp>
      <p:sp>
        <p:nvSpPr>
          <p:cNvPr id="3" name="Titre 2">
            <a:extLst>
              <a:ext uri="{FF2B5EF4-FFF2-40B4-BE49-F238E27FC236}">
                <a16:creationId xmlns:a16="http://schemas.microsoft.com/office/drawing/2014/main" id="{170D4ACE-48AA-42B5-8D59-7FAD0CBBCFC8}"/>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1" name="Text Placeholder 2">
            <a:extLst>
              <a:ext uri="{FF2B5EF4-FFF2-40B4-BE49-F238E27FC236}">
                <a16:creationId xmlns:a16="http://schemas.microsoft.com/office/drawing/2014/main" id="{875F9236-9C19-4400-958D-0F544695EAD9}"/>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3" name="Text Placeholder 9">
            <a:extLst>
              <a:ext uri="{FF2B5EF4-FFF2-40B4-BE49-F238E27FC236}">
                <a16:creationId xmlns:a16="http://schemas.microsoft.com/office/drawing/2014/main" id="{CF3E70B2-E0AA-42B0-A154-681ABBEBE20D}"/>
              </a:ext>
            </a:extLst>
          </p:cNvPr>
          <p:cNvSpPr>
            <a:spLocks noGrp="1"/>
          </p:cNvSpPr>
          <p:nvPr>
            <p:ph type="body" sz="quarter" idx="18"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12" name="Espace réservé du contenu 6">
            <a:extLst>
              <a:ext uri="{FF2B5EF4-FFF2-40B4-BE49-F238E27FC236}">
                <a16:creationId xmlns:a16="http://schemas.microsoft.com/office/drawing/2014/main" id="{2222D6DA-C53A-4D6F-89E1-EC75B8ACDA58}"/>
              </a:ext>
            </a:extLst>
          </p:cNvPr>
          <p:cNvSpPr>
            <a:spLocks noGrp="1"/>
          </p:cNvSpPr>
          <p:nvPr>
            <p:ph sz="quarter" idx="19" hasCustomPrompt="1"/>
          </p:nvPr>
        </p:nvSpPr>
        <p:spPr>
          <a:xfrm>
            <a:off x="7896200" y="4005320"/>
            <a:ext cx="3744416" cy="2304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4" name="Espace réservé du contenu 6">
            <a:extLst>
              <a:ext uri="{FF2B5EF4-FFF2-40B4-BE49-F238E27FC236}">
                <a16:creationId xmlns:a16="http://schemas.microsoft.com/office/drawing/2014/main" id="{D54DA3EA-3F4D-49DA-8E59-0D38CE3E94E2}"/>
              </a:ext>
            </a:extLst>
          </p:cNvPr>
          <p:cNvSpPr>
            <a:spLocks noGrp="1"/>
          </p:cNvSpPr>
          <p:nvPr>
            <p:ph sz="quarter" idx="20" hasCustomPrompt="1"/>
          </p:nvPr>
        </p:nvSpPr>
        <p:spPr>
          <a:xfrm>
            <a:off x="2207568" y="4005320"/>
            <a:ext cx="3744416" cy="2304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0" name="Text Placeholder 3">
            <a:extLst>
              <a:ext uri="{FF2B5EF4-FFF2-40B4-BE49-F238E27FC236}">
                <a16:creationId xmlns:a16="http://schemas.microsoft.com/office/drawing/2014/main" id="{FE0F4AF6-BC4D-494D-B60B-69BC98D9E7DD}"/>
              </a:ext>
            </a:extLst>
          </p:cNvPr>
          <p:cNvSpPr>
            <a:spLocks noGrp="1"/>
          </p:cNvSpPr>
          <p:nvPr>
            <p:ph type="body" sz="quarter" idx="11" hasCustomPrompt="1"/>
          </p:nvPr>
        </p:nvSpPr>
        <p:spPr>
          <a:xfrm>
            <a:off x="551384" y="1412878"/>
            <a:ext cx="1584176" cy="2304000"/>
          </a:xfrm>
          <a:solidFill>
            <a:schemeClr val="accent2"/>
          </a:solidFill>
          <a:ln>
            <a:noFill/>
          </a:ln>
        </p:spPr>
        <p:txBody>
          <a:bodyPr lIns="180000" tIns="108000" rIns="180000" bIns="108000" anchor="t" anchorCtr="0"/>
          <a:lstStyle>
            <a:lvl1pPr marL="0" indent="0" algn="l">
              <a:lnSpc>
                <a:spcPct val="100000"/>
              </a:lnSpc>
              <a:spcBef>
                <a:spcPts val="0"/>
              </a:spcBef>
              <a:buNone/>
              <a:defRPr sz="1800" b="1">
                <a:solidFill>
                  <a:schemeClr val="bg1"/>
                </a:solidFill>
              </a:defRPr>
            </a:lvl1pPr>
          </a:lstStyle>
          <a:p>
            <a:pPr lvl="0"/>
            <a:r>
              <a:rPr lang="en-CA" noProof="0" dirty="0"/>
              <a:t>Click to add a title</a:t>
            </a:r>
          </a:p>
        </p:txBody>
      </p:sp>
      <p:sp>
        <p:nvSpPr>
          <p:cNvPr id="15" name="Text Placeholder 3">
            <a:extLst>
              <a:ext uri="{FF2B5EF4-FFF2-40B4-BE49-F238E27FC236}">
                <a16:creationId xmlns:a16="http://schemas.microsoft.com/office/drawing/2014/main" id="{8B17962B-6542-48E4-93B5-61D2DE380682}"/>
              </a:ext>
            </a:extLst>
          </p:cNvPr>
          <p:cNvSpPr>
            <a:spLocks noGrp="1"/>
          </p:cNvSpPr>
          <p:nvPr>
            <p:ph type="body" sz="quarter" idx="17" hasCustomPrompt="1"/>
          </p:nvPr>
        </p:nvSpPr>
        <p:spPr>
          <a:xfrm>
            <a:off x="6239384" y="1412878"/>
            <a:ext cx="1584176" cy="2304000"/>
          </a:xfrm>
          <a:solidFill>
            <a:schemeClr val="accent2"/>
          </a:solidFill>
          <a:ln>
            <a:noFill/>
          </a:ln>
        </p:spPr>
        <p:txBody>
          <a:bodyPr lIns="180000" tIns="108000" rIns="180000" bIns="108000" anchor="t" anchorCtr="0"/>
          <a:lstStyle>
            <a:lvl1pPr marL="0" marR="0" indent="0" algn="l" defTabSz="612019" rtl="0" eaLnBrk="1" fontAlgn="base" latinLnBrk="0" hangingPunct="1">
              <a:lnSpc>
                <a:spcPct val="100000"/>
              </a:lnSpc>
              <a:spcBef>
                <a:spcPts val="0"/>
              </a:spcBef>
              <a:spcAft>
                <a:spcPts val="0"/>
              </a:spcAft>
              <a:buClr>
                <a:schemeClr val="accent1"/>
              </a:buClr>
              <a:buSzTx/>
              <a:buFont typeface="Wingdings" charset="2"/>
              <a:buNone/>
              <a:tabLst/>
              <a:defRPr sz="1800" b="1">
                <a:solidFill>
                  <a:schemeClr val="bg1"/>
                </a:solidFill>
              </a:defRPr>
            </a:lvl1pPr>
          </a:lstStyle>
          <a:p>
            <a:pPr lvl="0"/>
            <a:r>
              <a:rPr lang="en-CA" noProof="0" dirty="0"/>
              <a:t>Click to add a title</a:t>
            </a:r>
          </a:p>
        </p:txBody>
      </p:sp>
      <p:sp>
        <p:nvSpPr>
          <p:cNvPr id="16" name="Text Placeholder 3">
            <a:extLst>
              <a:ext uri="{FF2B5EF4-FFF2-40B4-BE49-F238E27FC236}">
                <a16:creationId xmlns:a16="http://schemas.microsoft.com/office/drawing/2014/main" id="{420A28EF-6300-43F1-ACAA-9811F5268F8B}"/>
              </a:ext>
            </a:extLst>
          </p:cNvPr>
          <p:cNvSpPr>
            <a:spLocks noGrp="1"/>
          </p:cNvSpPr>
          <p:nvPr>
            <p:ph type="body" sz="quarter" idx="21" hasCustomPrompt="1"/>
          </p:nvPr>
        </p:nvSpPr>
        <p:spPr>
          <a:xfrm>
            <a:off x="551384" y="4005320"/>
            <a:ext cx="1584176" cy="2304000"/>
          </a:xfrm>
          <a:solidFill>
            <a:schemeClr val="accent2"/>
          </a:solidFill>
          <a:ln>
            <a:noFill/>
          </a:ln>
        </p:spPr>
        <p:txBody>
          <a:bodyPr lIns="180000" tIns="108000" rIns="180000" bIns="108000" anchor="t" anchorCtr="0"/>
          <a:lstStyle>
            <a:lvl1pPr marL="0" indent="0" algn="l">
              <a:lnSpc>
                <a:spcPct val="100000"/>
              </a:lnSpc>
              <a:spcBef>
                <a:spcPts val="0"/>
              </a:spcBef>
              <a:buNone/>
              <a:defRPr sz="1800" b="1">
                <a:solidFill>
                  <a:schemeClr val="bg1"/>
                </a:solidFill>
              </a:defRPr>
            </a:lvl1pPr>
          </a:lstStyle>
          <a:p>
            <a:pPr lvl="0"/>
            <a:r>
              <a:rPr lang="en-CA" noProof="0" dirty="0"/>
              <a:t>Click to add a title</a:t>
            </a:r>
          </a:p>
        </p:txBody>
      </p:sp>
      <p:sp>
        <p:nvSpPr>
          <p:cNvPr id="17" name="Text Placeholder 3">
            <a:extLst>
              <a:ext uri="{FF2B5EF4-FFF2-40B4-BE49-F238E27FC236}">
                <a16:creationId xmlns:a16="http://schemas.microsoft.com/office/drawing/2014/main" id="{CAFE6FD3-BF1C-40BA-81E6-69C364E50F51}"/>
              </a:ext>
            </a:extLst>
          </p:cNvPr>
          <p:cNvSpPr>
            <a:spLocks noGrp="1"/>
          </p:cNvSpPr>
          <p:nvPr>
            <p:ph type="body" sz="quarter" idx="22" hasCustomPrompt="1"/>
          </p:nvPr>
        </p:nvSpPr>
        <p:spPr>
          <a:xfrm>
            <a:off x="6239384" y="4005320"/>
            <a:ext cx="1584176" cy="2304000"/>
          </a:xfrm>
          <a:solidFill>
            <a:schemeClr val="accent2"/>
          </a:solidFill>
          <a:ln>
            <a:noFill/>
          </a:ln>
        </p:spPr>
        <p:txBody>
          <a:bodyPr lIns="180000" tIns="108000" rIns="180000" bIns="108000" anchor="t" anchorCtr="0"/>
          <a:lstStyle>
            <a:lvl1pPr marL="0" marR="0" indent="0" algn="l" defTabSz="612019" rtl="0" eaLnBrk="1" fontAlgn="base" latinLnBrk="0" hangingPunct="1">
              <a:lnSpc>
                <a:spcPct val="100000"/>
              </a:lnSpc>
              <a:spcBef>
                <a:spcPts val="0"/>
              </a:spcBef>
              <a:spcAft>
                <a:spcPts val="0"/>
              </a:spcAft>
              <a:buClr>
                <a:schemeClr val="accent1"/>
              </a:buClr>
              <a:buSzTx/>
              <a:buFont typeface="Wingdings" charset="2"/>
              <a:buNone/>
              <a:tabLst/>
              <a:defRPr sz="1800" b="1">
                <a:solidFill>
                  <a:schemeClr val="bg1"/>
                </a:solidFill>
              </a:defRPr>
            </a:lvl1pPr>
          </a:lstStyle>
          <a:p>
            <a:pPr lvl="0"/>
            <a:r>
              <a:rPr lang="en-CA" noProof="0" dirty="0"/>
              <a:t>Click to add a title</a:t>
            </a:r>
          </a:p>
        </p:txBody>
      </p:sp>
    </p:spTree>
    <p:extLst>
      <p:ext uri="{BB962C8B-B14F-4D97-AF65-F5344CB8AC3E}">
        <p14:creationId xmlns:p14="http://schemas.microsoft.com/office/powerpoint/2010/main" val="21285643"/>
      </p:ext>
    </p:extLst>
  </p:cSld>
  <p:clrMapOvr>
    <a:masterClrMapping/>
  </p:clrMapOvr>
  <p:transition spd="med">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blocks + title on left + message box">
    <p:spTree>
      <p:nvGrpSpPr>
        <p:cNvPr id="1" name=""/>
        <p:cNvGrpSpPr/>
        <p:nvPr/>
      </p:nvGrpSpPr>
      <p:grpSpPr>
        <a:xfrm>
          <a:off x="0" y="0"/>
          <a:ext cx="0" cy="0"/>
          <a:chOff x="0" y="0"/>
          <a:chExt cx="0" cy="0"/>
        </a:xfrm>
      </p:grpSpPr>
      <p:sp>
        <p:nvSpPr>
          <p:cNvPr id="7" name="Espace réservé du contenu 6">
            <a:extLst>
              <a:ext uri="{FF2B5EF4-FFF2-40B4-BE49-F238E27FC236}">
                <a16:creationId xmlns:a16="http://schemas.microsoft.com/office/drawing/2014/main" id="{AAFFEBE9-DCC1-439C-B328-E8D943D04428}"/>
              </a:ext>
            </a:extLst>
          </p:cNvPr>
          <p:cNvSpPr>
            <a:spLocks noGrp="1"/>
          </p:cNvSpPr>
          <p:nvPr>
            <p:ph sz="quarter" idx="16" hasCustomPrompt="1"/>
          </p:nvPr>
        </p:nvSpPr>
        <p:spPr>
          <a:xfrm>
            <a:off x="7896200" y="1412878"/>
            <a:ext cx="3744416" cy="1908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8" name="Espace réservé du contenu 6">
            <a:extLst>
              <a:ext uri="{FF2B5EF4-FFF2-40B4-BE49-F238E27FC236}">
                <a16:creationId xmlns:a16="http://schemas.microsoft.com/office/drawing/2014/main" id="{6B7B5527-E68B-4979-AC84-112D0A8C0457}"/>
              </a:ext>
            </a:extLst>
          </p:cNvPr>
          <p:cNvSpPr>
            <a:spLocks noGrp="1"/>
          </p:cNvSpPr>
          <p:nvPr>
            <p:ph sz="quarter" idx="15" hasCustomPrompt="1"/>
          </p:nvPr>
        </p:nvSpPr>
        <p:spPr>
          <a:xfrm>
            <a:off x="2207568" y="1412878"/>
            <a:ext cx="3744416" cy="1908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2" name="Slide Number Placeholder 1"/>
          <p:cNvSpPr>
            <a:spLocks noGrp="1"/>
          </p:cNvSpPr>
          <p:nvPr>
            <p:ph type="sldNum" sz="quarter" idx="14"/>
          </p:nvPr>
        </p:nvSpPr>
        <p:spPr/>
        <p:txBody>
          <a:bodyPr/>
          <a:lstStyle/>
          <a:p>
            <a:fld id="{9F13E4E3-EA9B-4FF8-B6C4-2516ED16E94E}" type="slidenum">
              <a:rPr lang="en-CA" smtClean="0"/>
              <a:t>‹#›</a:t>
            </a:fld>
            <a:endParaRPr lang="en-CA" dirty="0"/>
          </a:p>
        </p:txBody>
      </p:sp>
      <p:sp>
        <p:nvSpPr>
          <p:cNvPr id="3" name="Titre 2">
            <a:extLst>
              <a:ext uri="{FF2B5EF4-FFF2-40B4-BE49-F238E27FC236}">
                <a16:creationId xmlns:a16="http://schemas.microsoft.com/office/drawing/2014/main" id="{170D4ACE-48AA-42B5-8D59-7FAD0CBBCFC8}"/>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1" name="Text Placeholder 2">
            <a:extLst>
              <a:ext uri="{FF2B5EF4-FFF2-40B4-BE49-F238E27FC236}">
                <a16:creationId xmlns:a16="http://schemas.microsoft.com/office/drawing/2014/main" id="{875F9236-9C19-4400-958D-0F544695EAD9}"/>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3" name="Text Placeholder 9">
            <a:extLst>
              <a:ext uri="{FF2B5EF4-FFF2-40B4-BE49-F238E27FC236}">
                <a16:creationId xmlns:a16="http://schemas.microsoft.com/office/drawing/2014/main" id="{CF3E70B2-E0AA-42B0-A154-681ABBEBE20D}"/>
              </a:ext>
            </a:extLst>
          </p:cNvPr>
          <p:cNvSpPr>
            <a:spLocks noGrp="1"/>
          </p:cNvSpPr>
          <p:nvPr>
            <p:ph type="body" sz="quarter" idx="18"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12" name="Espace réservé du contenu 6">
            <a:extLst>
              <a:ext uri="{FF2B5EF4-FFF2-40B4-BE49-F238E27FC236}">
                <a16:creationId xmlns:a16="http://schemas.microsoft.com/office/drawing/2014/main" id="{2222D6DA-C53A-4D6F-89E1-EC75B8ACDA58}"/>
              </a:ext>
            </a:extLst>
          </p:cNvPr>
          <p:cNvSpPr>
            <a:spLocks noGrp="1"/>
          </p:cNvSpPr>
          <p:nvPr>
            <p:ph sz="quarter" idx="19" hasCustomPrompt="1"/>
          </p:nvPr>
        </p:nvSpPr>
        <p:spPr>
          <a:xfrm>
            <a:off x="7896200" y="3609232"/>
            <a:ext cx="3744416" cy="1908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4" name="Espace réservé du contenu 6">
            <a:extLst>
              <a:ext uri="{FF2B5EF4-FFF2-40B4-BE49-F238E27FC236}">
                <a16:creationId xmlns:a16="http://schemas.microsoft.com/office/drawing/2014/main" id="{D54DA3EA-3F4D-49DA-8E59-0D38CE3E94E2}"/>
              </a:ext>
            </a:extLst>
          </p:cNvPr>
          <p:cNvSpPr>
            <a:spLocks noGrp="1"/>
          </p:cNvSpPr>
          <p:nvPr>
            <p:ph sz="quarter" idx="20" hasCustomPrompt="1"/>
          </p:nvPr>
        </p:nvSpPr>
        <p:spPr>
          <a:xfrm>
            <a:off x="2207568" y="3609232"/>
            <a:ext cx="3744416" cy="1908000"/>
          </a:xfrm>
          <a:solidFill>
            <a:schemeClr val="bg2"/>
          </a:solidFill>
        </p:spPr>
        <p:txBody>
          <a:bodyPr lIns="180000" tIns="108000" rIns="180000" bIns="108000"/>
          <a:lstStyle>
            <a:lvl1pPr>
              <a:spcBef>
                <a:spcPts val="800"/>
              </a:spcBef>
              <a:defRPr sz="1800"/>
            </a:lvl1pPr>
            <a:lvl2pPr>
              <a:spcBef>
                <a:spcPts val="400"/>
              </a:spcBef>
              <a:defRPr sz="1600"/>
            </a:lvl2pPr>
            <a:lvl3pPr>
              <a:spcBef>
                <a:spcPts val="200"/>
              </a:spcBef>
              <a:defRPr sz="1400"/>
            </a:lvl3pPr>
            <a:lvl4pPr>
              <a:spcBef>
                <a:spcPts val="100"/>
              </a:spcBef>
              <a:defRPr sz="1200"/>
            </a:lvl4pPr>
            <a:lvl5pPr>
              <a:spcBef>
                <a:spcPts val="600"/>
              </a:spcBef>
              <a:defRPr sz="1600"/>
            </a:lvl5pPr>
            <a:lvl6pPr>
              <a:spcBef>
                <a:spcPts val="300"/>
              </a:spcBef>
              <a:defRPr sz="1400"/>
            </a:lvl6pPr>
            <a:lvl7pPr>
              <a:spcBef>
                <a:spcPts val="800"/>
              </a:spcBef>
              <a:defRPr sz="18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0" name="Text Placeholder 3">
            <a:extLst>
              <a:ext uri="{FF2B5EF4-FFF2-40B4-BE49-F238E27FC236}">
                <a16:creationId xmlns:a16="http://schemas.microsoft.com/office/drawing/2014/main" id="{FE0F4AF6-BC4D-494D-B60B-69BC98D9E7DD}"/>
              </a:ext>
            </a:extLst>
          </p:cNvPr>
          <p:cNvSpPr>
            <a:spLocks noGrp="1"/>
          </p:cNvSpPr>
          <p:nvPr>
            <p:ph type="body" sz="quarter" idx="11" hasCustomPrompt="1"/>
          </p:nvPr>
        </p:nvSpPr>
        <p:spPr>
          <a:xfrm>
            <a:off x="551384" y="1412878"/>
            <a:ext cx="1584176" cy="1908000"/>
          </a:xfrm>
          <a:solidFill>
            <a:schemeClr val="accent2"/>
          </a:solidFill>
          <a:ln>
            <a:noFill/>
          </a:ln>
        </p:spPr>
        <p:txBody>
          <a:bodyPr lIns="180000" tIns="108000" rIns="180000" bIns="108000" anchor="t" anchorCtr="0"/>
          <a:lstStyle>
            <a:lvl1pPr marL="0" indent="0" algn="l">
              <a:lnSpc>
                <a:spcPct val="100000"/>
              </a:lnSpc>
              <a:spcBef>
                <a:spcPts val="0"/>
              </a:spcBef>
              <a:buNone/>
              <a:defRPr sz="1800" b="1">
                <a:solidFill>
                  <a:schemeClr val="bg1"/>
                </a:solidFill>
              </a:defRPr>
            </a:lvl1pPr>
          </a:lstStyle>
          <a:p>
            <a:pPr lvl="0"/>
            <a:r>
              <a:rPr lang="en-CA" noProof="0" dirty="0"/>
              <a:t>Click to add a title</a:t>
            </a:r>
          </a:p>
        </p:txBody>
      </p:sp>
      <p:sp>
        <p:nvSpPr>
          <p:cNvPr id="15" name="Text Placeholder 3">
            <a:extLst>
              <a:ext uri="{FF2B5EF4-FFF2-40B4-BE49-F238E27FC236}">
                <a16:creationId xmlns:a16="http://schemas.microsoft.com/office/drawing/2014/main" id="{8B17962B-6542-48E4-93B5-61D2DE380682}"/>
              </a:ext>
            </a:extLst>
          </p:cNvPr>
          <p:cNvSpPr>
            <a:spLocks noGrp="1"/>
          </p:cNvSpPr>
          <p:nvPr>
            <p:ph type="body" sz="quarter" idx="17" hasCustomPrompt="1"/>
          </p:nvPr>
        </p:nvSpPr>
        <p:spPr>
          <a:xfrm>
            <a:off x="6239384" y="1412878"/>
            <a:ext cx="1584176" cy="1908000"/>
          </a:xfrm>
          <a:solidFill>
            <a:schemeClr val="accent2"/>
          </a:solidFill>
          <a:ln>
            <a:noFill/>
          </a:ln>
        </p:spPr>
        <p:txBody>
          <a:bodyPr lIns="180000" tIns="108000" rIns="180000" bIns="108000" anchor="t" anchorCtr="0"/>
          <a:lstStyle>
            <a:lvl1pPr marL="0" marR="0" indent="0" algn="l" defTabSz="612019" rtl="0" eaLnBrk="1" fontAlgn="base" latinLnBrk="0" hangingPunct="1">
              <a:lnSpc>
                <a:spcPct val="100000"/>
              </a:lnSpc>
              <a:spcBef>
                <a:spcPts val="0"/>
              </a:spcBef>
              <a:spcAft>
                <a:spcPts val="0"/>
              </a:spcAft>
              <a:buClr>
                <a:schemeClr val="accent1"/>
              </a:buClr>
              <a:buSzTx/>
              <a:buFont typeface="Wingdings" charset="2"/>
              <a:buNone/>
              <a:tabLst/>
              <a:defRPr sz="1800" b="1">
                <a:solidFill>
                  <a:schemeClr val="bg1"/>
                </a:solidFill>
              </a:defRPr>
            </a:lvl1pPr>
          </a:lstStyle>
          <a:p>
            <a:pPr lvl="0"/>
            <a:r>
              <a:rPr lang="en-CA" noProof="0" dirty="0"/>
              <a:t>Click to add a title</a:t>
            </a:r>
          </a:p>
        </p:txBody>
      </p:sp>
      <p:sp>
        <p:nvSpPr>
          <p:cNvPr id="16" name="Text Placeholder 3">
            <a:extLst>
              <a:ext uri="{FF2B5EF4-FFF2-40B4-BE49-F238E27FC236}">
                <a16:creationId xmlns:a16="http://schemas.microsoft.com/office/drawing/2014/main" id="{420A28EF-6300-43F1-ACAA-9811F5268F8B}"/>
              </a:ext>
            </a:extLst>
          </p:cNvPr>
          <p:cNvSpPr>
            <a:spLocks noGrp="1"/>
          </p:cNvSpPr>
          <p:nvPr>
            <p:ph type="body" sz="quarter" idx="21" hasCustomPrompt="1"/>
          </p:nvPr>
        </p:nvSpPr>
        <p:spPr>
          <a:xfrm>
            <a:off x="551384" y="3609232"/>
            <a:ext cx="1584176" cy="1908000"/>
          </a:xfrm>
          <a:solidFill>
            <a:schemeClr val="accent2"/>
          </a:solidFill>
          <a:ln>
            <a:noFill/>
          </a:ln>
        </p:spPr>
        <p:txBody>
          <a:bodyPr lIns="180000" tIns="108000" rIns="180000" bIns="108000" anchor="t" anchorCtr="0"/>
          <a:lstStyle>
            <a:lvl1pPr marL="0" indent="0" algn="l">
              <a:lnSpc>
                <a:spcPct val="100000"/>
              </a:lnSpc>
              <a:spcBef>
                <a:spcPts val="0"/>
              </a:spcBef>
              <a:buNone/>
              <a:defRPr sz="1800" b="1">
                <a:solidFill>
                  <a:schemeClr val="bg1"/>
                </a:solidFill>
              </a:defRPr>
            </a:lvl1pPr>
          </a:lstStyle>
          <a:p>
            <a:pPr lvl="0"/>
            <a:r>
              <a:rPr lang="en-CA" noProof="0" dirty="0"/>
              <a:t>Click to add a title</a:t>
            </a:r>
          </a:p>
        </p:txBody>
      </p:sp>
      <p:sp>
        <p:nvSpPr>
          <p:cNvPr id="17" name="Text Placeholder 3">
            <a:extLst>
              <a:ext uri="{FF2B5EF4-FFF2-40B4-BE49-F238E27FC236}">
                <a16:creationId xmlns:a16="http://schemas.microsoft.com/office/drawing/2014/main" id="{CAFE6FD3-BF1C-40BA-81E6-69C364E50F51}"/>
              </a:ext>
            </a:extLst>
          </p:cNvPr>
          <p:cNvSpPr>
            <a:spLocks noGrp="1"/>
          </p:cNvSpPr>
          <p:nvPr>
            <p:ph type="body" sz="quarter" idx="22" hasCustomPrompt="1"/>
          </p:nvPr>
        </p:nvSpPr>
        <p:spPr>
          <a:xfrm>
            <a:off x="6239384" y="3609232"/>
            <a:ext cx="1584176" cy="1908000"/>
          </a:xfrm>
          <a:solidFill>
            <a:schemeClr val="accent2"/>
          </a:solidFill>
          <a:ln>
            <a:noFill/>
          </a:ln>
        </p:spPr>
        <p:txBody>
          <a:bodyPr lIns="180000" tIns="108000" rIns="180000" bIns="108000" anchor="t" anchorCtr="0"/>
          <a:lstStyle>
            <a:lvl1pPr marL="0" marR="0" indent="0" algn="l" defTabSz="612019" rtl="0" eaLnBrk="1" fontAlgn="base" latinLnBrk="0" hangingPunct="1">
              <a:lnSpc>
                <a:spcPct val="100000"/>
              </a:lnSpc>
              <a:spcBef>
                <a:spcPts val="0"/>
              </a:spcBef>
              <a:spcAft>
                <a:spcPts val="0"/>
              </a:spcAft>
              <a:buClr>
                <a:schemeClr val="accent1"/>
              </a:buClr>
              <a:buSzTx/>
              <a:buFont typeface="Wingdings" charset="2"/>
              <a:buNone/>
              <a:tabLst/>
              <a:defRPr sz="1800" b="1">
                <a:solidFill>
                  <a:schemeClr val="bg1"/>
                </a:solidFill>
              </a:defRPr>
            </a:lvl1pPr>
          </a:lstStyle>
          <a:p>
            <a:pPr lvl="0"/>
            <a:r>
              <a:rPr lang="en-CA" noProof="0" dirty="0"/>
              <a:t>Click to add a title</a:t>
            </a:r>
          </a:p>
        </p:txBody>
      </p:sp>
      <p:sp>
        <p:nvSpPr>
          <p:cNvPr id="18" name="Text Placeholder 5">
            <a:extLst>
              <a:ext uri="{FF2B5EF4-FFF2-40B4-BE49-F238E27FC236}">
                <a16:creationId xmlns:a16="http://schemas.microsoft.com/office/drawing/2014/main" id="{E47202F1-B3C3-40AB-AC4F-5B6A478E5B31}"/>
              </a:ext>
            </a:extLst>
          </p:cNvPr>
          <p:cNvSpPr>
            <a:spLocks noGrp="1"/>
          </p:cNvSpPr>
          <p:nvPr>
            <p:ph type="body" sz="quarter" idx="23" hasCustomPrompt="1"/>
          </p:nvPr>
        </p:nvSpPr>
        <p:spPr>
          <a:xfrm>
            <a:off x="551384" y="5910101"/>
            <a:ext cx="11088000" cy="399219"/>
          </a:xfrm>
          <a:solidFill>
            <a:schemeClr val="tx2"/>
          </a:solidFill>
        </p:spPr>
        <p:txBody>
          <a:bodyPr lIns="180000" tIns="75600" rIns="180000" bIns="75600" anchor="b">
            <a:spAutoFit/>
          </a:bodyPr>
          <a:lstStyle>
            <a:lvl1pPr algn="ctr">
              <a:lnSpc>
                <a:spcPct val="89000"/>
              </a:lnSpc>
              <a:spcBef>
                <a:spcPts val="600"/>
              </a:spcBef>
              <a:buNone/>
              <a:defRPr sz="1800" b="1">
                <a:solidFill>
                  <a:schemeClr val="bg1"/>
                </a:solidFill>
              </a:defRPr>
            </a:lvl1pPr>
          </a:lstStyle>
          <a:p>
            <a:pPr lvl="0"/>
            <a:r>
              <a:rPr lang="en-CA" dirty="0"/>
              <a:t>Message box</a:t>
            </a:r>
          </a:p>
        </p:txBody>
      </p:sp>
    </p:spTree>
    <p:extLst>
      <p:ext uri="{BB962C8B-B14F-4D97-AF65-F5344CB8AC3E}">
        <p14:creationId xmlns:p14="http://schemas.microsoft.com/office/powerpoint/2010/main" val="3913314290"/>
      </p:ext>
    </p:extLst>
  </p:cSld>
  <p:clrMapOvr>
    <a:masterClrMapping/>
  </p:clrMapOvr>
  <p:transition spd="med">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9 tiles">
    <p:bg>
      <p:bgPr>
        <a:solidFill>
          <a:schemeClr val="tx2"/>
        </a:solidFill>
        <a:effectLst/>
      </p:bgPr>
    </p:bg>
    <p:spTree>
      <p:nvGrpSpPr>
        <p:cNvPr id="1" name=""/>
        <p:cNvGrpSpPr/>
        <p:nvPr/>
      </p:nvGrpSpPr>
      <p:grpSpPr>
        <a:xfrm>
          <a:off x="0" y="0"/>
          <a:ext cx="0" cy="0"/>
          <a:chOff x="0" y="0"/>
          <a:chExt cx="0" cy="0"/>
        </a:xfrm>
      </p:grpSpPr>
      <p:pic>
        <p:nvPicPr>
          <p:cNvPr id="28" name="Graphique 27">
            <a:extLst>
              <a:ext uri="{FF2B5EF4-FFF2-40B4-BE49-F238E27FC236}">
                <a16:creationId xmlns:a16="http://schemas.microsoft.com/office/drawing/2014/main" id="{C518860D-FCE3-1C74-8590-C55241752A22}"/>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41477"/>
          <a:stretch/>
        </p:blipFill>
        <p:spPr>
          <a:xfrm>
            <a:off x="0" y="800024"/>
            <a:ext cx="4776928" cy="5936400"/>
          </a:xfrm>
          <a:prstGeom prst="rect">
            <a:avLst/>
          </a:prstGeom>
        </p:spPr>
      </p:pic>
      <p:sp>
        <p:nvSpPr>
          <p:cNvPr id="2" name="Title 1">
            <a:extLst>
              <a:ext uri="{FF2B5EF4-FFF2-40B4-BE49-F238E27FC236}">
                <a16:creationId xmlns:a16="http://schemas.microsoft.com/office/drawing/2014/main" id="{EF271DB0-595D-48C5-8D2D-CB6278EDC331}"/>
              </a:ext>
            </a:extLst>
          </p:cNvPr>
          <p:cNvSpPr>
            <a:spLocks noGrp="1"/>
          </p:cNvSpPr>
          <p:nvPr>
            <p:ph type="title" hasCustomPrompt="1"/>
          </p:nvPr>
        </p:nvSpPr>
        <p:spPr/>
        <p:txBody>
          <a:bodyPr/>
          <a:lstStyle>
            <a:lvl1pPr>
              <a:defRPr>
                <a:solidFill>
                  <a:schemeClr val="bg1"/>
                </a:solidFill>
              </a:defRPr>
            </a:lvl1pPr>
          </a:lstStyle>
          <a:p>
            <a:r>
              <a:rPr lang="en-CA" noProof="0" dirty="0"/>
              <a:t>Click to add a headline</a:t>
            </a:r>
            <a:endParaRPr lang="en-CA" dirty="0"/>
          </a:p>
        </p:txBody>
      </p:sp>
      <p:sp>
        <p:nvSpPr>
          <p:cNvPr id="3" name="Slide Number Placeholder 2">
            <a:extLst>
              <a:ext uri="{FF2B5EF4-FFF2-40B4-BE49-F238E27FC236}">
                <a16:creationId xmlns:a16="http://schemas.microsoft.com/office/drawing/2014/main" id="{DC3CEBF3-5CB5-4BF8-8CA4-D7F5E6CAA12A}"/>
              </a:ext>
            </a:extLst>
          </p:cNvPr>
          <p:cNvSpPr>
            <a:spLocks noGrp="1"/>
          </p:cNvSpPr>
          <p:nvPr>
            <p:ph type="sldNum" sz="quarter" idx="10"/>
          </p:nvPr>
        </p:nvSpPr>
        <p:spPr/>
        <p:txBody>
          <a:bodyPr/>
          <a:lstStyle>
            <a:lvl1pPr>
              <a:defRPr>
                <a:solidFill>
                  <a:schemeClr val="bg1"/>
                </a:solidFill>
              </a:defRPr>
            </a:lvl1pPr>
          </a:lstStyle>
          <a:p>
            <a:fld id="{9F13E4E3-EA9B-4FF8-B6C4-2516ED16E94E}" type="slidenum">
              <a:rPr lang="en-CA" smtClean="0"/>
              <a:pPr/>
              <a:t>‹#›</a:t>
            </a:fld>
            <a:endParaRPr lang="en-CA" dirty="0"/>
          </a:p>
        </p:txBody>
      </p:sp>
      <p:sp>
        <p:nvSpPr>
          <p:cNvPr id="5" name="Espace réservé du contenu 8">
            <a:extLst>
              <a:ext uri="{FF2B5EF4-FFF2-40B4-BE49-F238E27FC236}">
                <a16:creationId xmlns:a16="http://schemas.microsoft.com/office/drawing/2014/main" id="{80160A09-FD46-48D7-9919-DDC3584A48C1}"/>
              </a:ext>
            </a:extLst>
          </p:cNvPr>
          <p:cNvSpPr>
            <a:spLocks noGrp="1"/>
          </p:cNvSpPr>
          <p:nvPr>
            <p:ph sz="quarter" idx="15" hasCustomPrompt="1"/>
          </p:nvPr>
        </p:nvSpPr>
        <p:spPr>
          <a:xfrm>
            <a:off x="551384" y="1412775"/>
            <a:ext cx="3574665" cy="1510063"/>
          </a:xfrm>
          <a:solidFill>
            <a:schemeClr val="bg1"/>
          </a:solidFill>
        </p:spPr>
        <p:txBody>
          <a:bodyPr lIns="180000" tIns="108000" rIns="180000" bIns="108000" anchor="ctr"/>
          <a:lstStyle>
            <a:lvl1pPr>
              <a:lnSpc>
                <a:spcPct val="90000"/>
              </a:lnSpc>
              <a:spcBef>
                <a:spcPts val="400"/>
              </a:spcBef>
              <a:defRPr sz="1800" b="1">
                <a:solidFill>
                  <a:schemeClr val="tx2"/>
                </a:solidFill>
              </a:defRPr>
            </a:lvl1pPr>
            <a:lvl2pPr>
              <a:lnSpc>
                <a:spcPct val="90000"/>
              </a:lnSpc>
              <a:spcBef>
                <a:spcPts val="200"/>
              </a:spcBef>
              <a:buClr>
                <a:schemeClr val="tx2"/>
              </a:buClr>
              <a:defRPr sz="1400" b="0">
                <a:solidFill>
                  <a:schemeClr val="tx2"/>
                </a:solidFill>
              </a:defRPr>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p:txBody>
      </p:sp>
      <p:sp>
        <p:nvSpPr>
          <p:cNvPr id="6" name="Espace réservé du contenu 8">
            <a:extLst>
              <a:ext uri="{FF2B5EF4-FFF2-40B4-BE49-F238E27FC236}">
                <a16:creationId xmlns:a16="http://schemas.microsoft.com/office/drawing/2014/main" id="{41AA95F1-CF40-4878-A10A-C61515FEDFFA}"/>
              </a:ext>
            </a:extLst>
          </p:cNvPr>
          <p:cNvSpPr>
            <a:spLocks noGrp="1"/>
          </p:cNvSpPr>
          <p:nvPr>
            <p:ph sz="quarter" idx="16" hasCustomPrompt="1"/>
          </p:nvPr>
        </p:nvSpPr>
        <p:spPr>
          <a:xfrm>
            <a:off x="4308929" y="1412775"/>
            <a:ext cx="3574665" cy="1510063"/>
          </a:xfrm>
          <a:solidFill>
            <a:schemeClr val="bg1"/>
          </a:solidFill>
        </p:spPr>
        <p:txBody>
          <a:bodyPr lIns="180000" tIns="108000" rIns="180000" bIns="108000" anchor="ctr"/>
          <a:lstStyle>
            <a:lvl1pPr>
              <a:lnSpc>
                <a:spcPct val="90000"/>
              </a:lnSpc>
              <a:spcBef>
                <a:spcPts val="400"/>
              </a:spcBef>
              <a:defRPr sz="1800" b="1">
                <a:solidFill>
                  <a:schemeClr val="tx2"/>
                </a:solidFill>
              </a:defRPr>
            </a:lvl1pPr>
            <a:lvl2pPr>
              <a:lnSpc>
                <a:spcPct val="90000"/>
              </a:lnSpc>
              <a:spcBef>
                <a:spcPts val="200"/>
              </a:spcBef>
              <a:buClr>
                <a:schemeClr val="tx2"/>
              </a:buClr>
              <a:defRPr sz="1400" b="0">
                <a:solidFill>
                  <a:schemeClr val="tx2"/>
                </a:solidFill>
              </a:defRPr>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p:txBody>
      </p:sp>
      <p:sp>
        <p:nvSpPr>
          <p:cNvPr id="7" name="Espace réservé du contenu 8">
            <a:extLst>
              <a:ext uri="{FF2B5EF4-FFF2-40B4-BE49-F238E27FC236}">
                <a16:creationId xmlns:a16="http://schemas.microsoft.com/office/drawing/2014/main" id="{D9ED878F-56A7-46AA-B98D-7180526B50E6}"/>
              </a:ext>
            </a:extLst>
          </p:cNvPr>
          <p:cNvSpPr>
            <a:spLocks noGrp="1"/>
          </p:cNvSpPr>
          <p:nvPr>
            <p:ph sz="quarter" idx="17" hasCustomPrompt="1"/>
          </p:nvPr>
        </p:nvSpPr>
        <p:spPr>
          <a:xfrm>
            <a:off x="8066474" y="1412775"/>
            <a:ext cx="3574665" cy="1510063"/>
          </a:xfrm>
          <a:solidFill>
            <a:schemeClr val="bg1"/>
          </a:solidFill>
        </p:spPr>
        <p:txBody>
          <a:bodyPr lIns="180000" tIns="108000" rIns="180000" bIns="108000" anchor="ctr"/>
          <a:lstStyle>
            <a:lvl1pPr>
              <a:lnSpc>
                <a:spcPct val="90000"/>
              </a:lnSpc>
              <a:spcBef>
                <a:spcPts val="400"/>
              </a:spcBef>
              <a:defRPr sz="1800" b="1">
                <a:solidFill>
                  <a:schemeClr val="tx2"/>
                </a:solidFill>
              </a:defRPr>
            </a:lvl1pPr>
            <a:lvl2pPr>
              <a:lnSpc>
                <a:spcPct val="90000"/>
              </a:lnSpc>
              <a:spcBef>
                <a:spcPts val="200"/>
              </a:spcBef>
              <a:buClr>
                <a:schemeClr val="tx2"/>
              </a:buClr>
              <a:defRPr sz="1400" b="0">
                <a:solidFill>
                  <a:schemeClr val="tx2"/>
                </a:solidFill>
              </a:defRPr>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p:txBody>
      </p:sp>
      <p:sp>
        <p:nvSpPr>
          <p:cNvPr id="8" name="Espace réservé du contenu 8">
            <a:extLst>
              <a:ext uri="{FF2B5EF4-FFF2-40B4-BE49-F238E27FC236}">
                <a16:creationId xmlns:a16="http://schemas.microsoft.com/office/drawing/2014/main" id="{525D2DD0-0F69-4E70-B283-74E796B8204E}"/>
              </a:ext>
            </a:extLst>
          </p:cNvPr>
          <p:cNvSpPr>
            <a:spLocks noGrp="1"/>
          </p:cNvSpPr>
          <p:nvPr>
            <p:ph sz="quarter" idx="18" hasCustomPrompt="1"/>
          </p:nvPr>
        </p:nvSpPr>
        <p:spPr>
          <a:xfrm>
            <a:off x="551384" y="3105718"/>
            <a:ext cx="3574665" cy="1510063"/>
          </a:xfrm>
          <a:solidFill>
            <a:schemeClr val="bg1"/>
          </a:solidFill>
        </p:spPr>
        <p:txBody>
          <a:bodyPr lIns="180000" tIns="108000" rIns="180000" bIns="108000" anchor="ctr"/>
          <a:lstStyle>
            <a:lvl1pPr>
              <a:lnSpc>
                <a:spcPct val="90000"/>
              </a:lnSpc>
              <a:spcBef>
                <a:spcPts val="400"/>
              </a:spcBef>
              <a:defRPr sz="1800" b="1">
                <a:solidFill>
                  <a:schemeClr val="tx2"/>
                </a:solidFill>
              </a:defRPr>
            </a:lvl1pPr>
            <a:lvl2pPr>
              <a:lnSpc>
                <a:spcPct val="90000"/>
              </a:lnSpc>
              <a:spcBef>
                <a:spcPts val="200"/>
              </a:spcBef>
              <a:buClr>
                <a:schemeClr val="tx2"/>
              </a:buClr>
              <a:defRPr sz="1400" b="0">
                <a:solidFill>
                  <a:schemeClr val="tx2"/>
                </a:solidFill>
              </a:defRPr>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p:txBody>
      </p:sp>
      <p:sp>
        <p:nvSpPr>
          <p:cNvPr id="9" name="Espace réservé du contenu 8">
            <a:extLst>
              <a:ext uri="{FF2B5EF4-FFF2-40B4-BE49-F238E27FC236}">
                <a16:creationId xmlns:a16="http://schemas.microsoft.com/office/drawing/2014/main" id="{CB4FED28-6159-4E17-84C5-BD2357141679}"/>
              </a:ext>
            </a:extLst>
          </p:cNvPr>
          <p:cNvSpPr>
            <a:spLocks noGrp="1"/>
          </p:cNvSpPr>
          <p:nvPr>
            <p:ph sz="quarter" idx="19" hasCustomPrompt="1"/>
          </p:nvPr>
        </p:nvSpPr>
        <p:spPr>
          <a:xfrm>
            <a:off x="4308929" y="3105718"/>
            <a:ext cx="3574665" cy="1510063"/>
          </a:xfrm>
          <a:solidFill>
            <a:schemeClr val="bg1"/>
          </a:solidFill>
        </p:spPr>
        <p:txBody>
          <a:bodyPr lIns="180000" tIns="108000" rIns="180000" bIns="108000" anchor="ctr"/>
          <a:lstStyle>
            <a:lvl1pPr>
              <a:lnSpc>
                <a:spcPct val="90000"/>
              </a:lnSpc>
              <a:spcBef>
                <a:spcPts val="400"/>
              </a:spcBef>
              <a:defRPr sz="1800" b="1">
                <a:solidFill>
                  <a:schemeClr val="tx2"/>
                </a:solidFill>
              </a:defRPr>
            </a:lvl1pPr>
            <a:lvl2pPr>
              <a:lnSpc>
                <a:spcPct val="90000"/>
              </a:lnSpc>
              <a:spcBef>
                <a:spcPts val="200"/>
              </a:spcBef>
              <a:buClr>
                <a:schemeClr val="tx2"/>
              </a:buClr>
              <a:defRPr sz="1400" b="0">
                <a:solidFill>
                  <a:schemeClr val="tx2"/>
                </a:solidFill>
              </a:defRPr>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p:txBody>
      </p:sp>
      <p:sp>
        <p:nvSpPr>
          <p:cNvPr id="10" name="Espace réservé du contenu 8">
            <a:extLst>
              <a:ext uri="{FF2B5EF4-FFF2-40B4-BE49-F238E27FC236}">
                <a16:creationId xmlns:a16="http://schemas.microsoft.com/office/drawing/2014/main" id="{B0143FB6-47E5-49B6-A6C5-353070118C07}"/>
              </a:ext>
            </a:extLst>
          </p:cNvPr>
          <p:cNvSpPr>
            <a:spLocks noGrp="1"/>
          </p:cNvSpPr>
          <p:nvPr>
            <p:ph sz="quarter" idx="20" hasCustomPrompt="1"/>
          </p:nvPr>
        </p:nvSpPr>
        <p:spPr>
          <a:xfrm>
            <a:off x="8066474" y="3105718"/>
            <a:ext cx="3574665" cy="1510063"/>
          </a:xfrm>
          <a:solidFill>
            <a:schemeClr val="bg1"/>
          </a:solidFill>
        </p:spPr>
        <p:txBody>
          <a:bodyPr lIns="180000" tIns="108000" rIns="180000" bIns="108000" anchor="ctr"/>
          <a:lstStyle>
            <a:lvl1pPr>
              <a:lnSpc>
                <a:spcPct val="90000"/>
              </a:lnSpc>
              <a:spcBef>
                <a:spcPts val="400"/>
              </a:spcBef>
              <a:defRPr sz="1800" b="1">
                <a:solidFill>
                  <a:schemeClr val="tx2"/>
                </a:solidFill>
              </a:defRPr>
            </a:lvl1pPr>
            <a:lvl2pPr>
              <a:lnSpc>
                <a:spcPct val="90000"/>
              </a:lnSpc>
              <a:spcBef>
                <a:spcPts val="200"/>
              </a:spcBef>
              <a:buClr>
                <a:schemeClr val="tx2"/>
              </a:buClr>
              <a:defRPr sz="1400" b="0">
                <a:solidFill>
                  <a:schemeClr val="tx2"/>
                </a:solidFill>
              </a:defRPr>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p:txBody>
      </p:sp>
      <p:sp>
        <p:nvSpPr>
          <p:cNvPr id="11" name="Espace réservé du contenu 8">
            <a:extLst>
              <a:ext uri="{FF2B5EF4-FFF2-40B4-BE49-F238E27FC236}">
                <a16:creationId xmlns:a16="http://schemas.microsoft.com/office/drawing/2014/main" id="{D0EE31C9-EC8F-45BC-B69D-C50264FE1734}"/>
              </a:ext>
            </a:extLst>
          </p:cNvPr>
          <p:cNvSpPr>
            <a:spLocks noGrp="1"/>
          </p:cNvSpPr>
          <p:nvPr>
            <p:ph sz="quarter" idx="21" hasCustomPrompt="1"/>
          </p:nvPr>
        </p:nvSpPr>
        <p:spPr>
          <a:xfrm>
            <a:off x="551384" y="4798661"/>
            <a:ext cx="3574665" cy="1510063"/>
          </a:xfrm>
          <a:solidFill>
            <a:schemeClr val="bg1"/>
          </a:solidFill>
        </p:spPr>
        <p:txBody>
          <a:bodyPr lIns="180000" tIns="108000" rIns="180000" bIns="108000" anchor="ctr"/>
          <a:lstStyle>
            <a:lvl1pPr>
              <a:lnSpc>
                <a:spcPct val="90000"/>
              </a:lnSpc>
              <a:spcBef>
                <a:spcPts val="400"/>
              </a:spcBef>
              <a:defRPr sz="1800" b="1">
                <a:solidFill>
                  <a:schemeClr val="tx2"/>
                </a:solidFill>
              </a:defRPr>
            </a:lvl1pPr>
            <a:lvl2pPr>
              <a:lnSpc>
                <a:spcPct val="90000"/>
              </a:lnSpc>
              <a:spcBef>
                <a:spcPts val="200"/>
              </a:spcBef>
              <a:buClr>
                <a:schemeClr val="tx2"/>
              </a:buClr>
              <a:defRPr sz="1400" b="0">
                <a:solidFill>
                  <a:schemeClr val="tx2"/>
                </a:solidFill>
              </a:defRPr>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p:txBody>
      </p:sp>
      <p:sp>
        <p:nvSpPr>
          <p:cNvPr id="12" name="Espace réservé du contenu 8">
            <a:extLst>
              <a:ext uri="{FF2B5EF4-FFF2-40B4-BE49-F238E27FC236}">
                <a16:creationId xmlns:a16="http://schemas.microsoft.com/office/drawing/2014/main" id="{BEB43EB7-1569-465E-A5CB-8973F17497E4}"/>
              </a:ext>
            </a:extLst>
          </p:cNvPr>
          <p:cNvSpPr>
            <a:spLocks noGrp="1"/>
          </p:cNvSpPr>
          <p:nvPr>
            <p:ph sz="quarter" idx="22" hasCustomPrompt="1"/>
          </p:nvPr>
        </p:nvSpPr>
        <p:spPr>
          <a:xfrm>
            <a:off x="4308929" y="4798661"/>
            <a:ext cx="3574665" cy="1510063"/>
          </a:xfrm>
          <a:solidFill>
            <a:schemeClr val="bg1"/>
          </a:solidFill>
        </p:spPr>
        <p:txBody>
          <a:bodyPr lIns="180000" tIns="108000" rIns="180000" bIns="108000" anchor="ctr"/>
          <a:lstStyle>
            <a:lvl1pPr>
              <a:lnSpc>
                <a:spcPct val="90000"/>
              </a:lnSpc>
              <a:spcBef>
                <a:spcPts val="400"/>
              </a:spcBef>
              <a:defRPr sz="1800" b="1">
                <a:solidFill>
                  <a:schemeClr val="tx2"/>
                </a:solidFill>
              </a:defRPr>
            </a:lvl1pPr>
            <a:lvl2pPr>
              <a:lnSpc>
                <a:spcPct val="90000"/>
              </a:lnSpc>
              <a:spcBef>
                <a:spcPts val="200"/>
              </a:spcBef>
              <a:buClr>
                <a:schemeClr val="tx2"/>
              </a:buClr>
              <a:defRPr sz="1400" b="0">
                <a:solidFill>
                  <a:schemeClr val="tx2"/>
                </a:solidFill>
              </a:defRPr>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p:txBody>
      </p:sp>
      <p:sp>
        <p:nvSpPr>
          <p:cNvPr id="13" name="Espace réservé du contenu 8">
            <a:extLst>
              <a:ext uri="{FF2B5EF4-FFF2-40B4-BE49-F238E27FC236}">
                <a16:creationId xmlns:a16="http://schemas.microsoft.com/office/drawing/2014/main" id="{2605236B-4647-4CCA-BE02-F3E01E713C5F}"/>
              </a:ext>
            </a:extLst>
          </p:cNvPr>
          <p:cNvSpPr>
            <a:spLocks noGrp="1"/>
          </p:cNvSpPr>
          <p:nvPr>
            <p:ph sz="quarter" idx="23" hasCustomPrompt="1"/>
          </p:nvPr>
        </p:nvSpPr>
        <p:spPr>
          <a:xfrm>
            <a:off x="8066474" y="4798661"/>
            <a:ext cx="3574665" cy="1510063"/>
          </a:xfrm>
          <a:solidFill>
            <a:schemeClr val="bg1"/>
          </a:solidFill>
        </p:spPr>
        <p:txBody>
          <a:bodyPr lIns="180000" tIns="108000" rIns="180000" bIns="108000" anchor="ctr"/>
          <a:lstStyle>
            <a:lvl1pPr>
              <a:lnSpc>
                <a:spcPct val="90000"/>
              </a:lnSpc>
              <a:spcBef>
                <a:spcPts val="400"/>
              </a:spcBef>
              <a:defRPr sz="1800" b="1">
                <a:solidFill>
                  <a:schemeClr val="tx2"/>
                </a:solidFill>
              </a:defRPr>
            </a:lvl1pPr>
            <a:lvl2pPr>
              <a:lnSpc>
                <a:spcPct val="90000"/>
              </a:lnSpc>
              <a:spcBef>
                <a:spcPts val="200"/>
              </a:spcBef>
              <a:buClr>
                <a:schemeClr val="tx2"/>
              </a:buClr>
              <a:defRPr sz="1400" b="0">
                <a:solidFill>
                  <a:schemeClr val="tx2"/>
                </a:solidFill>
              </a:defRPr>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p:txBody>
      </p:sp>
      <p:sp>
        <p:nvSpPr>
          <p:cNvPr id="15" name="Rectangle 14">
            <a:extLst>
              <a:ext uri="{FF2B5EF4-FFF2-40B4-BE49-F238E27FC236}">
                <a16:creationId xmlns:a16="http://schemas.microsoft.com/office/drawing/2014/main" id="{EEBBEABC-B5B1-4D82-93A2-57207F8BD3E8}"/>
              </a:ext>
            </a:extLst>
          </p:cNvPr>
          <p:cNvSpPr/>
          <p:nvPr userDrawn="1"/>
        </p:nvSpPr>
        <p:spPr>
          <a:xfrm>
            <a:off x="4165601" y="6634576"/>
            <a:ext cx="3860800" cy="142875"/>
          </a:xfrm>
          <a:prstGeom prst="rect">
            <a:avLst/>
          </a:prstGeom>
        </p:spPr>
        <p:txBody>
          <a:bodyPr vert="horz" lIns="0" tIns="0" rIns="0" bIns="0" rtlCol="0" anchor="ctr"/>
          <a:lstStyle/>
          <a:p>
            <a:pPr lvl="0" algn="ctr" fontAlgn="auto">
              <a:spcBef>
                <a:spcPts val="0"/>
              </a:spcBef>
              <a:spcAft>
                <a:spcPts val="0"/>
              </a:spcAft>
            </a:pPr>
            <a:r>
              <a:rPr lang="en-CA" sz="800" kern="1200" noProof="0" dirty="0">
                <a:solidFill>
                  <a:schemeClr val="bg1"/>
                </a:solidFill>
                <a:latin typeface="+mn-lt"/>
                <a:ea typeface="+mn-ea"/>
                <a:cs typeface="+mn-cs"/>
              </a:rPr>
              <a:t>CAE Inc. Proprietary Information and/or Confidential</a:t>
            </a:r>
          </a:p>
        </p:txBody>
      </p:sp>
      <p:sp>
        <p:nvSpPr>
          <p:cNvPr id="18" name="Text Placeholder 2">
            <a:extLst>
              <a:ext uri="{FF2B5EF4-FFF2-40B4-BE49-F238E27FC236}">
                <a16:creationId xmlns:a16="http://schemas.microsoft.com/office/drawing/2014/main" id="{6EB3E360-2C92-457A-8711-C482DC377950}"/>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9" name="Text Placeholder 9">
            <a:extLst>
              <a:ext uri="{FF2B5EF4-FFF2-40B4-BE49-F238E27FC236}">
                <a16:creationId xmlns:a16="http://schemas.microsoft.com/office/drawing/2014/main" id="{E2924EC0-6411-4611-ACC2-51A0DFA135E2}"/>
              </a:ext>
            </a:extLst>
          </p:cNvPr>
          <p:cNvSpPr>
            <a:spLocks noGrp="1"/>
          </p:cNvSpPr>
          <p:nvPr>
            <p:ph type="body" sz="quarter" idx="24" hasCustomPrompt="1"/>
          </p:nvPr>
        </p:nvSpPr>
        <p:spPr>
          <a:xfrm>
            <a:off x="6816080" y="0"/>
            <a:ext cx="5375920" cy="288000"/>
          </a:xfrm>
        </p:spPr>
        <p:txBody>
          <a:bodyPr wrap="none" lIns="90000" tIns="0" rIns="90000" anchor="ctr"/>
          <a:lstStyle>
            <a:lvl1pPr algn="r">
              <a:buNone/>
              <a:defRPr sz="1400" b="0">
                <a:solidFill>
                  <a:schemeClr val="bg1"/>
                </a:solidFill>
              </a:defRPr>
            </a:lvl1pPr>
            <a:lvl2pPr algn="r">
              <a:defRPr/>
            </a:lvl2pPr>
            <a:lvl3pPr algn="r">
              <a:defRPr/>
            </a:lvl3pPr>
            <a:lvl4pPr algn="r">
              <a:defRPr/>
            </a:lvl4pPr>
            <a:lvl5pPr algn="r">
              <a:defRPr/>
            </a:lvl5pPr>
          </a:lstStyle>
          <a:p>
            <a:pPr lvl="0"/>
            <a:r>
              <a:rPr lang="en-CA" dirty="0"/>
              <a:t>Click to add a section title</a:t>
            </a:r>
          </a:p>
        </p:txBody>
      </p:sp>
      <p:cxnSp>
        <p:nvCxnSpPr>
          <p:cNvPr id="20" name="Connecteur droit 19">
            <a:extLst>
              <a:ext uri="{FF2B5EF4-FFF2-40B4-BE49-F238E27FC236}">
                <a16:creationId xmlns:a16="http://schemas.microsoft.com/office/drawing/2014/main" id="{CD2F144E-C49D-4360-BDAD-29A1146A8AAF}"/>
              </a:ext>
            </a:extLst>
          </p:cNvPr>
          <p:cNvCxnSpPr/>
          <p:nvPr userDrawn="1"/>
        </p:nvCxnSpPr>
        <p:spPr>
          <a:xfrm flipV="1">
            <a:off x="551384" y="-315416"/>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Connecteur droit 20">
            <a:extLst>
              <a:ext uri="{FF2B5EF4-FFF2-40B4-BE49-F238E27FC236}">
                <a16:creationId xmlns:a16="http://schemas.microsoft.com/office/drawing/2014/main" id="{093C9901-9501-440F-9712-CB32DF1ED051}"/>
              </a:ext>
            </a:extLst>
          </p:cNvPr>
          <p:cNvCxnSpPr/>
          <p:nvPr userDrawn="1"/>
        </p:nvCxnSpPr>
        <p:spPr>
          <a:xfrm flipV="1">
            <a:off x="11640616" y="-315416"/>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 name="Connecteur droit 21">
            <a:extLst>
              <a:ext uri="{FF2B5EF4-FFF2-40B4-BE49-F238E27FC236}">
                <a16:creationId xmlns:a16="http://schemas.microsoft.com/office/drawing/2014/main" id="{7F21B400-627F-4048-A73A-3DBAFF52A0B1}"/>
              </a:ext>
            </a:extLst>
          </p:cNvPr>
          <p:cNvCxnSpPr/>
          <p:nvPr userDrawn="1"/>
        </p:nvCxnSpPr>
        <p:spPr>
          <a:xfrm flipV="1">
            <a:off x="551384" y="6957392"/>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 name="Connecteur droit 22">
            <a:extLst>
              <a:ext uri="{FF2B5EF4-FFF2-40B4-BE49-F238E27FC236}">
                <a16:creationId xmlns:a16="http://schemas.microsoft.com/office/drawing/2014/main" id="{B1517B14-F103-48F5-9502-C3C3128E8920}"/>
              </a:ext>
            </a:extLst>
          </p:cNvPr>
          <p:cNvCxnSpPr/>
          <p:nvPr userDrawn="1"/>
        </p:nvCxnSpPr>
        <p:spPr>
          <a:xfrm flipV="1">
            <a:off x="11640616" y="6957392"/>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 name="Connecteur droit 23">
            <a:extLst>
              <a:ext uri="{FF2B5EF4-FFF2-40B4-BE49-F238E27FC236}">
                <a16:creationId xmlns:a16="http://schemas.microsoft.com/office/drawing/2014/main" id="{1BC72399-407C-4504-B025-1412ED775D55}"/>
              </a:ext>
            </a:extLst>
          </p:cNvPr>
          <p:cNvCxnSpPr/>
          <p:nvPr userDrawn="1"/>
        </p:nvCxnSpPr>
        <p:spPr>
          <a:xfrm>
            <a:off x="-312712" y="1412776"/>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5" name="Connecteur droit 24">
            <a:extLst>
              <a:ext uri="{FF2B5EF4-FFF2-40B4-BE49-F238E27FC236}">
                <a16:creationId xmlns:a16="http://schemas.microsoft.com/office/drawing/2014/main" id="{5112C64F-66F7-4149-AB07-34A168D740F4}"/>
              </a:ext>
            </a:extLst>
          </p:cNvPr>
          <p:cNvCxnSpPr/>
          <p:nvPr userDrawn="1"/>
        </p:nvCxnSpPr>
        <p:spPr>
          <a:xfrm>
            <a:off x="12288688" y="1412776"/>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 name="Connecteur droit 25">
            <a:extLst>
              <a:ext uri="{FF2B5EF4-FFF2-40B4-BE49-F238E27FC236}">
                <a16:creationId xmlns:a16="http://schemas.microsoft.com/office/drawing/2014/main" id="{9021AB23-6FAE-4766-9EB9-640EA09ACF0A}"/>
              </a:ext>
            </a:extLst>
          </p:cNvPr>
          <p:cNvCxnSpPr/>
          <p:nvPr userDrawn="1"/>
        </p:nvCxnSpPr>
        <p:spPr>
          <a:xfrm>
            <a:off x="-312712" y="6309221"/>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7" name="Connecteur droit 26">
            <a:extLst>
              <a:ext uri="{FF2B5EF4-FFF2-40B4-BE49-F238E27FC236}">
                <a16:creationId xmlns:a16="http://schemas.microsoft.com/office/drawing/2014/main" id="{0FDFEE2C-4C90-4287-9902-06CC6A1473A0}"/>
              </a:ext>
            </a:extLst>
          </p:cNvPr>
          <p:cNvCxnSpPr/>
          <p:nvPr userDrawn="1"/>
        </p:nvCxnSpPr>
        <p:spPr>
          <a:xfrm>
            <a:off x="12288688" y="6309221"/>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pic>
        <p:nvPicPr>
          <p:cNvPr id="4" name="Graphic 6">
            <a:extLst>
              <a:ext uri="{FF2B5EF4-FFF2-40B4-BE49-F238E27FC236}">
                <a16:creationId xmlns:a16="http://schemas.microsoft.com/office/drawing/2014/main" id="{A980E1F0-25D1-2AD8-E430-A93AF2DF8D6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125192" y="6569915"/>
            <a:ext cx="457208" cy="171453"/>
          </a:xfrm>
          <a:prstGeom prst="rect">
            <a:avLst/>
          </a:prstGeom>
        </p:spPr>
      </p:pic>
    </p:spTree>
    <p:extLst>
      <p:ext uri="{BB962C8B-B14F-4D97-AF65-F5344CB8AC3E}">
        <p14:creationId xmlns:p14="http://schemas.microsoft.com/office/powerpoint/2010/main" val="4197292543"/>
      </p:ext>
    </p:extLst>
  </p:cSld>
  <p:clrMapOvr>
    <a:masterClrMapping/>
  </p:clrMapOvr>
  <p:transition spd="med">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9 tiles with number">
    <p:bg>
      <p:bgPr>
        <a:solidFill>
          <a:schemeClr val="tx2"/>
        </a:solidFill>
        <a:effectLst/>
      </p:bgPr>
    </p:bg>
    <p:spTree>
      <p:nvGrpSpPr>
        <p:cNvPr id="1" name=""/>
        <p:cNvGrpSpPr/>
        <p:nvPr/>
      </p:nvGrpSpPr>
      <p:grpSpPr>
        <a:xfrm>
          <a:off x="0" y="0"/>
          <a:ext cx="0" cy="0"/>
          <a:chOff x="0" y="0"/>
          <a:chExt cx="0" cy="0"/>
        </a:xfrm>
      </p:grpSpPr>
      <p:pic>
        <p:nvPicPr>
          <p:cNvPr id="46" name="Graphique 45">
            <a:extLst>
              <a:ext uri="{FF2B5EF4-FFF2-40B4-BE49-F238E27FC236}">
                <a16:creationId xmlns:a16="http://schemas.microsoft.com/office/drawing/2014/main" id="{E010492A-D706-3906-87DD-4C155F6CEC65}"/>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41477"/>
          <a:stretch/>
        </p:blipFill>
        <p:spPr>
          <a:xfrm>
            <a:off x="0" y="800024"/>
            <a:ext cx="4776928" cy="5936400"/>
          </a:xfrm>
          <a:prstGeom prst="rect">
            <a:avLst/>
          </a:prstGeom>
        </p:spPr>
      </p:pic>
      <p:sp>
        <p:nvSpPr>
          <p:cNvPr id="2" name="Title 1">
            <a:extLst>
              <a:ext uri="{FF2B5EF4-FFF2-40B4-BE49-F238E27FC236}">
                <a16:creationId xmlns:a16="http://schemas.microsoft.com/office/drawing/2014/main" id="{EF271DB0-595D-48C5-8D2D-CB6278EDC331}"/>
              </a:ext>
            </a:extLst>
          </p:cNvPr>
          <p:cNvSpPr>
            <a:spLocks noGrp="1"/>
          </p:cNvSpPr>
          <p:nvPr>
            <p:ph type="title" hasCustomPrompt="1"/>
          </p:nvPr>
        </p:nvSpPr>
        <p:spPr/>
        <p:txBody>
          <a:bodyPr/>
          <a:lstStyle>
            <a:lvl1pPr>
              <a:defRPr>
                <a:solidFill>
                  <a:schemeClr val="bg1"/>
                </a:solidFill>
              </a:defRPr>
            </a:lvl1pPr>
          </a:lstStyle>
          <a:p>
            <a:r>
              <a:rPr lang="en-CA" noProof="0" dirty="0"/>
              <a:t>Click to add a headline</a:t>
            </a:r>
            <a:endParaRPr lang="en-CA" dirty="0"/>
          </a:p>
        </p:txBody>
      </p:sp>
      <p:sp>
        <p:nvSpPr>
          <p:cNvPr id="3" name="Slide Number Placeholder 2">
            <a:extLst>
              <a:ext uri="{FF2B5EF4-FFF2-40B4-BE49-F238E27FC236}">
                <a16:creationId xmlns:a16="http://schemas.microsoft.com/office/drawing/2014/main" id="{DC3CEBF3-5CB5-4BF8-8CA4-D7F5E6CAA12A}"/>
              </a:ext>
            </a:extLst>
          </p:cNvPr>
          <p:cNvSpPr>
            <a:spLocks noGrp="1"/>
          </p:cNvSpPr>
          <p:nvPr>
            <p:ph type="sldNum" sz="quarter" idx="10"/>
          </p:nvPr>
        </p:nvSpPr>
        <p:spPr/>
        <p:txBody>
          <a:bodyPr/>
          <a:lstStyle>
            <a:lvl1pPr>
              <a:defRPr>
                <a:solidFill>
                  <a:schemeClr val="bg1"/>
                </a:solidFill>
              </a:defRPr>
            </a:lvl1pPr>
          </a:lstStyle>
          <a:p>
            <a:fld id="{9F13E4E3-EA9B-4FF8-B6C4-2516ED16E94E}" type="slidenum">
              <a:rPr lang="en-CA" smtClean="0"/>
              <a:pPr/>
              <a:t>‹#›</a:t>
            </a:fld>
            <a:endParaRPr lang="en-CA" dirty="0"/>
          </a:p>
        </p:txBody>
      </p:sp>
      <p:sp>
        <p:nvSpPr>
          <p:cNvPr id="5" name="Espace réservé du contenu 8">
            <a:extLst>
              <a:ext uri="{FF2B5EF4-FFF2-40B4-BE49-F238E27FC236}">
                <a16:creationId xmlns:a16="http://schemas.microsoft.com/office/drawing/2014/main" id="{80160A09-FD46-48D7-9919-DDC3584A48C1}"/>
              </a:ext>
            </a:extLst>
          </p:cNvPr>
          <p:cNvSpPr>
            <a:spLocks noGrp="1"/>
          </p:cNvSpPr>
          <p:nvPr>
            <p:ph sz="quarter" idx="15" hasCustomPrompt="1"/>
          </p:nvPr>
        </p:nvSpPr>
        <p:spPr>
          <a:xfrm>
            <a:off x="551384" y="1412775"/>
            <a:ext cx="3574665" cy="1510063"/>
          </a:xfrm>
          <a:solidFill>
            <a:schemeClr val="bg1"/>
          </a:solidFill>
        </p:spPr>
        <p:txBody>
          <a:bodyPr lIns="1044000" tIns="108000" rIns="144000" bIns="108000" anchor="ctr"/>
          <a:lstStyle>
            <a:lvl1pPr>
              <a:lnSpc>
                <a:spcPct val="90000"/>
              </a:lnSpc>
              <a:spcBef>
                <a:spcPts val="400"/>
              </a:spcBef>
              <a:defRPr sz="1800" b="1">
                <a:solidFill>
                  <a:schemeClr val="tx2"/>
                </a:solidFill>
              </a:defRPr>
            </a:lvl1pPr>
            <a:lvl2pPr>
              <a:lnSpc>
                <a:spcPct val="90000"/>
              </a:lnSpc>
              <a:spcBef>
                <a:spcPts val="200"/>
              </a:spcBef>
              <a:buClr>
                <a:schemeClr val="tx2"/>
              </a:buClr>
              <a:defRPr sz="1400" b="0">
                <a:solidFill>
                  <a:schemeClr val="tx2"/>
                </a:solidFill>
              </a:defRPr>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p:txBody>
      </p:sp>
      <p:sp>
        <p:nvSpPr>
          <p:cNvPr id="6" name="Espace réservé du contenu 8">
            <a:extLst>
              <a:ext uri="{FF2B5EF4-FFF2-40B4-BE49-F238E27FC236}">
                <a16:creationId xmlns:a16="http://schemas.microsoft.com/office/drawing/2014/main" id="{41AA95F1-CF40-4878-A10A-C61515FEDFFA}"/>
              </a:ext>
            </a:extLst>
          </p:cNvPr>
          <p:cNvSpPr>
            <a:spLocks noGrp="1"/>
          </p:cNvSpPr>
          <p:nvPr>
            <p:ph sz="quarter" idx="16" hasCustomPrompt="1"/>
          </p:nvPr>
        </p:nvSpPr>
        <p:spPr>
          <a:xfrm>
            <a:off x="4308929" y="1412775"/>
            <a:ext cx="3574665" cy="1510063"/>
          </a:xfrm>
          <a:solidFill>
            <a:schemeClr val="bg1"/>
          </a:solidFill>
        </p:spPr>
        <p:txBody>
          <a:bodyPr lIns="1044000" tIns="108000" rIns="144000" bIns="108000" anchor="ctr"/>
          <a:lstStyle>
            <a:lvl1pPr>
              <a:lnSpc>
                <a:spcPct val="90000"/>
              </a:lnSpc>
              <a:spcBef>
                <a:spcPts val="400"/>
              </a:spcBef>
              <a:defRPr sz="1800" b="1">
                <a:solidFill>
                  <a:schemeClr val="tx2"/>
                </a:solidFill>
              </a:defRPr>
            </a:lvl1pPr>
            <a:lvl2pPr>
              <a:lnSpc>
                <a:spcPct val="90000"/>
              </a:lnSpc>
              <a:spcBef>
                <a:spcPts val="200"/>
              </a:spcBef>
              <a:buClr>
                <a:schemeClr val="tx2"/>
              </a:buClr>
              <a:defRPr sz="1400" b="0">
                <a:solidFill>
                  <a:schemeClr val="tx2"/>
                </a:solidFill>
              </a:defRPr>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p:txBody>
      </p:sp>
      <p:sp>
        <p:nvSpPr>
          <p:cNvPr id="7" name="Espace réservé du contenu 8">
            <a:extLst>
              <a:ext uri="{FF2B5EF4-FFF2-40B4-BE49-F238E27FC236}">
                <a16:creationId xmlns:a16="http://schemas.microsoft.com/office/drawing/2014/main" id="{D9ED878F-56A7-46AA-B98D-7180526B50E6}"/>
              </a:ext>
            </a:extLst>
          </p:cNvPr>
          <p:cNvSpPr>
            <a:spLocks noGrp="1"/>
          </p:cNvSpPr>
          <p:nvPr>
            <p:ph sz="quarter" idx="17" hasCustomPrompt="1"/>
          </p:nvPr>
        </p:nvSpPr>
        <p:spPr>
          <a:xfrm>
            <a:off x="8066474" y="1412775"/>
            <a:ext cx="3574665" cy="1510063"/>
          </a:xfrm>
          <a:solidFill>
            <a:schemeClr val="bg1"/>
          </a:solidFill>
        </p:spPr>
        <p:txBody>
          <a:bodyPr lIns="1044000" tIns="108000" rIns="144000" bIns="108000" anchor="ctr"/>
          <a:lstStyle>
            <a:lvl1pPr>
              <a:lnSpc>
                <a:spcPct val="90000"/>
              </a:lnSpc>
              <a:spcBef>
                <a:spcPts val="400"/>
              </a:spcBef>
              <a:defRPr sz="1800" b="1">
                <a:solidFill>
                  <a:schemeClr val="tx2"/>
                </a:solidFill>
              </a:defRPr>
            </a:lvl1pPr>
            <a:lvl2pPr>
              <a:lnSpc>
                <a:spcPct val="90000"/>
              </a:lnSpc>
              <a:spcBef>
                <a:spcPts val="200"/>
              </a:spcBef>
              <a:buClr>
                <a:schemeClr val="tx2"/>
              </a:buClr>
              <a:defRPr sz="1400" b="0">
                <a:solidFill>
                  <a:schemeClr val="tx2"/>
                </a:solidFill>
              </a:defRPr>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p:txBody>
      </p:sp>
      <p:sp>
        <p:nvSpPr>
          <p:cNvPr id="8" name="Espace réservé du contenu 8">
            <a:extLst>
              <a:ext uri="{FF2B5EF4-FFF2-40B4-BE49-F238E27FC236}">
                <a16:creationId xmlns:a16="http://schemas.microsoft.com/office/drawing/2014/main" id="{525D2DD0-0F69-4E70-B283-74E796B8204E}"/>
              </a:ext>
            </a:extLst>
          </p:cNvPr>
          <p:cNvSpPr>
            <a:spLocks noGrp="1"/>
          </p:cNvSpPr>
          <p:nvPr>
            <p:ph sz="quarter" idx="18" hasCustomPrompt="1"/>
          </p:nvPr>
        </p:nvSpPr>
        <p:spPr>
          <a:xfrm>
            <a:off x="551384" y="3105718"/>
            <a:ext cx="3574665" cy="1510063"/>
          </a:xfrm>
          <a:solidFill>
            <a:schemeClr val="bg1"/>
          </a:solidFill>
        </p:spPr>
        <p:txBody>
          <a:bodyPr lIns="1044000" tIns="108000" rIns="144000" bIns="108000" anchor="ctr"/>
          <a:lstStyle>
            <a:lvl1pPr>
              <a:lnSpc>
                <a:spcPct val="90000"/>
              </a:lnSpc>
              <a:spcBef>
                <a:spcPts val="400"/>
              </a:spcBef>
              <a:defRPr sz="1800" b="1">
                <a:solidFill>
                  <a:schemeClr val="tx2"/>
                </a:solidFill>
              </a:defRPr>
            </a:lvl1pPr>
            <a:lvl2pPr>
              <a:lnSpc>
                <a:spcPct val="90000"/>
              </a:lnSpc>
              <a:spcBef>
                <a:spcPts val="200"/>
              </a:spcBef>
              <a:buClr>
                <a:schemeClr val="tx2"/>
              </a:buClr>
              <a:defRPr sz="1400" b="0">
                <a:solidFill>
                  <a:schemeClr val="tx2"/>
                </a:solidFill>
              </a:defRPr>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p:txBody>
      </p:sp>
      <p:sp>
        <p:nvSpPr>
          <p:cNvPr id="9" name="Espace réservé du contenu 8">
            <a:extLst>
              <a:ext uri="{FF2B5EF4-FFF2-40B4-BE49-F238E27FC236}">
                <a16:creationId xmlns:a16="http://schemas.microsoft.com/office/drawing/2014/main" id="{CB4FED28-6159-4E17-84C5-BD2357141679}"/>
              </a:ext>
            </a:extLst>
          </p:cNvPr>
          <p:cNvSpPr>
            <a:spLocks noGrp="1"/>
          </p:cNvSpPr>
          <p:nvPr>
            <p:ph sz="quarter" idx="19" hasCustomPrompt="1"/>
          </p:nvPr>
        </p:nvSpPr>
        <p:spPr>
          <a:xfrm>
            <a:off x="4308929" y="3105718"/>
            <a:ext cx="3574665" cy="1510063"/>
          </a:xfrm>
          <a:solidFill>
            <a:schemeClr val="bg1"/>
          </a:solidFill>
        </p:spPr>
        <p:txBody>
          <a:bodyPr lIns="1044000" tIns="108000" rIns="144000" bIns="108000" anchor="ctr"/>
          <a:lstStyle>
            <a:lvl1pPr>
              <a:lnSpc>
                <a:spcPct val="90000"/>
              </a:lnSpc>
              <a:spcBef>
                <a:spcPts val="400"/>
              </a:spcBef>
              <a:defRPr sz="1800" b="1">
                <a:solidFill>
                  <a:schemeClr val="tx2"/>
                </a:solidFill>
              </a:defRPr>
            </a:lvl1pPr>
            <a:lvl2pPr>
              <a:lnSpc>
                <a:spcPct val="90000"/>
              </a:lnSpc>
              <a:spcBef>
                <a:spcPts val="200"/>
              </a:spcBef>
              <a:buClr>
                <a:schemeClr val="tx2"/>
              </a:buClr>
              <a:defRPr sz="1400" b="0">
                <a:solidFill>
                  <a:schemeClr val="tx2"/>
                </a:solidFill>
              </a:defRPr>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p:txBody>
      </p:sp>
      <p:sp>
        <p:nvSpPr>
          <p:cNvPr id="10" name="Espace réservé du contenu 8">
            <a:extLst>
              <a:ext uri="{FF2B5EF4-FFF2-40B4-BE49-F238E27FC236}">
                <a16:creationId xmlns:a16="http://schemas.microsoft.com/office/drawing/2014/main" id="{B0143FB6-47E5-49B6-A6C5-353070118C07}"/>
              </a:ext>
            </a:extLst>
          </p:cNvPr>
          <p:cNvSpPr>
            <a:spLocks noGrp="1"/>
          </p:cNvSpPr>
          <p:nvPr>
            <p:ph sz="quarter" idx="20" hasCustomPrompt="1"/>
          </p:nvPr>
        </p:nvSpPr>
        <p:spPr>
          <a:xfrm>
            <a:off x="8066474" y="3105718"/>
            <a:ext cx="3574665" cy="1510063"/>
          </a:xfrm>
          <a:solidFill>
            <a:schemeClr val="bg1"/>
          </a:solidFill>
        </p:spPr>
        <p:txBody>
          <a:bodyPr lIns="1044000" tIns="108000" rIns="144000" bIns="108000" anchor="ctr"/>
          <a:lstStyle>
            <a:lvl1pPr>
              <a:lnSpc>
                <a:spcPct val="90000"/>
              </a:lnSpc>
              <a:spcBef>
                <a:spcPts val="400"/>
              </a:spcBef>
              <a:defRPr sz="1800" b="1">
                <a:solidFill>
                  <a:schemeClr val="tx2"/>
                </a:solidFill>
              </a:defRPr>
            </a:lvl1pPr>
            <a:lvl2pPr>
              <a:lnSpc>
                <a:spcPct val="90000"/>
              </a:lnSpc>
              <a:spcBef>
                <a:spcPts val="200"/>
              </a:spcBef>
              <a:buClr>
                <a:schemeClr val="tx2"/>
              </a:buClr>
              <a:defRPr sz="1400" b="0">
                <a:solidFill>
                  <a:schemeClr val="tx2"/>
                </a:solidFill>
              </a:defRPr>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p:txBody>
      </p:sp>
      <p:sp>
        <p:nvSpPr>
          <p:cNvPr id="11" name="Espace réservé du contenu 8">
            <a:extLst>
              <a:ext uri="{FF2B5EF4-FFF2-40B4-BE49-F238E27FC236}">
                <a16:creationId xmlns:a16="http://schemas.microsoft.com/office/drawing/2014/main" id="{D0EE31C9-EC8F-45BC-B69D-C50264FE1734}"/>
              </a:ext>
            </a:extLst>
          </p:cNvPr>
          <p:cNvSpPr>
            <a:spLocks noGrp="1"/>
          </p:cNvSpPr>
          <p:nvPr>
            <p:ph sz="quarter" idx="21" hasCustomPrompt="1"/>
          </p:nvPr>
        </p:nvSpPr>
        <p:spPr>
          <a:xfrm>
            <a:off x="551384" y="4798661"/>
            <a:ext cx="3574665" cy="1510063"/>
          </a:xfrm>
          <a:solidFill>
            <a:schemeClr val="bg1"/>
          </a:solidFill>
        </p:spPr>
        <p:txBody>
          <a:bodyPr lIns="1044000" tIns="108000" rIns="144000" bIns="108000" anchor="ctr"/>
          <a:lstStyle>
            <a:lvl1pPr>
              <a:lnSpc>
                <a:spcPct val="90000"/>
              </a:lnSpc>
              <a:spcBef>
                <a:spcPts val="400"/>
              </a:spcBef>
              <a:defRPr sz="1800" b="1">
                <a:solidFill>
                  <a:schemeClr val="tx2"/>
                </a:solidFill>
              </a:defRPr>
            </a:lvl1pPr>
            <a:lvl2pPr>
              <a:lnSpc>
                <a:spcPct val="90000"/>
              </a:lnSpc>
              <a:spcBef>
                <a:spcPts val="200"/>
              </a:spcBef>
              <a:buClr>
                <a:schemeClr val="tx2"/>
              </a:buClr>
              <a:defRPr sz="1400" b="0">
                <a:solidFill>
                  <a:schemeClr val="tx2"/>
                </a:solidFill>
              </a:defRPr>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p:txBody>
      </p:sp>
      <p:sp>
        <p:nvSpPr>
          <p:cNvPr id="12" name="Espace réservé du contenu 8">
            <a:extLst>
              <a:ext uri="{FF2B5EF4-FFF2-40B4-BE49-F238E27FC236}">
                <a16:creationId xmlns:a16="http://schemas.microsoft.com/office/drawing/2014/main" id="{BEB43EB7-1569-465E-A5CB-8973F17497E4}"/>
              </a:ext>
            </a:extLst>
          </p:cNvPr>
          <p:cNvSpPr>
            <a:spLocks noGrp="1"/>
          </p:cNvSpPr>
          <p:nvPr>
            <p:ph sz="quarter" idx="22" hasCustomPrompt="1"/>
          </p:nvPr>
        </p:nvSpPr>
        <p:spPr>
          <a:xfrm>
            <a:off x="4308929" y="4798661"/>
            <a:ext cx="3574665" cy="1510063"/>
          </a:xfrm>
          <a:solidFill>
            <a:schemeClr val="bg1"/>
          </a:solidFill>
        </p:spPr>
        <p:txBody>
          <a:bodyPr lIns="1044000" tIns="108000" rIns="144000" bIns="108000" anchor="ctr"/>
          <a:lstStyle>
            <a:lvl1pPr>
              <a:lnSpc>
                <a:spcPct val="90000"/>
              </a:lnSpc>
              <a:spcBef>
                <a:spcPts val="400"/>
              </a:spcBef>
              <a:defRPr sz="1800" b="1">
                <a:solidFill>
                  <a:schemeClr val="tx2"/>
                </a:solidFill>
              </a:defRPr>
            </a:lvl1pPr>
            <a:lvl2pPr>
              <a:lnSpc>
                <a:spcPct val="90000"/>
              </a:lnSpc>
              <a:spcBef>
                <a:spcPts val="200"/>
              </a:spcBef>
              <a:buClr>
                <a:schemeClr val="tx2"/>
              </a:buClr>
              <a:defRPr sz="1400" b="0">
                <a:solidFill>
                  <a:schemeClr val="tx2"/>
                </a:solidFill>
              </a:defRPr>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p:txBody>
      </p:sp>
      <p:sp>
        <p:nvSpPr>
          <p:cNvPr id="13" name="Espace réservé du contenu 8">
            <a:extLst>
              <a:ext uri="{FF2B5EF4-FFF2-40B4-BE49-F238E27FC236}">
                <a16:creationId xmlns:a16="http://schemas.microsoft.com/office/drawing/2014/main" id="{2605236B-4647-4CCA-BE02-F3E01E713C5F}"/>
              </a:ext>
            </a:extLst>
          </p:cNvPr>
          <p:cNvSpPr>
            <a:spLocks noGrp="1"/>
          </p:cNvSpPr>
          <p:nvPr>
            <p:ph sz="quarter" idx="23" hasCustomPrompt="1"/>
          </p:nvPr>
        </p:nvSpPr>
        <p:spPr>
          <a:xfrm>
            <a:off x="8066474" y="4798661"/>
            <a:ext cx="3574665" cy="1510063"/>
          </a:xfrm>
          <a:solidFill>
            <a:schemeClr val="bg1"/>
          </a:solidFill>
        </p:spPr>
        <p:txBody>
          <a:bodyPr lIns="1044000" tIns="108000" rIns="144000" bIns="108000" anchor="ctr"/>
          <a:lstStyle>
            <a:lvl1pPr>
              <a:lnSpc>
                <a:spcPct val="90000"/>
              </a:lnSpc>
              <a:spcBef>
                <a:spcPts val="400"/>
              </a:spcBef>
              <a:defRPr sz="1800" b="1">
                <a:solidFill>
                  <a:schemeClr val="tx2"/>
                </a:solidFill>
              </a:defRPr>
            </a:lvl1pPr>
            <a:lvl2pPr>
              <a:lnSpc>
                <a:spcPct val="90000"/>
              </a:lnSpc>
              <a:spcBef>
                <a:spcPts val="200"/>
              </a:spcBef>
              <a:buClr>
                <a:schemeClr val="tx2"/>
              </a:buClr>
              <a:defRPr sz="1400" b="0">
                <a:solidFill>
                  <a:schemeClr val="tx2"/>
                </a:solidFill>
              </a:defRPr>
            </a:lvl2pPr>
            <a:lvl3pPr>
              <a:defRPr sz="1400"/>
            </a:lvl3pPr>
            <a:lvl4pPr>
              <a:defRPr sz="1200"/>
            </a:lvl4pPr>
            <a:lvl5pPr>
              <a:defRPr sz="1600"/>
            </a:lvl5pPr>
            <a:lvl6pPr>
              <a:defRPr sz="1400"/>
            </a:lvl6pPr>
            <a:lvl7pPr>
              <a:defRPr sz="1800"/>
            </a:lvl7pPr>
          </a:lstStyle>
          <a:p>
            <a:pPr lvl="0"/>
            <a:r>
              <a:rPr lang="en-CA" noProof="0" dirty="0"/>
              <a:t>Click to add text</a:t>
            </a:r>
          </a:p>
          <a:p>
            <a:pPr lvl="1"/>
            <a:r>
              <a:rPr lang="en-CA" noProof="0" dirty="0"/>
              <a:t>Second level</a:t>
            </a:r>
          </a:p>
        </p:txBody>
      </p:sp>
      <p:sp>
        <p:nvSpPr>
          <p:cNvPr id="15" name="Rectangle 14">
            <a:extLst>
              <a:ext uri="{FF2B5EF4-FFF2-40B4-BE49-F238E27FC236}">
                <a16:creationId xmlns:a16="http://schemas.microsoft.com/office/drawing/2014/main" id="{EEBBEABC-B5B1-4D82-93A2-57207F8BD3E8}"/>
              </a:ext>
            </a:extLst>
          </p:cNvPr>
          <p:cNvSpPr/>
          <p:nvPr userDrawn="1"/>
        </p:nvSpPr>
        <p:spPr>
          <a:xfrm>
            <a:off x="4165601" y="6634576"/>
            <a:ext cx="3860800" cy="142875"/>
          </a:xfrm>
          <a:prstGeom prst="rect">
            <a:avLst/>
          </a:prstGeom>
        </p:spPr>
        <p:txBody>
          <a:bodyPr vert="horz" lIns="0" tIns="0" rIns="0" bIns="0" rtlCol="0" anchor="ctr"/>
          <a:lstStyle/>
          <a:p>
            <a:pPr lvl="0" algn="ctr" fontAlgn="auto">
              <a:spcBef>
                <a:spcPts val="0"/>
              </a:spcBef>
              <a:spcAft>
                <a:spcPts val="0"/>
              </a:spcAft>
            </a:pPr>
            <a:r>
              <a:rPr lang="en-CA" sz="800" kern="1200" noProof="0" dirty="0">
                <a:solidFill>
                  <a:schemeClr val="bg1"/>
                </a:solidFill>
                <a:latin typeface="+mn-lt"/>
                <a:ea typeface="+mn-ea"/>
                <a:cs typeface="+mn-cs"/>
              </a:rPr>
              <a:t>CAE Inc. Proprietary Information and/or Confidential</a:t>
            </a:r>
          </a:p>
        </p:txBody>
      </p:sp>
      <p:sp>
        <p:nvSpPr>
          <p:cNvPr id="27" name="Text Placeholder 25">
            <a:extLst>
              <a:ext uri="{FF2B5EF4-FFF2-40B4-BE49-F238E27FC236}">
                <a16:creationId xmlns:a16="http://schemas.microsoft.com/office/drawing/2014/main" id="{E1326CC6-A465-4066-A6B8-1D68801BC16E}"/>
              </a:ext>
            </a:extLst>
          </p:cNvPr>
          <p:cNvSpPr>
            <a:spLocks noGrp="1"/>
          </p:cNvSpPr>
          <p:nvPr>
            <p:ph type="body" sz="quarter" idx="25" hasCustomPrompt="1"/>
          </p:nvPr>
        </p:nvSpPr>
        <p:spPr>
          <a:xfrm>
            <a:off x="550864" y="1412775"/>
            <a:ext cx="1008000" cy="1510063"/>
          </a:xfrm>
          <a:noFill/>
        </p:spPr>
        <p:txBody>
          <a:bodyPr anchor="ctr"/>
          <a:lstStyle>
            <a:lvl1pPr algn="ctr">
              <a:lnSpc>
                <a:spcPct val="90000"/>
              </a:lnSpc>
              <a:spcBef>
                <a:spcPts val="0"/>
              </a:spcBef>
              <a:buNone/>
              <a:defRPr sz="3200" b="1">
                <a:solidFill>
                  <a:schemeClr val="accent2"/>
                </a:solidFill>
              </a:defRPr>
            </a:lvl1pPr>
          </a:lstStyle>
          <a:p>
            <a:pPr lvl="0"/>
            <a:r>
              <a:rPr lang="en-CA" dirty="0"/>
              <a:t>###</a:t>
            </a:r>
          </a:p>
        </p:txBody>
      </p:sp>
      <p:sp>
        <p:nvSpPr>
          <p:cNvPr id="28" name="Text Placeholder 25">
            <a:extLst>
              <a:ext uri="{FF2B5EF4-FFF2-40B4-BE49-F238E27FC236}">
                <a16:creationId xmlns:a16="http://schemas.microsoft.com/office/drawing/2014/main" id="{871354DC-8225-4997-B28C-69F1ED9DFA1F}"/>
              </a:ext>
            </a:extLst>
          </p:cNvPr>
          <p:cNvSpPr>
            <a:spLocks noGrp="1"/>
          </p:cNvSpPr>
          <p:nvPr>
            <p:ph type="body" sz="quarter" idx="26" hasCustomPrompt="1"/>
          </p:nvPr>
        </p:nvSpPr>
        <p:spPr>
          <a:xfrm>
            <a:off x="4307824" y="1412775"/>
            <a:ext cx="1008000" cy="1510063"/>
          </a:xfrm>
          <a:noFill/>
        </p:spPr>
        <p:txBody>
          <a:bodyPr anchor="ctr"/>
          <a:lstStyle>
            <a:lvl1pPr algn="ctr">
              <a:lnSpc>
                <a:spcPct val="90000"/>
              </a:lnSpc>
              <a:spcBef>
                <a:spcPts val="0"/>
              </a:spcBef>
              <a:buNone/>
              <a:defRPr sz="3200" b="1">
                <a:solidFill>
                  <a:schemeClr val="accent2"/>
                </a:solidFill>
              </a:defRPr>
            </a:lvl1pPr>
          </a:lstStyle>
          <a:p>
            <a:pPr lvl="0"/>
            <a:r>
              <a:rPr lang="en-CA" dirty="0"/>
              <a:t>###</a:t>
            </a:r>
          </a:p>
        </p:txBody>
      </p:sp>
      <p:sp>
        <p:nvSpPr>
          <p:cNvPr id="29" name="Text Placeholder 25">
            <a:extLst>
              <a:ext uri="{FF2B5EF4-FFF2-40B4-BE49-F238E27FC236}">
                <a16:creationId xmlns:a16="http://schemas.microsoft.com/office/drawing/2014/main" id="{65C06DA7-A391-45C7-B4E8-2E3C51E9F064}"/>
              </a:ext>
            </a:extLst>
          </p:cNvPr>
          <p:cNvSpPr>
            <a:spLocks noGrp="1"/>
          </p:cNvSpPr>
          <p:nvPr>
            <p:ph type="body" sz="quarter" idx="27" hasCustomPrompt="1"/>
          </p:nvPr>
        </p:nvSpPr>
        <p:spPr>
          <a:xfrm>
            <a:off x="8064784" y="1412775"/>
            <a:ext cx="1008000" cy="1510063"/>
          </a:xfrm>
          <a:noFill/>
        </p:spPr>
        <p:txBody>
          <a:bodyPr anchor="ctr"/>
          <a:lstStyle>
            <a:lvl1pPr algn="ctr">
              <a:lnSpc>
                <a:spcPct val="90000"/>
              </a:lnSpc>
              <a:spcBef>
                <a:spcPts val="0"/>
              </a:spcBef>
              <a:buNone/>
              <a:defRPr sz="3200" b="1">
                <a:solidFill>
                  <a:schemeClr val="accent2"/>
                </a:solidFill>
              </a:defRPr>
            </a:lvl1pPr>
          </a:lstStyle>
          <a:p>
            <a:pPr lvl="0"/>
            <a:r>
              <a:rPr lang="en-CA" dirty="0"/>
              <a:t>###</a:t>
            </a:r>
          </a:p>
        </p:txBody>
      </p:sp>
      <p:sp>
        <p:nvSpPr>
          <p:cNvPr id="30" name="Text Placeholder 25">
            <a:extLst>
              <a:ext uri="{FF2B5EF4-FFF2-40B4-BE49-F238E27FC236}">
                <a16:creationId xmlns:a16="http://schemas.microsoft.com/office/drawing/2014/main" id="{52505BBB-BE39-49E3-84C8-0FA085A92DBC}"/>
              </a:ext>
            </a:extLst>
          </p:cNvPr>
          <p:cNvSpPr>
            <a:spLocks noGrp="1"/>
          </p:cNvSpPr>
          <p:nvPr>
            <p:ph type="body" sz="quarter" idx="28" hasCustomPrompt="1"/>
          </p:nvPr>
        </p:nvSpPr>
        <p:spPr>
          <a:xfrm>
            <a:off x="550864" y="3105718"/>
            <a:ext cx="1008000" cy="1510063"/>
          </a:xfrm>
          <a:noFill/>
        </p:spPr>
        <p:txBody>
          <a:bodyPr anchor="ctr"/>
          <a:lstStyle>
            <a:lvl1pPr algn="ctr">
              <a:lnSpc>
                <a:spcPct val="90000"/>
              </a:lnSpc>
              <a:spcBef>
                <a:spcPts val="0"/>
              </a:spcBef>
              <a:buNone/>
              <a:defRPr sz="3200" b="1">
                <a:solidFill>
                  <a:schemeClr val="accent2"/>
                </a:solidFill>
              </a:defRPr>
            </a:lvl1pPr>
          </a:lstStyle>
          <a:p>
            <a:pPr lvl="0"/>
            <a:r>
              <a:rPr lang="en-CA" dirty="0"/>
              <a:t>###</a:t>
            </a:r>
          </a:p>
        </p:txBody>
      </p:sp>
      <p:sp>
        <p:nvSpPr>
          <p:cNvPr id="31" name="Text Placeholder 25">
            <a:extLst>
              <a:ext uri="{FF2B5EF4-FFF2-40B4-BE49-F238E27FC236}">
                <a16:creationId xmlns:a16="http://schemas.microsoft.com/office/drawing/2014/main" id="{192B3E66-8325-42DD-9967-4727AA07C0CA}"/>
              </a:ext>
            </a:extLst>
          </p:cNvPr>
          <p:cNvSpPr>
            <a:spLocks noGrp="1"/>
          </p:cNvSpPr>
          <p:nvPr>
            <p:ph type="body" sz="quarter" idx="29" hasCustomPrompt="1"/>
          </p:nvPr>
        </p:nvSpPr>
        <p:spPr>
          <a:xfrm>
            <a:off x="4307824" y="3105718"/>
            <a:ext cx="1008000" cy="1510063"/>
          </a:xfrm>
          <a:noFill/>
        </p:spPr>
        <p:txBody>
          <a:bodyPr anchor="ctr"/>
          <a:lstStyle>
            <a:lvl1pPr algn="ctr">
              <a:lnSpc>
                <a:spcPct val="90000"/>
              </a:lnSpc>
              <a:spcBef>
                <a:spcPts val="0"/>
              </a:spcBef>
              <a:buNone/>
              <a:defRPr sz="3200" b="1">
                <a:solidFill>
                  <a:schemeClr val="accent2"/>
                </a:solidFill>
              </a:defRPr>
            </a:lvl1pPr>
          </a:lstStyle>
          <a:p>
            <a:pPr lvl="0"/>
            <a:r>
              <a:rPr lang="en-CA" dirty="0"/>
              <a:t>###</a:t>
            </a:r>
          </a:p>
        </p:txBody>
      </p:sp>
      <p:sp>
        <p:nvSpPr>
          <p:cNvPr id="32" name="Text Placeholder 25">
            <a:extLst>
              <a:ext uri="{FF2B5EF4-FFF2-40B4-BE49-F238E27FC236}">
                <a16:creationId xmlns:a16="http://schemas.microsoft.com/office/drawing/2014/main" id="{8571404A-50F1-42A8-ADA3-20910C42EFB1}"/>
              </a:ext>
            </a:extLst>
          </p:cNvPr>
          <p:cNvSpPr>
            <a:spLocks noGrp="1"/>
          </p:cNvSpPr>
          <p:nvPr>
            <p:ph type="body" sz="quarter" idx="30" hasCustomPrompt="1"/>
          </p:nvPr>
        </p:nvSpPr>
        <p:spPr>
          <a:xfrm>
            <a:off x="8064784" y="3105718"/>
            <a:ext cx="1008000" cy="1510063"/>
          </a:xfrm>
          <a:noFill/>
        </p:spPr>
        <p:txBody>
          <a:bodyPr anchor="ctr"/>
          <a:lstStyle>
            <a:lvl1pPr algn="ctr">
              <a:lnSpc>
                <a:spcPct val="90000"/>
              </a:lnSpc>
              <a:spcBef>
                <a:spcPts val="0"/>
              </a:spcBef>
              <a:buNone/>
              <a:defRPr sz="3200" b="1">
                <a:solidFill>
                  <a:schemeClr val="accent2"/>
                </a:solidFill>
              </a:defRPr>
            </a:lvl1pPr>
          </a:lstStyle>
          <a:p>
            <a:pPr lvl="0"/>
            <a:r>
              <a:rPr lang="en-CA" dirty="0"/>
              <a:t>###</a:t>
            </a:r>
          </a:p>
        </p:txBody>
      </p:sp>
      <p:sp>
        <p:nvSpPr>
          <p:cNvPr id="33" name="Text Placeholder 25">
            <a:extLst>
              <a:ext uri="{FF2B5EF4-FFF2-40B4-BE49-F238E27FC236}">
                <a16:creationId xmlns:a16="http://schemas.microsoft.com/office/drawing/2014/main" id="{5CD475A0-32A7-4A6A-A194-DC23651D01B1}"/>
              </a:ext>
            </a:extLst>
          </p:cNvPr>
          <p:cNvSpPr>
            <a:spLocks noGrp="1"/>
          </p:cNvSpPr>
          <p:nvPr>
            <p:ph type="body" sz="quarter" idx="31" hasCustomPrompt="1"/>
          </p:nvPr>
        </p:nvSpPr>
        <p:spPr>
          <a:xfrm>
            <a:off x="550864" y="4798661"/>
            <a:ext cx="1008000" cy="1510063"/>
          </a:xfrm>
          <a:noFill/>
        </p:spPr>
        <p:txBody>
          <a:bodyPr anchor="ctr"/>
          <a:lstStyle>
            <a:lvl1pPr algn="ctr">
              <a:lnSpc>
                <a:spcPct val="90000"/>
              </a:lnSpc>
              <a:spcBef>
                <a:spcPts val="0"/>
              </a:spcBef>
              <a:buNone/>
              <a:defRPr sz="3200" b="1">
                <a:solidFill>
                  <a:schemeClr val="accent2"/>
                </a:solidFill>
              </a:defRPr>
            </a:lvl1pPr>
          </a:lstStyle>
          <a:p>
            <a:pPr lvl="0"/>
            <a:r>
              <a:rPr lang="en-CA" dirty="0"/>
              <a:t>###</a:t>
            </a:r>
          </a:p>
        </p:txBody>
      </p:sp>
      <p:sp>
        <p:nvSpPr>
          <p:cNvPr id="34" name="Text Placeholder 25">
            <a:extLst>
              <a:ext uri="{FF2B5EF4-FFF2-40B4-BE49-F238E27FC236}">
                <a16:creationId xmlns:a16="http://schemas.microsoft.com/office/drawing/2014/main" id="{D94CA6EC-4915-41B0-80C6-9691D00F257A}"/>
              </a:ext>
            </a:extLst>
          </p:cNvPr>
          <p:cNvSpPr>
            <a:spLocks noGrp="1"/>
          </p:cNvSpPr>
          <p:nvPr>
            <p:ph type="body" sz="quarter" idx="32" hasCustomPrompt="1"/>
          </p:nvPr>
        </p:nvSpPr>
        <p:spPr>
          <a:xfrm>
            <a:off x="4307824" y="4798661"/>
            <a:ext cx="1008000" cy="1510063"/>
          </a:xfrm>
          <a:noFill/>
        </p:spPr>
        <p:txBody>
          <a:bodyPr anchor="ctr"/>
          <a:lstStyle>
            <a:lvl1pPr algn="ctr">
              <a:lnSpc>
                <a:spcPct val="90000"/>
              </a:lnSpc>
              <a:spcBef>
                <a:spcPts val="0"/>
              </a:spcBef>
              <a:buNone/>
              <a:defRPr sz="3200" b="1">
                <a:solidFill>
                  <a:schemeClr val="accent2"/>
                </a:solidFill>
              </a:defRPr>
            </a:lvl1pPr>
          </a:lstStyle>
          <a:p>
            <a:pPr lvl="0"/>
            <a:r>
              <a:rPr lang="en-CA" dirty="0"/>
              <a:t>###</a:t>
            </a:r>
          </a:p>
        </p:txBody>
      </p:sp>
      <p:sp>
        <p:nvSpPr>
          <p:cNvPr id="35" name="Text Placeholder 25">
            <a:extLst>
              <a:ext uri="{FF2B5EF4-FFF2-40B4-BE49-F238E27FC236}">
                <a16:creationId xmlns:a16="http://schemas.microsoft.com/office/drawing/2014/main" id="{300598F7-6428-479C-BAAB-3A459ABDB49A}"/>
              </a:ext>
            </a:extLst>
          </p:cNvPr>
          <p:cNvSpPr>
            <a:spLocks noGrp="1"/>
          </p:cNvSpPr>
          <p:nvPr>
            <p:ph type="body" sz="quarter" idx="33" hasCustomPrompt="1"/>
          </p:nvPr>
        </p:nvSpPr>
        <p:spPr>
          <a:xfrm>
            <a:off x="8064784" y="4798661"/>
            <a:ext cx="1008000" cy="1510063"/>
          </a:xfrm>
          <a:noFill/>
        </p:spPr>
        <p:txBody>
          <a:bodyPr anchor="ctr"/>
          <a:lstStyle>
            <a:lvl1pPr algn="ctr">
              <a:lnSpc>
                <a:spcPct val="90000"/>
              </a:lnSpc>
              <a:spcBef>
                <a:spcPts val="0"/>
              </a:spcBef>
              <a:buNone/>
              <a:defRPr sz="3200" b="1">
                <a:solidFill>
                  <a:schemeClr val="accent2"/>
                </a:solidFill>
              </a:defRPr>
            </a:lvl1pPr>
          </a:lstStyle>
          <a:p>
            <a:pPr lvl="0"/>
            <a:r>
              <a:rPr lang="en-CA" dirty="0"/>
              <a:t>###</a:t>
            </a:r>
          </a:p>
        </p:txBody>
      </p:sp>
      <p:sp>
        <p:nvSpPr>
          <p:cNvPr id="36" name="Text Placeholder 2">
            <a:extLst>
              <a:ext uri="{FF2B5EF4-FFF2-40B4-BE49-F238E27FC236}">
                <a16:creationId xmlns:a16="http://schemas.microsoft.com/office/drawing/2014/main" id="{365711E8-25FD-495B-B3F7-3E65F06B5CAC}"/>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37" name="Text Placeholder 9">
            <a:extLst>
              <a:ext uri="{FF2B5EF4-FFF2-40B4-BE49-F238E27FC236}">
                <a16:creationId xmlns:a16="http://schemas.microsoft.com/office/drawing/2014/main" id="{90CE8596-F3B2-4C81-99F5-22D49DE1F40E}"/>
              </a:ext>
            </a:extLst>
          </p:cNvPr>
          <p:cNvSpPr>
            <a:spLocks noGrp="1"/>
          </p:cNvSpPr>
          <p:nvPr>
            <p:ph type="body" sz="quarter" idx="34" hasCustomPrompt="1"/>
          </p:nvPr>
        </p:nvSpPr>
        <p:spPr>
          <a:xfrm>
            <a:off x="6816080" y="0"/>
            <a:ext cx="5375920" cy="288000"/>
          </a:xfrm>
        </p:spPr>
        <p:txBody>
          <a:bodyPr wrap="none" lIns="90000" tIns="0" rIns="90000" anchor="ctr"/>
          <a:lstStyle>
            <a:lvl1pPr algn="r">
              <a:buNone/>
              <a:defRPr sz="1400" b="0">
                <a:solidFill>
                  <a:schemeClr val="bg1"/>
                </a:solidFill>
              </a:defRPr>
            </a:lvl1pPr>
            <a:lvl2pPr algn="r">
              <a:defRPr/>
            </a:lvl2pPr>
            <a:lvl3pPr algn="r">
              <a:defRPr/>
            </a:lvl3pPr>
            <a:lvl4pPr algn="r">
              <a:defRPr/>
            </a:lvl4pPr>
            <a:lvl5pPr algn="r">
              <a:defRPr/>
            </a:lvl5pPr>
          </a:lstStyle>
          <a:p>
            <a:pPr lvl="0"/>
            <a:r>
              <a:rPr lang="en-CA" dirty="0"/>
              <a:t>Click to add a section title</a:t>
            </a:r>
          </a:p>
        </p:txBody>
      </p:sp>
      <p:cxnSp>
        <p:nvCxnSpPr>
          <p:cNvPr id="38" name="Connecteur droit 37">
            <a:extLst>
              <a:ext uri="{FF2B5EF4-FFF2-40B4-BE49-F238E27FC236}">
                <a16:creationId xmlns:a16="http://schemas.microsoft.com/office/drawing/2014/main" id="{F98DC1F6-C617-42B8-BBEE-96609131ADB1}"/>
              </a:ext>
            </a:extLst>
          </p:cNvPr>
          <p:cNvCxnSpPr/>
          <p:nvPr userDrawn="1"/>
        </p:nvCxnSpPr>
        <p:spPr>
          <a:xfrm flipV="1">
            <a:off x="551384" y="-315416"/>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9" name="Connecteur droit 38">
            <a:extLst>
              <a:ext uri="{FF2B5EF4-FFF2-40B4-BE49-F238E27FC236}">
                <a16:creationId xmlns:a16="http://schemas.microsoft.com/office/drawing/2014/main" id="{4A7F9545-C6FB-4B22-8142-F710B4DC9CC5}"/>
              </a:ext>
            </a:extLst>
          </p:cNvPr>
          <p:cNvCxnSpPr/>
          <p:nvPr userDrawn="1"/>
        </p:nvCxnSpPr>
        <p:spPr>
          <a:xfrm flipV="1">
            <a:off x="11640616" y="-315416"/>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0" name="Connecteur droit 39">
            <a:extLst>
              <a:ext uri="{FF2B5EF4-FFF2-40B4-BE49-F238E27FC236}">
                <a16:creationId xmlns:a16="http://schemas.microsoft.com/office/drawing/2014/main" id="{7B35F559-C8FF-4CD9-83FE-E5EB6B6B4B8D}"/>
              </a:ext>
            </a:extLst>
          </p:cNvPr>
          <p:cNvCxnSpPr/>
          <p:nvPr userDrawn="1"/>
        </p:nvCxnSpPr>
        <p:spPr>
          <a:xfrm flipV="1">
            <a:off x="551384" y="6957392"/>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1" name="Connecteur droit 40">
            <a:extLst>
              <a:ext uri="{FF2B5EF4-FFF2-40B4-BE49-F238E27FC236}">
                <a16:creationId xmlns:a16="http://schemas.microsoft.com/office/drawing/2014/main" id="{88F7AE7D-BD18-494F-A96A-2AC5F91132BB}"/>
              </a:ext>
            </a:extLst>
          </p:cNvPr>
          <p:cNvCxnSpPr/>
          <p:nvPr userDrawn="1"/>
        </p:nvCxnSpPr>
        <p:spPr>
          <a:xfrm flipV="1">
            <a:off x="11640616" y="6957392"/>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2" name="Connecteur droit 41">
            <a:extLst>
              <a:ext uri="{FF2B5EF4-FFF2-40B4-BE49-F238E27FC236}">
                <a16:creationId xmlns:a16="http://schemas.microsoft.com/office/drawing/2014/main" id="{F65012FA-7478-41D7-A9AE-6563B2A4FB9D}"/>
              </a:ext>
            </a:extLst>
          </p:cNvPr>
          <p:cNvCxnSpPr/>
          <p:nvPr userDrawn="1"/>
        </p:nvCxnSpPr>
        <p:spPr>
          <a:xfrm>
            <a:off x="-312712" y="1412776"/>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3" name="Connecteur droit 42">
            <a:extLst>
              <a:ext uri="{FF2B5EF4-FFF2-40B4-BE49-F238E27FC236}">
                <a16:creationId xmlns:a16="http://schemas.microsoft.com/office/drawing/2014/main" id="{CAD4C5B9-1F31-4E57-800E-CB74E0C1CDEE}"/>
              </a:ext>
            </a:extLst>
          </p:cNvPr>
          <p:cNvCxnSpPr/>
          <p:nvPr userDrawn="1"/>
        </p:nvCxnSpPr>
        <p:spPr>
          <a:xfrm>
            <a:off x="12288688" y="1412776"/>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4" name="Connecteur droit 43">
            <a:extLst>
              <a:ext uri="{FF2B5EF4-FFF2-40B4-BE49-F238E27FC236}">
                <a16:creationId xmlns:a16="http://schemas.microsoft.com/office/drawing/2014/main" id="{CE758437-F13B-4BB5-95F4-2E9CD954D657}"/>
              </a:ext>
            </a:extLst>
          </p:cNvPr>
          <p:cNvCxnSpPr/>
          <p:nvPr userDrawn="1"/>
        </p:nvCxnSpPr>
        <p:spPr>
          <a:xfrm>
            <a:off x="-312712" y="6309221"/>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5" name="Connecteur droit 44">
            <a:extLst>
              <a:ext uri="{FF2B5EF4-FFF2-40B4-BE49-F238E27FC236}">
                <a16:creationId xmlns:a16="http://schemas.microsoft.com/office/drawing/2014/main" id="{291414B2-E020-45DD-B193-670A0F9B74ED}"/>
              </a:ext>
            </a:extLst>
          </p:cNvPr>
          <p:cNvCxnSpPr/>
          <p:nvPr userDrawn="1"/>
        </p:nvCxnSpPr>
        <p:spPr>
          <a:xfrm>
            <a:off x="12288688" y="6309221"/>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pic>
        <p:nvPicPr>
          <p:cNvPr id="4" name="Graphic 6">
            <a:extLst>
              <a:ext uri="{FF2B5EF4-FFF2-40B4-BE49-F238E27FC236}">
                <a16:creationId xmlns:a16="http://schemas.microsoft.com/office/drawing/2014/main" id="{33B0F57C-94EC-F083-74C0-04A6EDB431A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125192" y="6569915"/>
            <a:ext cx="457208" cy="171453"/>
          </a:xfrm>
          <a:prstGeom prst="rect">
            <a:avLst/>
          </a:prstGeom>
        </p:spPr>
      </p:pic>
    </p:spTree>
    <p:extLst>
      <p:ext uri="{BB962C8B-B14F-4D97-AF65-F5344CB8AC3E}">
        <p14:creationId xmlns:p14="http://schemas.microsoft.com/office/powerpoint/2010/main" val="350301789"/>
      </p:ext>
    </p:extLst>
  </p:cSld>
  <p:clrMapOvr>
    <a:masterClrMapping/>
  </p:clrMapOvr>
  <p:transition spd="med">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Layouts with image(s)">
    <p:bg>
      <p:bgPr>
        <a:solidFill>
          <a:schemeClr val="tx1"/>
        </a:solidFill>
        <a:effectLst/>
      </p:bgPr>
    </p:bg>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4CDBD09A-C850-4625-902E-40D490228FC5}"/>
              </a:ext>
            </a:extLst>
          </p:cNvPr>
          <p:cNvSpPr txBox="1"/>
          <p:nvPr userDrawn="1"/>
        </p:nvSpPr>
        <p:spPr>
          <a:xfrm>
            <a:off x="2" y="1720841"/>
            <a:ext cx="12191999" cy="3416320"/>
          </a:xfrm>
          <a:prstGeom prst="rect">
            <a:avLst/>
          </a:prstGeom>
          <a:noFill/>
        </p:spPr>
        <p:txBody>
          <a:bodyPr wrap="square" lIns="337500" rIns="337500" rtlCol="0" anchor="ctr" anchorCtr="0">
            <a:spAutoFit/>
          </a:bodyPr>
          <a:lstStyle/>
          <a:p>
            <a:pPr algn="ctr"/>
            <a:r>
              <a:rPr lang="en-CA" sz="8800" b="1" i="0" noProof="0" dirty="0">
                <a:solidFill>
                  <a:schemeClr val="bg1"/>
                </a:solidFill>
                <a:latin typeface="+mj-lt"/>
              </a:rPr>
              <a:t>Layouts</a:t>
            </a:r>
            <a:r>
              <a:rPr lang="en-CA" sz="8800" b="1" noProof="0" dirty="0">
                <a:solidFill>
                  <a:schemeClr val="bg1"/>
                </a:solidFill>
                <a:latin typeface="+mj-lt"/>
              </a:rPr>
              <a:t> with image(s)</a:t>
            </a:r>
            <a:endParaRPr lang="en-CA" sz="8800" b="1" i="1" noProof="0" dirty="0">
              <a:solidFill>
                <a:schemeClr val="bg1"/>
              </a:solidFill>
              <a:latin typeface="+mj-lt"/>
            </a:endParaRPr>
          </a:p>
          <a:p>
            <a:pPr marL="0" marR="0" lvl="0" indent="0" algn="ctr" defTabSz="913614" rtl="0" eaLnBrk="1" fontAlgn="base" latinLnBrk="0" hangingPunct="1">
              <a:lnSpc>
                <a:spcPct val="100000"/>
              </a:lnSpc>
              <a:spcBef>
                <a:spcPct val="0"/>
              </a:spcBef>
              <a:spcAft>
                <a:spcPct val="0"/>
              </a:spcAft>
              <a:buClrTx/>
              <a:buSzTx/>
              <a:buFontTx/>
              <a:buNone/>
              <a:tabLst/>
              <a:defRPr/>
            </a:pPr>
            <a:endParaRPr lang="en-CA" sz="2000" i="1" kern="1200" noProof="0" dirty="0">
              <a:solidFill>
                <a:schemeClr val="bg1"/>
              </a:solidFill>
              <a:latin typeface="+mj-lt"/>
              <a:ea typeface="+mn-ea"/>
              <a:cs typeface="+mn-cs"/>
            </a:endParaRPr>
          </a:p>
          <a:p>
            <a:pPr marL="0" marR="0" lvl="0" indent="0" algn="ctr" defTabSz="913614" rtl="0" eaLnBrk="1" fontAlgn="base" latinLnBrk="0" hangingPunct="1">
              <a:lnSpc>
                <a:spcPct val="100000"/>
              </a:lnSpc>
              <a:spcBef>
                <a:spcPct val="0"/>
              </a:spcBef>
              <a:spcAft>
                <a:spcPct val="0"/>
              </a:spcAft>
              <a:buClrTx/>
              <a:buSzTx/>
              <a:buFontTx/>
              <a:buNone/>
              <a:tabLst/>
              <a:defRPr/>
            </a:pPr>
            <a:r>
              <a:rPr lang="en-CA" sz="2000" i="1" kern="1200" noProof="0" dirty="0">
                <a:solidFill>
                  <a:schemeClr val="bg1"/>
                </a:solidFill>
                <a:latin typeface="+mj-lt"/>
                <a:ea typeface="+mn-ea"/>
                <a:cs typeface="+mn-cs"/>
              </a:rPr>
              <a:t>- Never use this page in your presentation -</a:t>
            </a:r>
          </a:p>
        </p:txBody>
      </p:sp>
    </p:spTree>
    <p:extLst>
      <p:ext uri="{BB962C8B-B14F-4D97-AF65-F5344CB8AC3E}">
        <p14:creationId xmlns:p14="http://schemas.microsoft.com/office/powerpoint/2010/main" val="1164055734"/>
      </p:ext>
    </p:extLst>
  </p:cSld>
  <p:clrMapOvr>
    <a:masterClrMapping/>
  </p:clrMapOvr>
  <p:transition spd="med">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 image">
    <p:spTree>
      <p:nvGrpSpPr>
        <p:cNvPr id="1" name=""/>
        <p:cNvGrpSpPr/>
        <p:nvPr/>
      </p:nvGrpSpPr>
      <p:grpSpPr>
        <a:xfrm>
          <a:off x="0" y="0"/>
          <a:ext cx="0" cy="0"/>
          <a:chOff x="0" y="0"/>
          <a:chExt cx="0" cy="0"/>
        </a:xfrm>
      </p:grpSpPr>
      <p:sp>
        <p:nvSpPr>
          <p:cNvPr id="2" name="Slide Number Placeholder 1"/>
          <p:cNvSpPr>
            <a:spLocks noGrp="1"/>
          </p:cNvSpPr>
          <p:nvPr>
            <p:ph type="sldNum" sz="quarter" idx="16"/>
          </p:nvPr>
        </p:nvSpPr>
        <p:spPr/>
        <p:txBody>
          <a:bodyPr/>
          <a:lstStyle/>
          <a:p>
            <a:fld id="{9F13E4E3-EA9B-4FF8-B6C4-2516ED16E94E}" type="slidenum">
              <a:rPr lang="en-CA" smtClean="0"/>
              <a:t>‹#›</a:t>
            </a:fld>
            <a:endParaRPr lang="en-CA" dirty="0"/>
          </a:p>
        </p:txBody>
      </p:sp>
      <p:sp>
        <p:nvSpPr>
          <p:cNvPr id="4" name="Titre 3">
            <a:extLst>
              <a:ext uri="{FF2B5EF4-FFF2-40B4-BE49-F238E27FC236}">
                <a16:creationId xmlns:a16="http://schemas.microsoft.com/office/drawing/2014/main" id="{E0B6C602-9578-43AE-8E00-D62D667B0155}"/>
              </a:ext>
            </a:extLst>
          </p:cNvPr>
          <p:cNvSpPr>
            <a:spLocks noGrp="1"/>
          </p:cNvSpPr>
          <p:nvPr>
            <p:ph type="title" hasCustomPrompt="1"/>
          </p:nvPr>
        </p:nvSpPr>
        <p:spPr>
          <a:xfrm>
            <a:off x="551384" y="332656"/>
            <a:ext cx="6840760" cy="864000"/>
          </a:xfrm>
        </p:spPr>
        <p:txBody>
          <a:bodyPr/>
          <a:lstStyle/>
          <a:p>
            <a:r>
              <a:rPr lang="en-CA" noProof="0" dirty="0"/>
              <a:t>Click to add a headline</a:t>
            </a:r>
            <a:endParaRPr lang="en-CA" dirty="0"/>
          </a:p>
        </p:txBody>
      </p:sp>
      <p:sp>
        <p:nvSpPr>
          <p:cNvPr id="8" name="Espace réservé du contenu 6">
            <a:extLst>
              <a:ext uri="{FF2B5EF4-FFF2-40B4-BE49-F238E27FC236}">
                <a16:creationId xmlns:a16="http://schemas.microsoft.com/office/drawing/2014/main" id="{862E9823-198D-4419-AC46-8A691B133A1D}"/>
              </a:ext>
            </a:extLst>
          </p:cNvPr>
          <p:cNvSpPr>
            <a:spLocks noGrp="1"/>
          </p:cNvSpPr>
          <p:nvPr>
            <p:ph sz="quarter" idx="17" hasCustomPrompt="1"/>
          </p:nvPr>
        </p:nvSpPr>
        <p:spPr>
          <a:xfrm>
            <a:off x="551384" y="1412775"/>
            <a:ext cx="6840760" cy="4895949"/>
          </a:xfrm>
        </p:spPr>
        <p:txBody>
          <a:bodyPr/>
          <a:lstStyle>
            <a:lvl1pPr>
              <a:defRPr sz="2200"/>
            </a:lvl1pPr>
            <a:lvl2pPr>
              <a:defRPr sz="2000"/>
            </a:lvl2pPr>
            <a:lvl3pPr>
              <a:defRPr sz="1800"/>
            </a:lvl3pPr>
            <a:lvl4pPr>
              <a:defRPr sz="1600"/>
            </a:lvl4pPr>
            <a:lvl5pPr>
              <a:defRPr sz="2000"/>
            </a:lvl5pPr>
            <a:lvl6pPr>
              <a:defRPr sz="1800"/>
            </a:lvl6pPr>
            <a:lvl7pPr>
              <a:defRPr sz="22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0" name="Text Placeholder 2">
            <a:extLst>
              <a:ext uri="{FF2B5EF4-FFF2-40B4-BE49-F238E27FC236}">
                <a16:creationId xmlns:a16="http://schemas.microsoft.com/office/drawing/2014/main" id="{821023F6-3922-499A-AAF5-2E020F19E91C}"/>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9" name="Picture Placeholder 6">
            <a:extLst>
              <a:ext uri="{FF2B5EF4-FFF2-40B4-BE49-F238E27FC236}">
                <a16:creationId xmlns:a16="http://schemas.microsoft.com/office/drawing/2014/main" id="{6D4CE241-4263-4CA2-BBF7-0D4321AF9FB8}"/>
              </a:ext>
            </a:extLst>
          </p:cNvPr>
          <p:cNvSpPr>
            <a:spLocks noGrp="1"/>
          </p:cNvSpPr>
          <p:nvPr>
            <p:ph type="pic" sz="quarter" idx="14" hasCustomPrompt="1"/>
          </p:nvPr>
        </p:nvSpPr>
        <p:spPr>
          <a:xfrm>
            <a:off x="7752184" y="0"/>
            <a:ext cx="4439816" cy="6308724"/>
          </a:xfrm>
        </p:spPr>
        <p:txBody>
          <a:bodyPr tIns="2448000"/>
          <a:lstStyle>
            <a:lvl1pPr algn="ctr">
              <a:buNone/>
              <a:defRPr/>
            </a:lvl1pPr>
          </a:lstStyle>
          <a:p>
            <a:pPr marL="0" marR="0" lvl="0" indent="0" algn="ctr" defTabSz="612019" rtl="0" eaLnBrk="1" fontAlgn="base" latinLnBrk="0" hangingPunct="1">
              <a:lnSpc>
                <a:spcPct val="100000"/>
              </a:lnSpc>
              <a:spcBef>
                <a:spcPts val="1400"/>
              </a:spcBef>
              <a:spcAft>
                <a:spcPts val="0"/>
              </a:spcAft>
              <a:buClrTx/>
              <a:buSzTx/>
              <a:buFont typeface="Arial" panose="020B0604020202020204" pitchFamily="34" charset="0"/>
              <a:buChar char="​"/>
              <a:tabLst/>
              <a:defRPr/>
            </a:pPr>
            <a:r>
              <a:rPr lang="en-CA" noProof="0" dirty="0"/>
              <a:t>Click on icon to add an image</a:t>
            </a:r>
          </a:p>
        </p:txBody>
      </p:sp>
    </p:spTree>
    <p:extLst>
      <p:ext uri="{BB962C8B-B14F-4D97-AF65-F5344CB8AC3E}">
        <p14:creationId xmlns:p14="http://schemas.microsoft.com/office/powerpoint/2010/main" val="3616097379"/>
      </p:ext>
    </p:extLst>
  </p:cSld>
  <p:clrMapOvr>
    <a:masterClrMapping/>
  </p:clrMapOvr>
  <p:transition spd="med">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ntent + 2 images">
    <p:spTree>
      <p:nvGrpSpPr>
        <p:cNvPr id="1" name=""/>
        <p:cNvGrpSpPr/>
        <p:nvPr/>
      </p:nvGrpSpPr>
      <p:grpSpPr>
        <a:xfrm>
          <a:off x="0" y="0"/>
          <a:ext cx="0" cy="0"/>
          <a:chOff x="0" y="0"/>
          <a:chExt cx="0" cy="0"/>
        </a:xfrm>
      </p:grpSpPr>
      <p:sp>
        <p:nvSpPr>
          <p:cNvPr id="6" name="Picture Placeholder 5"/>
          <p:cNvSpPr>
            <a:spLocks noGrp="1"/>
          </p:cNvSpPr>
          <p:nvPr>
            <p:ph type="pic" sz="quarter" idx="14" hasCustomPrompt="1"/>
          </p:nvPr>
        </p:nvSpPr>
        <p:spPr>
          <a:xfrm>
            <a:off x="6239384" y="1412776"/>
            <a:ext cx="5400000" cy="2304000"/>
          </a:xfrm>
        </p:spPr>
        <p:txBody>
          <a:bodyPr lIns="72000"/>
          <a:lstStyle>
            <a:lvl1pPr marL="0" marR="0" indent="0" algn="l" defTabSz="428625" rtl="0" eaLnBrk="1" fontAlgn="auto" latinLnBrk="0" hangingPunct="1">
              <a:lnSpc>
                <a:spcPct val="100000"/>
              </a:lnSpc>
              <a:spcBef>
                <a:spcPts val="281"/>
              </a:spcBef>
              <a:spcAft>
                <a:spcPts val="0"/>
              </a:spcAft>
              <a:buClrTx/>
              <a:buSzTx/>
              <a:buFont typeface="Arial"/>
              <a:buNone/>
              <a:tabLst/>
              <a:defRPr sz="1688"/>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7" name="Picture Placeholder 5"/>
          <p:cNvSpPr>
            <a:spLocks noGrp="1"/>
          </p:cNvSpPr>
          <p:nvPr>
            <p:ph type="pic" sz="quarter" idx="15" hasCustomPrompt="1"/>
          </p:nvPr>
        </p:nvSpPr>
        <p:spPr>
          <a:xfrm>
            <a:off x="6239384" y="4004776"/>
            <a:ext cx="5400000" cy="2304000"/>
          </a:xfrm>
        </p:spPr>
        <p:txBody>
          <a:bodyPr lIns="72000"/>
          <a:lstStyle>
            <a:lvl1pPr marL="0" marR="0" indent="0" algn="l" defTabSz="428625" rtl="0" eaLnBrk="1" fontAlgn="auto" latinLnBrk="0" hangingPunct="1">
              <a:lnSpc>
                <a:spcPct val="100000"/>
              </a:lnSpc>
              <a:spcBef>
                <a:spcPts val="281"/>
              </a:spcBef>
              <a:spcAft>
                <a:spcPts val="0"/>
              </a:spcAft>
              <a:buClrTx/>
              <a:buSzTx/>
              <a:buFont typeface="Arial"/>
              <a:buNone/>
              <a:tabLst/>
              <a:defRPr sz="1688"/>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2" name="Slide Number Placeholder 1"/>
          <p:cNvSpPr>
            <a:spLocks noGrp="1"/>
          </p:cNvSpPr>
          <p:nvPr>
            <p:ph type="sldNum" sz="quarter" idx="16"/>
          </p:nvPr>
        </p:nvSpPr>
        <p:spPr/>
        <p:txBody>
          <a:bodyPr/>
          <a:lstStyle/>
          <a:p>
            <a:fld id="{9F13E4E3-EA9B-4FF8-B6C4-2516ED16E94E}" type="slidenum">
              <a:rPr lang="en-CA" smtClean="0"/>
              <a:t>‹#›</a:t>
            </a:fld>
            <a:endParaRPr lang="en-CA" dirty="0"/>
          </a:p>
        </p:txBody>
      </p:sp>
      <p:sp>
        <p:nvSpPr>
          <p:cNvPr id="4" name="Titre 3">
            <a:extLst>
              <a:ext uri="{FF2B5EF4-FFF2-40B4-BE49-F238E27FC236}">
                <a16:creationId xmlns:a16="http://schemas.microsoft.com/office/drawing/2014/main" id="{E0B6C602-9578-43AE-8E00-D62D667B0155}"/>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8" name="Espace réservé du contenu 6">
            <a:extLst>
              <a:ext uri="{FF2B5EF4-FFF2-40B4-BE49-F238E27FC236}">
                <a16:creationId xmlns:a16="http://schemas.microsoft.com/office/drawing/2014/main" id="{862E9823-198D-4419-AC46-8A691B133A1D}"/>
              </a:ext>
            </a:extLst>
          </p:cNvPr>
          <p:cNvSpPr>
            <a:spLocks noGrp="1"/>
          </p:cNvSpPr>
          <p:nvPr>
            <p:ph sz="quarter" idx="17" hasCustomPrompt="1"/>
          </p:nvPr>
        </p:nvSpPr>
        <p:spPr>
          <a:xfrm>
            <a:off x="551384" y="1412775"/>
            <a:ext cx="5400000" cy="4895949"/>
          </a:xfrm>
        </p:spPr>
        <p:txBody>
          <a:bodyPr/>
          <a:lstStyle>
            <a:lvl1pPr>
              <a:defRPr sz="2200"/>
            </a:lvl1pPr>
            <a:lvl2pPr>
              <a:defRPr sz="2000"/>
            </a:lvl2pPr>
            <a:lvl3pPr>
              <a:defRPr sz="1800"/>
            </a:lvl3pPr>
            <a:lvl4pPr>
              <a:defRPr sz="1600"/>
            </a:lvl4pPr>
            <a:lvl5pPr>
              <a:defRPr sz="2000"/>
            </a:lvl5pPr>
            <a:lvl6pPr>
              <a:defRPr sz="1800"/>
            </a:lvl6pPr>
            <a:lvl7pPr>
              <a:defRPr sz="22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0" name="Text Placeholder 2">
            <a:extLst>
              <a:ext uri="{FF2B5EF4-FFF2-40B4-BE49-F238E27FC236}">
                <a16:creationId xmlns:a16="http://schemas.microsoft.com/office/drawing/2014/main" id="{821023F6-3922-499A-AAF5-2E020F19E91C}"/>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2" name="Text Placeholder 9">
            <a:extLst>
              <a:ext uri="{FF2B5EF4-FFF2-40B4-BE49-F238E27FC236}">
                <a16:creationId xmlns:a16="http://schemas.microsoft.com/office/drawing/2014/main" id="{1FC8FC8F-7677-4048-B887-7D3E8646F7B2}"/>
              </a:ext>
            </a:extLst>
          </p:cNvPr>
          <p:cNvSpPr>
            <a:spLocks noGrp="1"/>
          </p:cNvSpPr>
          <p:nvPr>
            <p:ph type="body" sz="quarter" idx="18"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Tree>
    <p:extLst>
      <p:ext uri="{BB962C8B-B14F-4D97-AF65-F5344CB8AC3E}">
        <p14:creationId xmlns:p14="http://schemas.microsoft.com/office/powerpoint/2010/main" val="2727457494"/>
      </p:ext>
    </p:extLst>
  </p:cSld>
  <p:clrMapOvr>
    <a:masterClrMapping/>
  </p:clrMapOvr>
  <p:transition spd="med">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 2 images + message box">
    <p:spTree>
      <p:nvGrpSpPr>
        <p:cNvPr id="1" name=""/>
        <p:cNvGrpSpPr/>
        <p:nvPr/>
      </p:nvGrpSpPr>
      <p:grpSpPr>
        <a:xfrm>
          <a:off x="0" y="0"/>
          <a:ext cx="0" cy="0"/>
          <a:chOff x="0" y="0"/>
          <a:chExt cx="0" cy="0"/>
        </a:xfrm>
      </p:grpSpPr>
      <p:sp>
        <p:nvSpPr>
          <p:cNvPr id="15" name="Picture Placeholder 5"/>
          <p:cNvSpPr>
            <a:spLocks noGrp="1"/>
          </p:cNvSpPr>
          <p:nvPr>
            <p:ph type="pic" sz="quarter" idx="14" hasCustomPrompt="1"/>
          </p:nvPr>
        </p:nvSpPr>
        <p:spPr>
          <a:xfrm>
            <a:off x="6239384" y="1412777"/>
            <a:ext cx="5400000" cy="1944000"/>
          </a:xfrm>
        </p:spPr>
        <p:txBody>
          <a:bodyPr lIns="72000"/>
          <a:lstStyle>
            <a:lvl1pPr marL="0" marR="0" indent="0" algn="l" defTabSz="428625" rtl="0" eaLnBrk="1" fontAlgn="auto" latinLnBrk="0" hangingPunct="1">
              <a:lnSpc>
                <a:spcPct val="100000"/>
              </a:lnSpc>
              <a:spcBef>
                <a:spcPts val="281"/>
              </a:spcBef>
              <a:spcAft>
                <a:spcPts val="0"/>
              </a:spcAft>
              <a:buClrTx/>
              <a:buSzTx/>
              <a:buFont typeface="Arial"/>
              <a:buNone/>
              <a:tabLst/>
              <a:defRPr sz="1688"/>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17" name="Picture Placeholder 5"/>
          <p:cNvSpPr>
            <a:spLocks noGrp="1"/>
          </p:cNvSpPr>
          <p:nvPr>
            <p:ph type="pic" sz="quarter" idx="16" hasCustomPrompt="1"/>
          </p:nvPr>
        </p:nvSpPr>
        <p:spPr>
          <a:xfrm>
            <a:off x="6239384" y="3572776"/>
            <a:ext cx="5400000" cy="1944000"/>
          </a:xfrm>
        </p:spPr>
        <p:txBody>
          <a:bodyPr lIns="72000"/>
          <a:lstStyle>
            <a:lvl1pPr marL="0" marR="0" indent="0" algn="l" defTabSz="428625" rtl="0" eaLnBrk="1" fontAlgn="auto" latinLnBrk="0" hangingPunct="1">
              <a:lnSpc>
                <a:spcPct val="100000"/>
              </a:lnSpc>
              <a:spcBef>
                <a:spcPts val="281"/>
              </a:spcBef>
              <a:spcAft>
                <a:spcPts val="0"/>
              </a:spcAft>
              <a:buClrTx/>
              <a:buSzTx/>
              <a:buFont typeface="Arial"/>
              <a:buNone/>
              <a:tabLst/>
              <a:defRPr sz="1688"/>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2" name="Slide Number Placeholder 1"/>
          <p:cNvSpPr>
            <a:spLocks noGrp="1"/>
          </p:cNvSpPr>
          <p:nvPr>
            <p:ph type="sldNum" sz="quarter" idx="17"/>
          </p:nvPr>
        </p:nvSpPr>
        <p:spPr/>
        <p:txBody>
          <a:bodyPr/>
          <a:lstStyle/>
          <a:p>
            <a:fld id="{9F13E4E3-EA9B-4FF8-B6C4-2516ED16E94E}" type="slidenum">
              <a:rPr lang="en-CA" smtClean="0"/>
              <a:t>‹#›</a:t>
            </a:fld>
            <a:endParaRPr lang="en-CA" dirty="0"/>
          </a:p>
        </p:txBody>
      </p:sp>
      <p:sp>
        <p:nvSpPr>
          <p:cNvPr id="4" name="Titre 3">
            <a:extLst>
              <a:ext uri="{FF2B5EF4-FFF2-40B4-BE49-F238E27FC236}">
                <a16:creationId xmlns:a16="http://schemas.microsoft.com/office/drawing/2014/main" id="{14660C39-9119-4903-A341-80D38417B913}"/>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9" name="Espace réservé du contenu 6">
            <a:extLst>
              <a:ext uri="{FF2B5EF4-FFF2-40B4-BE49-F238E27FC236}">
                <a16:creationId xmlns:a16="http://schemas.microsoft.com/office/drawing/2014/main" id="{4C0BCC92-11CD-4AA6-AA28-C79F4CC14329}"/>
              </a:ext>
            </a:extLst>
          </p:cNvPr>
          <p:cNvSpPr>
            <a:spLocks noGrp="1"/>
          </p:cNvSpPr>
          <p:nvPr>
            <p:ph sz="quarter" idx="18" hasCustomPrompt="1"/>
          </p:nvPr>
        </p:nvSpPr>
        <p:spPr>
          <a:xfrm>
            <a:off x="551384" y="1412776"/>
            <a:ext cx="5400000" cy="4104000"/>
          </a:xfrm>
        </p:spPr>
        <p:txBody>
          <a:bodyPr/>
          <a:lstStyle>
            <a:lvl1pPr>
              <a:defRPr sz="2200"/>
            </a:lvl1pPr>
            <a:lvl2pPr>
              <a:defRPr sz="2000"/>
            </a:lvl2pPr>
            <a:lvl3pPr>
              <a:defRPr sz="1800"/>
            </a:lvl3pPr>
            <a:lvl4pPr>
              <a:defRPr sz="1600"/>
            </a:lvl4pPr>
            <a:lvl5pPr>
              <a:defRPr sz="2000"/>
            </a:lvl5pPr>
            <a:lvl6pPr>
              <a:defRPr sz="1800"/>
            </a:lvl6pPr>
            <a:lvl7pPr>
              <a:defRPr sz="22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3" name="Text Placeholder 2">
            <a:extLst>
              <a:ext uri="{FF2B5EF4-FFF2-40B4-BE49-F238E27FC236}">
                <a16:creationId xmlns:a16="http://schemas.microsoft.com/office/drawing/2014/main" id="{E1F46F23-B326-4A6A-8466-FDBDAF883278}"/>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4" name="Text Placeholder 9">
            <a:extLst>
              <a:ext uri="{FF2B5EF4-FFF2-40B4-BE49-F238E27FC236}">
                <a16:creationId xmlns:a16="http://schemas.microsoft.com/office/drawing/2014/main" id="{88104A1E-63B4-439F-8AB5-81BA2A6D1023}"/>
              </a:ext>
            </a:extLst>
          </p:cNvPr>
          <p:cNvSpPr>
            <a:spLocks noGrp="1"/>
          </p:cNvSpPr>
          <p:nvPr>
            <p:ph type="body" sz="quarter" idx="15"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10" name="Text Placeholder 5">
            <a:extLst>
              <a:ext uri="{FF2B5EF4-FFF2-40B4-BE49-F238E27FC236}">
                <a16:creationId xmlns:a16="http://schemas.microsoft.com/office/drawing/2014/main" id="{2656C036-3445-4184-A620-43C32A110E1A}"/>
              </a:ext>
            </a:extLst>
          </p:cNvPr>
          <p:cNvSpPr>
            <a:spLocks noGrp="1"/>
          </p:cNvSpPr>
          <p:nvPr>
            <p:ph type="body" sz="quarter" idx="19" hasCustomPrompt="1"/>
          </p:nvPr>
        </p:nvSpPr>
        <p:spPr>
          <a:xfrm>
            <a:off x="551384" y="5910101"/>
            <a:ext cx="11088000" cy="399219"/>
          </a:xfrm>
          <a:solidFill>
            <a:schemeClr val="tx2"/>
          </a:solidFill>
        </p:spPr>
        <p:txBody>
          <a:bodyPr lIns="180000" tIns="75600" rIns="180000" bIns="75600" anchor="b">
            <a:spAutoFit/>
          </a:bodyPr>
          <a:lstStyle>
            <a:lvl1pPr algn="ctr">
              <a:lnSpc>
                <a:spcPct val="89000"/>
              </a:lnSpc>
              <a:spcBef>
                <a:spcPts val="600"/>
              </a:spcBef>
              <a:buNone/>
              <a:defRPr sz="1800" b="1">
                <a:solidFill>
                  <a:schemeClr val="bg1"/>
                </a:solidFill>
              </a:defRPr>
            </a:lvl1pPr>
          </a:lstStyle>
          <a:p>
            <a:pPr lvl="0"/>
            <a:r>
              <a:rPr lang="en-CA" dirty="0"/>
              <a:t>Message box</a:t>
            </a:r>
          </a:p>
        </p:txBody>
      </p:sp>
    </p:spTree>
    <p:extLst>
      <p:ext uri="{BB962C8B-B14F-4D97-AF65-F5344CB8AC3E}">
        <p14:creationId xmlns:p14="http://schemas.microsoft.com/office/powerpoint/2010/main" val="1312256147"/>
      </p:ext>
    </p:extLst>
  </p:cSld>
  <p:clrMapOvr>
    <a:masterClrMapping/>
  </p:clrMapOvr>
  <p:transition spd="med">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tent + 3 images">
    <p:spTree>
      <p:nvGrpSpPr>
        <p:cNvPr id="1" name=""/>
        <p:cNvGrpSpPr/>
        <p:nvPr/>
      </p:nvGrpSpPr>
      <p:grpSpPr>
        <a:xfrm>
          <a:off x="0" y="0"/>
          <a:ext cx="0" cy="0"/>
          <a:chOff x="0" y="0"/>
          <a:chExt cx="0" cy="0"/>
        </a:xfrm>
      </p:grpSpPr>
      <p:sp>
        <p:nvSpPr>
          <p:cNvPr id="6" name="Picture Placeholder 5"/>
          <p:cNvSpPr>
            <a:spLocks noGrp="1"/>
          </p:cNvSpPr>
          <p:nvPr>
            <p:ph type="pic" sz="quarter" idx="14" hasCustomPrompt="1"/>
          </p:nvPr>
        </p:nvSpPr>
        <p:spPr>
          <a:xfrm>
            <a:off x="6239384" y="1412778"/>
            <a:ext cx="5400000" cy="1512000"/>
          </a:xfrm>
        </p:spPr>
        <p:txBody>
          <a:bodyPr lIns="72000"/>
          <a:lstStyle>
            <a:lvl1pPr marL="0" marR="0" indent="0" algn="l" defTabSz="428625" rtl="0" eaLnBrk="1" fontAlgn="auto" latinLnBrk="0" hangingPunct="1">
              <a:lnSpc>
                <a:spcPct val="100000"/>
              </a:lnSpc>
              <a:spcBef>
                <a:spcPts val="281"/>
              </a:spcBef>
              <a:spcAft>
                <a:spcPts val="0"/>
              </a:spcAft>
              <a:buClrTx/>
              <a:buSzTx/>
              <a:buFont typeface="Arial"/>
              <a:buNone/>
              <a:tabLst/>
              <a:defRPr sz="1688"/>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7" name="Picture Placeholder 5"/>
          <p:cNvSpPr>
            <a:spLocks noGrp="1"/>
          </p:cNvSpPr>
          <p:nvPr>
            <p:ph type="pic" sz="quarter" idx="15" hasCustomPrompt="1"/>
          </p:nvPr>
        </p:nvSpPr>
        <p:spPr>
          <a:xfrm>
            <a:off x="6239384" y="3104777"/>
            <a:ext cx="5400000" cy="1512000"/>
          </a:xfrm>
        </p:spPr>
        <p:txBody>
          <a:bodyPr lIns="72000"/>
          <a:lstStyle>
            <a:lvl1pPr marL="0" marR="0" indent="0" algn="l" defTabSz="428625" rtl="0" eaLnBrk="1" fontAlgn="auto" latinLnBrk="0" hangingPunct="1">
              <a:lnSpc>
                <a:spcPct val="100000"/>
              </a:lnSpc>
              <a:spcBef>
                <a:spcPts val="281"/>
              </a:spcBef>
              <a:spcAft>
                <a:spcPts val="0"/>
              </a:spcAft>
              <a:buClrTx/>
              <a:buSzTx/>
              <a:buFont typeface="Arial"/>
              <a:buNone/>
              <a:tabLst/>
              <a:defRPr sz="1688"/>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8" name="Picture Placeholder 5"/>
          <p:cNvSpPr>
            <a:spLocks noGrp="1"/>
          </p:cNvSpPr>
          <p:nvPr>
            <p:ph type="pic" sz="quarter" idx="16" hasCustomPrompt="1"/>
          </p:nvPr>
        </p:nvSpPr>
        <p:spPr>
          <a:xfrm>
            <a:off x="6239384" y="4796776"/>
            <a:ext cx="5400000" cy="1512000"/>
          </a:xfrm>
        </p:spPr>
        <p:txBody>
          <a:bodyPr lIns="72000"/>
          <a:lstStyle>
            <a:lvl1pPr marL="0" marR="0" indent="0" algn="l" defTabSz="428625" rtl="0" eaLnBrk="1" fontAlgn="auto" latinLnBrk="0" hangingPunct="1">
              <a:lnSpc>
                <a:spcPct val="100000"/>
              </a:lnSpc>
              <a:spcBef>
                <a:spcPts val="281"/>
              </a:spcBef>
              <a:spcAft>
                <a:spcPts val="0"/>
              </a:spcAft>
              <a:buClrTx/>
              <a:buSzTx/>
              <a:buFont typeface="Arial"/>
              <a:buNone/>
              <a:tabLst/>
              <a:defRPr sz="1688"/>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2" name="Slide Number Placeholder 1"/>
          <p:cNvSpPr>
            <a:spLocks noGrp="1"/>
          </p:cNvSpPr>
          <p:nvPr>
            <p:ph type="sldNum" sz="quarter" idx="17"/>
          </p:nvPr>
        </p:nvSpPr>
        <p:spPr/>
        <p:txBody>
          <a:bodyPr/>
          <a:lstStyle/>
          <a:p>
            <a:fld id="{9F13E4E3-EA9B-4FF8-B6C4-2516ED16E94E}" type="slidenum">
              <a:rPr lang="en-CA" smtClean="0"/>
              <a:t>‹#›</a:t>
            </a:fld>
            <a:endParaRPr lang="en-CA" dirty="0"/>
          </a:p>
        </p:txBody>
      </p:sp>
      <p:sp>
        <p:nvSpPr>
          <p:cNvPr id="5" name="Titre 4">
            <a:extLst>
              <a:ext uri="{FF2B5EF4-FFF2-40B4-BE49-F238E27FC236}">
                <a16:creationId xmlns:a16="http://schemas.microsoft.com/office/drawing/2014/main" id="{248DBA8B-9131-41FC-BB96-84FAF32B9582}"/>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2" name="Espace réservé du contenu 6">
            <a:extLst>
              <a:ext uri="{FF2B5EF4-FFF2-40B4-BE49-F238E27FC236}">
                <a16:creationId xmlns:a16="http://schemas.microsoft.com/office/drawing/2014/main" id="{694D8DFC-41AA-498A-AB44-D0042BD6717E}"/>
              </a:ext>
            </a:extLst>
          </p:cNvPr>
          <p:cNvSpPr>
            <a:spLocks noGrp="1"/>
          </p:cNvSpPr>
          <p:nvPr>
            <p:ph sz="quarter" idx="18" hasCustomPrompt="1"/>
          </p:nvPr>
        </p:nvSpPr>
        <p:spPr>
          <a:xfrm>
            <a:off x="551384" y="1412775"/>
            <a:ext cx="5400000" cy="4895949"/>
          </a:xfrm>
        </p:spPr>
        <p:txBody>
          <a:bodyPr/>
          <a:lstStyle>
            <a:lvl1pPr>
              <a:defRPr sz="2200"/>
            </a:lvl1pPr>
            <a:lvl2pPr>
              <a:defRPr sz="2000"/>
            </a:lvl2pPr>
            <a:lvl3pPr>
              <a:defRPr sz="1800"/>
            </a:lvl3pPr>
            <a:lvl4pPr>
              <a:defRPr sz="1600"/>
            </a:lvl4pPr>
            <a:lvl5pPr>
              <a:defRPr sz="2000"/>
            </a:lvl5pPr>
            <a:lvl6pPr>
              <a:defRPr sz="1800"/>
            </a:lvl6pPr>
            <a:lvl7pPr>
              <a:defRPr sz="22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3" name="Text Placeholder 2">
            <a:extLst>
              <a:ext uri="{FF2B5EF4-FFF2-40B4-BE49-F238E27FC236}">
                <a16:creationId xmlns:a16="http://schemas.microsoft.com/office/drawing/2014/main" id="{56A851DE-7172-4694-B9AE-48F935D3A887}"/>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4" name="Text Placeholder 9">
            <a:extLst>
              <a:ext uri="{FF2B5EF4-FFF2-40B4-BE49-F238E27FC236}">
                <a16:creationId xmlns:a16="http://schemas.microsoft.com/office/drawing/2014/main" id="{7C2D2625-BA25-4F34-A7C2-DA17A5F0E1BE}"/>
              </a:ext>
            </a:extLst>
          </p:cNvPr>
          <p:cNvSpPr>
            <a:spLocks noGrp="1"/>
          </p:cNvSpPr>
          <p:nvPr>
            <p:ph type="body" sz="quarter" idx="19"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Tree>
    <p:extLst>
      <p:ext uri="{BB962C8B-B14F-4D97-AF65-F5344CB8AC3E}">
        <p14:creationId xmlns:p14="http://schemas.microsoft.com/office/powerpoint/2010/main" val="2814134189"/>
      </p:ext>
    </p:extLst>
  </p:cSld>
  <p:clrMapOvr>
    <a:masterClrMapping/>
  </p:clrMapOvr>
  <p:transition spd="med">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ent + 3 images + message box">
    <p:spTree>
      <p:nvGrpSpPr>
        <p:cNvPr id="1" name=""/>
        <p:cNvGrpSpPr/>
        <p:nvPr/>
      </p:nvGrpSpPr>
      <p:grpSpPr>
        <a:xfrm>
          <a:off x="0" y="0"/>
          <a:ext cx="0" cy="0"/>
          <a:chOff x="0" y="0"/>
          <a:chExt cx="0" cy="0"/>
        </a:xfrm>
      </p:grpSpPr>
      <p:sp>
        <p:nvSpPr>
          <p:cNvPr id="6" name="Picture Placeholder 5"/>
          <p:cNvSpPr>
            <a:spLocks noGrp="1"/>
          </p:cNvSpPr>
          <p:nvPr>
            <p:ph type="pic" sz="quarter" idx="14" hasCustomPrompt="1"/>
          </p:nvPr>
        </p:nvSpPr>
        <p:spPr>
          <a:xfrm>
            <a:off x="6239384" y="1412776"/>
            <a:ext cx="5400000" cy="1260000"/>
          </a:xfrm>
        </p:spPr>
        <p:txBody>
          <a:bodyPr lIns="72000"/>
          <a:lstStyle>
            <a:lvl1pPr marL="0" marR="0" indent="0" algn="l" defTabSz="428625" rtl="0" eaLnBrk="1" fontAlgn="auto" latinLnBrk="0" hangingPunct="1">
              <a:lnSpc>
                <a:spcPct val="100000"/>
              </a:lnSpc>
              <a:spcBef>
                <a:spcPts val="281"/>
              </a:spcBef>
              <a:spcAft>
                <a:spcPts val="0"/>
              </a:spcAft>
              <a:buClrTx/>
              <a:buSzTx/>
              <a:buFont typeface="Arial"/>
              <a:buNone/>
              <a:tabLst/>
              <a:defRPr sz="1688"/>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7" name="Picture Placeholder 5"/>
          <p:cNvSpPr>
            <a:spLocks noGrp="1"/>
          </p:cNvSpPr>
          <p:nvPr>
            <p:ph type="pic" sz="quarter" idx="15" hasCustomPrompt="1"/>
          </p:nvPr>
        </p:nvSpPr>
        <p:spPr>
          <a:xfrm>
            <a:off x="6239384" y="2834776"/>
            <a:ext cx="5400000" cy="1260000"/>
          </a:xfrm>
        </p:spPr>
        <p:txBody>
          <a:bodyPr lIns="72000"/>
          <a:lstStyle>
            <a:lvl1pPr marL="0" marR="0" indent="0" algn="l" defTabSz="428625" rtl="0" eaLnBrk="1" fontAlgn="auto" latinLnBrk="0" hangingPunct="1">
              <a:lnSpc>
                <a:spcPct val="100000"/>
              </a:lnSpc>
              <a:spcBef>
                <a:spcPts val="281"/>
              </a:spcBef>
              <a:spcAft>
                <a:spcPts val="0"/>
              </a:spcAft>
              <a:buClrTx/>
              <a:buSzTx/>
              <a:buFont typeface="Arial"/>
              <a:buNone/>
              <a:tabLst/>
              <a:defRPr sz="1688"/>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8" name="Picture Placeholder 5"/>
          <p:cNvSpPr>
            <a:spLocks noGrp="1"/>
          </p:cNvSpPr>
          <p:nvPr>
            <p:ph type="pic" sz="quarter" idx="16" hasCustomPrompt="1"/>
          </p:nvPr>
        </p:nvSpPr>
        <p:spPr>
          <a:xfrm>
            <a:off x="6239384" y="4256777"/>
            <a:ext cx="5400000" cy="1260000"/>
          </a:xfrm>
        </p:spPr>
        <p:txBody>
          <a:bodyPr lIns="72000"/>
          <a:lstStyle>
            <a:lvl1pPr marL="0" marR="0" indent="0" algn="l" defTabSz="428625" rtl="0" eaLnBrk="1" fontAlgn="auto" latinLnBrk="0" hangingPunct="1">
              <a:lnSpc>
                <a:spcPct val="100000"/>
              </a:lnSpc>
              <a:spcBef>
                <a:spcPts val="281"/>
              </a:spcBef>
              <a:spcAft>
                <a:spcPts val="0"/>
              </a:spcAft>
              <a:buClrTx/>
              <a:buSzTx/>
              <a:buFont typeface="Arial"/>
              <a:buNone/>
              <a:tabLst/>
              <a:defRPr sz="1688"/>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2" name="Slide Number Placeholder 1"/>
          <p:cNvSpPr>
            <a:spLocks noGrp="1"/>
          </p:cNvSpPr>
          <p:nvPr>
            <p:ph type="sldNum" sz="quarter" idx="17"/>
          </p:nvPr>
        </p:nvSpPr>
        <p:spPr/>
        <p:txBody>
          <a:bodyPr/>
          <a:lstStyle/>
          <a:p>
            <a:fld id="{9F13E4E3-EA9B-4FF8-B6C4-2516ED16E94E}" type="slidenum">
              <a:rPr lang="en-CA" smtClean="0"/>
              <a:t>‹#›</a:t>
            </a:fld>
            <a:endParaRPr lang="en-CA" dirty="0"/>
          </a:p>
        </p:txBody>
      </p:sp>
      <p:sp>
        <p:nvSpPr>
          <p:cNvPr id="4" name="Titre 3">
            <a:extLst>
              <a:ext uri="{FF2B5EF4-FFF2-40B4-BE49-F238E27FC236}">
                <a16:creationId xmlns:a16="http://schemas.microsoft.com/office/drawing/2014/main" id="{AEAE6275-A66F-4178-8BB9-1B361F2633CB}"/>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0" name="Espace réservé du contenu 6">
            <a:extLst>
              <a:ext uri="{FF2B5EF4-FFF2-40B4-BE49-F238E27FC236}">
                <a16:creationId xmlns:a16="http://schemas.microsoft.com/office/drawing/2014/main" id="{255EB8E8-4F04-470B-8C1E-01BD362EDB73}"/>
              </a:ext>
            </a:extLst>
          </p:cNvPr>
          <p:cNvSpPr>
            <a:spLocks noGrp="1"/>
          </p:cNvSpPr>
          <p:nvPr>
            <p:ph sz="quarter" idx="18" hasCustomPrompt="1"/>
          </p:nvPr>
        </p:nvSpPr>
        <p:spPr>
          <a:xfrm>
            <a:off x="551384" y="1412776"/>
            <a:ext cx="5400000" cy="4104002"/>
          </a:xfrm>
        </p:spPr>
        <p:txBody>
          <a:bodyPr/>
          <a:lstStyle>
            <a:lvl1pPr>
              <a:defRPr sz="2200"/>
            </a:lvl1pPr>
            <a:lvl2pPr>
              <a:defRPr sz="2000"/>
            </a:lvl2pPr>
            <a:lvl3pPr>
              <a:defRPr sz="1800"/>
            </a:lvl3pPr>
            <a:lvl4pPr>
              <a:defRPr sz="1600"/>
            </a:lvl4pPr>
            <a:lvl5pPr>
              <a:defRPr sz="2000"/>
            </a:lvl5pPr>
            <a:lvl6pPr>
              <a:defRPr sz="1800"/>
            </a:lvl6pPr>
            <a:lvl7pPr>
              <a:defRPr sz="22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5" name="Text Placeholder 2">
            <a:extLst>
              <a:ext uri="{FF2B5EF4-FFF2-40B4-BE49-F238E27FC236}">
                <a16:creationId xmlns:a16="http://schemas.microsoft.com/office/drawing/2014/main" id="{F71B1652-2C26-4DEB-8ECF-116B4D07AB8E}"/>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6" name="Text Placeholder 9">
            <a:extLst>
              <a:ext uri="{FF2B5EF4-FFF2-40B4-BE49-F238E27FC236}">
                <a16:creationId xmlns:a16="http://schemas.microsoft.com/office/drawing/2014/main" id="{4AD25775-07B2-41F4-86DD-97E3FB1A211A}"/>
              </a:ext>
            </a:extLst>
          </p:cNvPr>
          <p:cNvSpPr>
            <a:spLocks noGrp="1"/>
          </p:cNvSpPr>
          <p:nvPr>
            <p:ph type="body" sz="quarter" idx="19"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11" name="Text Placeholder 5">
            <a:extLst>
              <a:ext uri="{FF2B5EF4-FFF2-40B4-BE49-F238E27FC236}">
                <a16:creationId xmlns:a16="http://schemas.microsoft.com/office/drawing/2014/main" id="{4E43571D-27B6-421A-B276-0E5D868B5CC8}"/>
              </a:ext>
            </a:extLst>
          </p:cNvPr>
          <p:cNvSpPr>
            <a:spLocks noGrp="1"/>
          </p:cNvSpPr>
          <p:nvPr>
            <p:ph type="body" sz="quarter" idx="20" hasCustomPrompt="1"/>
          </p:nvPr>
        </p:nvSpPr>
        <p:spPr>
          <a:xfrm>
            <a:off x="551384" y="5910101"/>
            <a:ext cx="11088000" cy="399219"/>
          </a:xfrm>
          <a:solidFill>
            <a:schemeClr val="tx2"/>
          </a:solidFill>
        </p:spPr>
        <p:txBody>
          <a:bodyPr lIns="180000" tIns="75600" rIns="180000" bIns="75600" anchor="b">
            <a:spAutoFit/>
          </a:bodyPr>
          <a:lstStyle>
            <a:lvl1pPr algn="ctr">
              <a:lnSpc>
                <a:spcPct val="89000"/>
              </a:lnSpc>
              <a:spcBef>
                <a:spcPts val="600"/>
              </a:spcBef>
              <a:buNone/>
              <a:defRPr sz="1800" b="1">
                <a:solidFill>
                  <a:schemeClr val="bg1"/>
                </a:solidFill>
              </a:defRPr>
            </a:lvl1pPr>
          </a:lstStyle>
          <a:p>
            <a:pPr lvl="0"/>
            <a:r>
              <a:rPr lang="en-CA" dirty="0"/>
              <a:t>Message box</a:t>
            </a:r>
          </a:p>
        </p:txBody>
      </p:sp>
    </p:spTree>
    <p:extLst>
      <p:ext uri="{BB962C8B-B14F-4D97-AF65-F5344CB8AC3E}">
        <p14:creationId xmlns:p14="http://schemas.microsoft.com/office/powerpoint/2010/main" val="1022166933"/>
      </p:ext>
    </p:extLst>
  </p:cSld>
  <p:clrMapOvr>
    <a:masterClrMapping/>
  </p:clrMapOvr>
  <p:transition spd="med">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tent + 4 images">
    <p:spTree>
      <p:nvGrpSpPr>
        <p:cNvPr id="1" name=""/>
        <p:cNvGrpSpPr/>
        <p:nvPr/>
      </p:nvGrpSpPr>
      <p:grpSpPr>
        <a:xfrm>
          <a:off x="0" y="0"/>
          <a:ext cx="0" cy="0"/>
          <a:chOff x="0" y="0"/>
          <a:chExt cx="0" cy="0"/>
        </a:xfrm>
      </p:grpSpPr>
      <p:sp>
        <p:nvSpPr>
          <p:cNvPr id="6" name="Picture Placeholder 5"/>
          <p:cNvSpPr>
            <a:spLocks noGrp="1"/>
          </p:cNvSpPr>
          <p:nvPr>
            <p:ph type="pic" sz="quarter" idx="14" hasCustomPrompt="1"/>
          </p:nvPr>
        </p:nvSpPr>
        <p:spPr>
          <a:xfrm>
            <a:off x="6240016" y="1412775"/>
            <a:ext cx="2592000" cy="2340000"/>
          </a:xfrm>
        </p:spPr>
        <p:txBody>
          <a:bodyPr lIns="72000"/>
          <a:lstStyle>
            <a:lvl1pPr marL="0" marR="0" indent="0" algn="l" defTabSz="428625" rtl="0" eaLnBrk="1" fontAlgn="auto" latinLnBrk="0" hangingPunct="1">
              <a:lnSpc>
                <a:spcPct val="100000"/>
              </a:lnSpc>
              <a:spcBef>
                <a:spcPts val="281"/>
              </a:spcBef>
              <a:spcAft>
                <a:spcPts val="0"/>
              </a:spcAft>
              <a:buClrTx/>
              <a:buSzTx/>
              <a:buFont typeface="Arial"/>
              <a:buNone/>
              <a:tabLst/>
              <a:defRPr sz="1688"/>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9" name="Picture Placeholder 5"/>
          <p:cNvSpPr>
            <a:spLocks noGrp="1"/>
          </p:cNvSpPr>
          <p:nvPr>
            <p:ph type="pic" sz="quarter" idx="15" hasCustomPrompt="1"/>
          </p:nvPr>
        </p:nvSpPr>
        <p:spPr>
          <a:xfrm>
            <a:off x="9047384" y="1412775"/>
            <a:ext cx="2592000" cy="2340000"/>
          </a:xfrm>
        </p:spPr>
        <p:txBody>
          <a:bodyPr lIns="72000"/>
          <a:lstStyle>
            <a:lvl1pPr marL="0" marR="0" indent="0" algn="l" defTabSz="428625" rtl="0" eaLnBrk="1" fontAlgn="auto" latinLnBrk="0" hangingPunct="1">
              <a:lnSpc>
                <a:spcPct val="100000"/>
              </a:lnSpc>
              <a:spcBef>
                <a:spcPts val="281"/>
              </a:spcBef>
              <a:spcAft>
                <a:spcPts val="0"/>
              </a:spcAft>
              <a:buClrTx/>
              <a:buSzTx/>
              <a:buFont typeface="Arial"/>
              <a:buNone/>
              <a:tabLst/>
              <a:defRPr sz="1688"/>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10" name="Picture Placeholder 5"/>
          <p:cNvSpPr>
            <a:spLocks noGrp="1"/>
          </p:cNvSpPr>
          <p:nvPr>
            <p:ph type="pic" sz="quarter" idx="16" hasCustomPrompt="1"/>
          </p:nvPr>
        </p:nvSpPr>
        <p:spPr>
          <a:xfrm>
            <a:off x="6240016" y="3968775"/>
            <a:ext cx="2592000" cy="2340000"/>
          </a:xfrm>
        </p:spPr>
        <p:txBody>
          <a:bodyPr lIns="72000"/>
          <a:lstStyle>
            <a:lvl1pPr marL="0" marR="0" indent="0" algn="l" defTabSz="428625" rtl="0" eaLnBrk="1" fontAlgn="auto" latinLnBrk="0" hangingPunct="1">
              <a:lnSpc>
                <a:spcPct val="100000"/>
              </a:lnSpc>
              <a:spcBef>
                <a:spcPts val="281"/>
              </a:spcBef>
              <a:spcAft>
                <a:spcPts val="0"/>
              </a:spcAft>
              <a:buClrTx/>
              <a:buSzTx/>
              <a:buFont typeface="Arial"/>
              <a:buNone/>
              <a:tabLst/>
              <a:defRPr sz="1688"/>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13" name="Picture Placeholder 5"/>
          <p:cNvSpPr>
            <a:spLocks noGrp="1"/>
          </p:cNvSpPr>
          <p:nvPr>
            <p:ph type="pic" sz="quarter" idx="17" hasCustomPrompt="1"/>
          </p:nvPr>
        </p:nvSpPr>
        <p:spPr>
          <a:xfrm>
            <a:off x="9047384" y="3968775"/>
            <a:ext cx="2592000" cy="2340000"/>
          </a:xfrm>
        </p:spPr>
        <p:txBody>
          <a:bodyPr lIns="72000"/>
          <a:lstStyle>
            <a:lvl1pPr marL="0" marR="0" indent="0" algn="l" defTabSz="428625" rtl="0" eaLnBrk="1" fontAlgn="auto" latinLnBrk="0" hangingPunct="1">
              <a:lnSpc>
                <a:spcPct val="100000"/>
              </a:lnSpc>
              <a:spcBef>
                <a:spcPts val="281"/>
              </a:spcBef>
              <a:spcAft>
                <a:spcPts val="0"/>
              </a:spcAft>
              <a:buClrTx/>
              <a:buSzTx/>
              <a:buFont typeface="Arial"/>
              <a:buNone/>
              <a:tabLst/>
              <a:defRPr sz="1688"/>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2" name="Slide Number Placeholder 1"/>
          <p:cNvSpPr>
            <a:spLocks noGrp="1"/>
          </p:cNvSpPr>
          <p:nvPr>
            <p:ph type="sldNum" sz="quarter" idx="18"/>
          </p:nvPr>
        </p:nvSpPr>
        <p:spPr/>
        <p:txBody>
          <a:bodyPr/>
          <a:lstStyle/>
          <a:p>
            <a:fld id="{9F13E4E3-EA9B-4FF8-B6C4-2516ED16E94E}" type="slidenum">
              <a:rPr lang="en-CA" smtClean="0"/>
              <a:t>‹#›</a:t>
            </a:fld>
            <a:endParaRPr lang="en-CA" dirty="0"/>
          </a:p>
        </p:txBody>
      </p:sp>
      <p:sp>
        <p:nvSpPr>
          <p:cNvPr id="4" name="Title 3">
            <a:extLst>
              <a:ext uri="{FF2B5EF4-FFF2-40B4-BE49-F238E27FC236}">
                <a16:creationId xmlns:a16="http://schemas.microsoft.com/office/drawing/2014/main" id="{628D900B-5502-4287-8F88-3365CAFDC72B}"/>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2" name="Espace réservé du contenu 6">
            <a:extLst>
              <a:ext uri="{FF2B5EF4-FFF2-40B4-BE49-F238E27FC236}">
                <a16:creationId xmlns:a16="http://schemas.microsoft.com/office/drawing/2014/main" id="{12757257-6B0D-42AE-88FF-409779C8DABB}"/>
              </a:ext>
            </a:extLst>
          </p:cNvPr>
          <p:cNvSpPr>
            <a:spLocks noGrp="1"/>
          </p:cNvSpPr>
          <p:nvPr>
            <p:ph sz="quarter" idx="19" hasCustomPrompt="1"/>
          </p:nvPr>
        </p:nvSpPr>
        <p:spPr>
          <a:xfrm>
            <a:off x="551384" y="1412775"/>
            <a:ext cx="5400000" cy="4895949"/>
          </a:xfrm>
        </p:spPr>
        <p:txBody>
          <a:bodyPr/>
          <a:lstStyle>
            <a:lvl1pPr>
              <a:defRPr sz="2200"/>
            </a:lvl1pPr>
            <a:lvl2pPr>
              <a:defRPr sz="2000"/>
            </a:lvl2pPr>
            <a:lvl3pPr>
              <a:defRPr sz="1800"/>
            </a:lvl3pPr>
            <a:lvl4pPr>
              <a:defRPr sz="1600"/>
            </a:lvl4pPr>
            <a:lvl5pPr>
              <a:defRPr sz="2000"/>
            </a:lvl5pPr>
            <a:lvl6pPr>
              <a:defRPr sz="1800"/>
            </a:lvl6pPr>
            <a:lvl7pPr>
              <a:defRPr sz="22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5" name="Text Placeholder 2">
            <a:extLst>
              <a:ext uri="{FF2B5EF4-FFF2-40B4-BE49-F238E27FC236}">
                <a16:creationId xmlns:a16="http://schemas.microsoft.com/office/drawing/2014/main" id="{4E83C297-65B1-4E8A-918E-B55C0B223827}"/>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6" name="Text Placeholder 9">
            <a:extLst>
              <a:ext uri="{FF2B5EF4-FFF2-40B4-BE49-F238E27FC236}">
                <a16:creationId xmlns:a16="http://schemas.microsoft.com/office/drawing/2014/main" id="{D9761ADA-C3AF-49AF-B03C-3CF5FE7027F3}"/>
              </a:ext>
            </a:extLst>
          </p:cNvPr>
          <p:cNvSpPr>
            <a:spLocks noGrp="1"/>
          </p:cNvSpPr>
          <p:nvPr>
            <p:ph type="body" sz="quarter" idx="20"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Tree>
    <p:extLst>
      <p:ext uri="{BB962C8B-B14F-4D97-AF65-F5344CB8AC3E}">
        <p14:creationId xmlns:p14="http://schemas.microsoft.com/office/powerpoint/2010/main" val="4009260803"/>
      </p:ext>
    </p:extLst>
  </p:cSld>
  <p:clrMapOvr>
    <a:masterClrMapping/>
  </p:clrMapOvr>
  <p:transition spd="med">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 + 4 images + message box">
    <p:spTree>
      <p:nvGrpSpPr>
        <p:cNvPr id="1" name=""/>
        <p:cNvGrpSpPr/>
        <p:nvPr/>
      </p:nvGrpSpPr>
      <p:grpSpPr>
        <a:xfrm>
          <a:off x="0" y="0"/>
          <a:ext cx="0" cy="0"/>
          <a:chOff x="0" y="0"/>
          <a:chExt cx="0" cy="0"/>
        </a:xfrm>
      </p:grpSpPr>
      <p:sp>
        <p:nvSpPr>
          <p:cNvPr id="6" name="Picture Placeholder 5"/>
          <p:cNvSpPr>
            <a:spLocks noGrp="1"/>
          </p:cNvSpPr>
          <p:nvPr>
            <p:ph type="pic" sz="quarter" idx="14" hasCustomPrompt="1"/>
          </p:nvPr>
        </p:nvSpPr>
        <p:spPr>
          <a:xfrm>
            <a:off x="6238469" y="1412775"/>
            <a:ext cx="2592000" cy="1944000"/>
          </a:xfrm>
        </p:spPr>
        <p:txBody>
          <a:bodyPr lIns="72000"/>
          <a:lstStyle>
            <a:lvl1pPr marL="0" marR="0" indent="0" algn="l" defTabSz="428625" rtl="0" eaLnBrk="1" fontAlgn="auto" latinLnBrk="0" hangingPunct="1">
              <a:lnSpc>
                <a:spcPct val="100000"/>
              </a:lnSpc>
              <a:spcBef>
                <a:spcPts val="281"/>
              </a:spcBef>
              <a:spcAft>
                <a:spcPts val="0"/>
              </a:spcAft>
              <a:buClrTx/>
              <a:buSzTx/>
              <a:buFont typeface="Arial"/>
              <a:buNone/>
              <a:tabLst/>
              <a:defRPr sz="1688"/>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9" name="Picture Placeholder 5"/>
          <p:cNvSpPr>
            <a:spLocks noGrp="1"/>
          </p:cNvSpPr>
          <p:nvPr>
            <p:ph type="pic" sz="quarter" idx="15" hasCustomPrompt="1"/>
          </p:nvPr>
        </p:nvSpPr>
        <p:spPr>
          <a:xfrm>
            <a:off x="9047384" y="1412775"/>
            <a:ext cx="2592000" cy="1944000"/>
          </a:xfrm>
        </p:spPr>
        <p:txBody>
          <a:bodyPr lIns="72000"/>
          <a:lstStyle>
            <a:lvl1pPr marL="0" marR="0" indent="0" algn="l" defTabSz="428625" rtl="0" eaLnBrk="1" fontAlgn="auto" latinLnBrk="0" hangingPunct="1">
              <a:lnSpc>
                <a:spcPct val="100000"/>
              </a:lnSpc>
              <a:spcBef>
                <a:spcPts val="281"/>
              </a:spcBef>
              <a:spcAft>
                <a:spcPts val="0"/>
              </a:spcAft>
              <a:buClrTx/>
              <a:buSzTx/>
              <a:buFont typeface="Arial"/>
              <a:buNone/>
              <a:tabLst/>
              <a:defRPr sz="1688"/>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10" name="Picture Placeholder 5"/>
          <p:cNvSpPr>
            <a:spLocks noGrp="1"/>
          </p:cNvSpPr>
          <p:nvPr>
            <p:ph type="pic" sz="quarter" idx="16" hasCustomPrompt="1"/>
          </p:nvPr>
        </p:nvSpPr>
        <p:spPr>
          <a:xfrm>
            <a:off x="6238469" y="3572776"/>
            <a:ext cx="2592000" cy="1944000"/>
          </a:xfrm>
        </p:spPr>
        <p:txBody>
          <a:bodyPr lIns="72000"/>
          <a:lstStyle>
            <a:lvl1pPr marL="0" marR="0" indent="0" algn="l" defTabSz="428625" rtl="0" eaLnBrk="1" fontAlgn="auto" latinLnBrk="0" hangingPunct="1">
              <a:lnSpc>
                <a:spcPct val="100000"/>
              </a:lnSpc>
              <a:spcBef>
                <a:spcPts val="281"/>
              </a:spcBef>
              <a:spcAft>
                <a:spcPts val="0"/>
              </a:spcAft>
              <a:buClrTx/>
              <a:buSzTx/>
              <a:buFont typeface="Arial"/>
              <a:buNone/>
              <a:tabLst/>
              <a:defRPr sz="1688"/>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13" name="Picture Placeholder 5"/>
          <p:cNvSpPr>
            <a:spLocks noGrp="1"/>
          </p:cNvSpPr>
          <p:nvPr>
            <p:ph type="pic" sz="quarter" idx="17" hasCustomPrompt="1"/>
          </p:nvPr>
        </p:nvSpPr>
        <p:spPr>
          <a:xfrm>
            <a:off x="9047384" y="3572776"/>
            <a:ext cx="2592000" cy="1944000"/>
          </a:xfrm>
        </p:spPr>
        <p:txBody>
          <a:bodyPr lIns="72000"/>
          <a:lstStyle>
            <a:lvl1pPr marL="0" marR="0" indent="0" algn="l" defTabSz="428625" rtl="0" eaLnBrk="1" fontAlgn="auto" latinLnBrk="0" hangingPunct="1">
              <a:lnSpc>
                <a:spcPct val="100000"/>
              </a:lnSpc>
              <a:spcBef>
                <a:spcPts val="281"/>
              </a:spcBef>
              <a:spcAft>
                <a:spcPts val="0"/>
              </a:spcAft>
              <a:buClrTx/>
              <a:buSzTx/>
              <a:buFont typeface="Arial"/>
              <a:buNone/>
              <a:tabLst/>
              <a:defRPr sz="1688"/>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2" name="Slide Number Placeholder 1"/>
          <p:cNvSpPr>
            <a:spLocks noGrp="1"/>
          </p:cNvSpPr>
          <p:nvPr>
            <p:ph type="sldNum" sz="quarter" idx="18"/>
          </p:nvPr>
        </p:nvSpPr>
        <p:spPr/>
        <p:txBody>
          <a:bodyPr/>
          <a:lstStyle/>
          <a:p>
            <a:fld id="{9F13E4E3-EA9B-4FF8-B6C4-2516ED16E94E}" type="slidenum">
              <a:rPr lang="en-CA" smtClean="0"/>
              <a:t>‹#›</a:t>
            </a:fld>
            <a:endParaRPr lang="en-CA" dirty="0"/>
          </a:p>
        </p:txBody>
      </p:sp>
      <p:sp>
        <p:nvSpPr>
          <p:cNvPr id="4" name="Title 3">
            <a:extLst>
              <a:ext uri="{FF2B5EF4-FFF2-40B4-BE49-F238E27FC236}">
                <a16:creationId xmlns:a16="http://schemas.microsoft.com/office/drawing/2014/main" id="{C1A24FBA-C924-4B0F-BF19-59BD0F41E221}"/>
              </a:ext>
            </a:extLst>
          </p:cNvPr>
          <p:cNvSpPr>
            <a:spLocks noGrp="1"/>
          </p:cNvSpPr>
          <p:nvPr>
            <p:ph type="title" hasCustomPrompt="1"/>
          </p:nvPr>
        </p:nvSpPr>
        <p:spPr>
          <a:xfrm>
            <a:off x="551384" y="332656"/>
            <a:ext cx="11088000" cy="864000"/>
          </a:xfrm>
        </p:spPr>
        <p:txBody>
          <a:bodyPr/>
          <a:lstStyle/>
          <a:p>
            <a:r>
              <a:rPr lang="en-CA" noProof="0" dirty="0"/>
              <a:t>Click to add a headline</a:t>
            </a:r>
            <a:endParaRPr lang="en-CA" dirty="0"/>
          </a:p>
        </p:txBody>
      </p:sp>
      <p:sp>
        <p:nvSpPr>
          <p:cNvPr id="16" name="Espace réservé du contenu 6">
            <a:extLst>
              <a:ext uri="{FF2B5EF4-FFF2-40B4-BE49-F238E27FC236}">
                <a16:creationId xmlns:a16="http://schemas.microsoft.com/office/drawing/2014/main" id="{61B373AD-CDC6-47FE-AB9D-149208ECF9FB}"/>
              </a:ext>
            </a:extLst>
          </p:cNvPr>
          <p:cNvSpPr>
            <a:spLocks noGrp="1"/>
          </p:cNvSpPr>
          <p:nvPr>
            <p:ph sz="quarter" idx="19" hasCustomPrompt="1"/>
          </p:nvPr>
        </p:nvSpPr>
        <p:spPr>
          <a:xfrm>
            <a:off x="551384" y="1412775"/>
            <a:ext cx="5400000" cy="4104001"/>
          </a:xfrm>
        </p:spPr>
        <p:txBody>
          <a:bodyPr/>
          <a:lstStyle>
            <a:lvl1pPr>
              <a:defRPr sz="2200"/>
            </a:lvl1pPr>
            <a:lvl2pPr>
              <a:defRPr sz="2000"/>
            </a:lvl2pPr>
            <a:lvl3pPr>
              <a:defRPr sz="1800"/>
            </a:lvl3pPr>
            <a:lvl4pPr>
              <a:defRPr sz="1600"/>
            </a:lvl4pPr>
            <a:lvl5pPr>
              <a:defRPr sz="2000"/>
            </a:lvl5pPr>
            <a:lvl6pPr>
              <a:defRPr sz="1800"/>
            </a:lvl6pPr>
            <a:lvl7pPr>
              <a:defRPr sz="22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8" name="Text Placeholder 2">
            <a:extLst>
              <a:ext uri="{FF2B5EF4-FFF2-40B4-BE49-F238E27FC236}">
                <a16:creationId xmlns:a16="http://schemas.microsoft.com/office/drawing/2014/main" id="{817D56C9-516F-4C2E-9F27-1A3A970922C7}"/>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9" name="Text Placeholder 9">
            <a:extLst>
              <a:ext uri="{FF2B5EF4-FFF2-40B4-BE49-F238E27FC236}">
                <a16:creationId xmlns:a16="http://schemas.microsoft.com/office/drawing/2014/main" id="{BACE68AD-82DF-4E42-9EF4-F98868D42225}"/>
              </a:ext>
            </a:extLst>
          </p:cNvPr>
          <p:cNvSpPr>
            <a:spLocks noGrp="1"/>
          </p:cNvSpPr>
          <p:nvPr>
            <p:ph type="body" sz="quarter" idx="20"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12" name="Text Placeholder 5">
            <a:extLst>
              <a:ext uri="{FF2B5EF4-FFF2-40B4-BE49-F238E27FC236}">
                <a16:creationId xmlns:a16="http://schemas.microsoft.com/office/drawing/2014/main" id="{16817BD2-F961-466D-90A2-601703B7063E}"/>
              </a:ext>
            </a:extLst>
          </p:cNvPr>
          <p:cNvSpPr>
            <a:spLocks noGrp="1"/>
          </p:cNvSpPr>
          <p:nvPr>
            <p:ph type="body" sz="quarter" idx="21" hasCustomPrompt="1"/>
          </p:nvPr>
        </p:nvSpPr>
        <p:spPr>
          <a:xfrm>
            <a:off x="551384" y="5910101"/>
            <a:ext cx="11088000" cy="399219"/>
          </a:xfrm>
          <a:solidFill>
            <a:schemeClr val="tx2"/>
          </a:solidFill>
        </p:spPr>
        <p:txBody>
          <a:bodyPr lIns="180000" tIns="75600" rIns="180000" bIns="75600" anchor="b">
            <a:spAutoFit/>
          </a:bodyPr>
          <a:lstStyle>
            <a:lvl1pPr algn="ctr">
              <a:lnSpc>
                <a:spcPct val="89000"/>
              </a:lnSpc>
              <a:spcBef>
                <a:spcPts val="600"/>
              </a:spcBef>
              <a:buNone/>
              <a:defRPr sz="1800" b="1">
                <a:solidFill>
                  <a:schemeClr val="bg1"/>
                </a:solidFill>
              </a:defRPr>
            </a:lvl1pPr>
          </a:lstStyle>
          <a:p>
            <a:pPr lvl="0"/>
            <a:r>
              <a:rPr lang="en-CA" dirty="0"/>
              <a:t>Message box</a:t>
            </a:r>
          </a:p>
        </p:txBody>
      </p:sp>
    </p:spTree>
    <p:extLst>
      <p:ext uri="{BB962C8B-B14F-4D97-AF65-F5344CB8AC3E}">
        <p14:creationId xmlns:p14="http://schemas.microsoft.com/office/powerpoint/2010/main" val="3391940572"/>
      </p:ext>
    </p:extLst>
  </p:cSld>
  <p:clrMapOvr>
    <a:masterClrMapping/>
  </p:clrMapOvr>
  <p:transition spd="med">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Full page image">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57093B25-C041-43E5-B384-94D1D643FFFC}"/>
              </a:ext>
            </a:extLst>
          </p:cNvPr>
          <p:cNvSpPr>
            <a:spLocks noGrp="1"/>
          </p:cNvSpPr>
          <p:nvPr>
            <p:ph type="pic" sz="quarter" idx="13" hasCustomPrompt="1"/>
          </p:nvPr>
        </p:nvSpPr>
        <p:spPr>
          <a:xfrm>
            <a:off x="0" y="0"/>
            <a:ext cx="12192000" cy="6309023"/>
          </a:xfrm>
        </p:spPr>
        <p:txBody>
          <a:bodyPr tIns="2448000"/>
          <a:lstStyle>
            <a:lvl1pPr algn="ctr">
              <a:buNone/>
              <a:defRPr/>
            </a:lvl1pPr>
          </a:lstStyle>
          <a:p>
            <a:pPr marL="0" marR="0" lvl="0" indent="0" algn="ctr" defTabSz="612019" rtl="0" eaLnBrk="1" fontAlgn="base" latinLnBrk="0" hangingPunct="1">
              <a:lnSpc>
                <a:spcPct val="100000"/>
              </a:lnSpc>
              <a:spcBef>
                <a:spcPts val="1400"/>
              </a:spcBef>
              <a:spcAft>
                <a:spcPts val="0"/>
              </a:spcAft>
              <a:buClrTx/>
              <a:buSzTx/>
              <a:buFont typeface="Arial" panose="020B0604020202020204" pitchFamily="34" charset="0"/>
              <a:buChar char="​"/>
              <a:tabLst/>
              <a:defRPr/>
            </a:pPr>
            <a:r>
              <a:rPr lang="en-CA" noProof="0" dirty="0"/>
              <a:t>Click on icon to add an image</a:t>
            </a:r>
          </a:p>
        </p:txBody>
      </p:sp>
      <p:sp>
        <p:nvSpPr>
          <p:cNvPr id="2" name="Titre 1">
            <a:extLst>
              <a:ext uri="{FF2B5EF4-FFF2-40B4-BE49-F238E27FC236}">
                <a16:creationId xmlns:a16="http://schemas.microsoft.com/office/drawing/2014/main" id="{CD35846B-FADF-4EFA-8711-3A6ADAA38EE1}"/>
              </a:ext>
            </a:extLst>
          </p:cNvPr>
          <p:cNvSpPr>
            <a:spLocks noGrp="1"/>
          </p:cNvSpPr>
          <p:nvPr>
            <p:ph type="title" hasCustomPrompt="1"/>
          </p:nvPr>
        </p:nvSpPr>
        <p:spPr/>
        <p:txBody>
          <a:bodyPr/>
          <a:lstStyle>
            <a:lvl1pPr algn="ctr">
              <a:defRPr/>
            </a:lvl1pPr>
          </a:lstStyle>
          <a:p>
            <a:r>
              <a:rPr lang="en-CA" noProof="0" dirty="0"/>
              <a:t>Click to add a headline</a:t>
            </a:r>
            <a:endParaRPr lang="en-CA" dirty="0"/>
          </a:p>
        </p:txBody>
      </p:sp>
      <p:cxnSp>
        <p:nvCxnSpPr>
          <p:cNvPr id="10" name="Connecteur droit 11">
            <a:extLst>
              <a:ext uri="{FF2B5EF4-FFF2-40B4-BE49-F238E27FC236}">
                <a16:creationId xmlns:a16="http://schemas.microsoft.com/office/drawing/2014/main" id="{C6B5D040-8F06-461D-A02B-F3D33A52BCBD}"/>
              </a:ext>
            </a:extLst>
          </p:cNvPr>
          <p:cNvCxnSpPr/>
          <p:nvPr/>
        </p:nvCxnSpPr>
        <p:spPr>
          <a:xfrm flipV="1">
            <a:off x="551384" y="6957392"/>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 name="Connecteur droit 12">
            <a:extLst>
              <a:ext uri="{FF2B5EF4-FFF2-40B4-BE49-F238E27FC236}">
                <a16:creationId xmlns:a16="http://schemas.microsoft.com/office/drawing/2014/main" id="{526E5CC4-E852-457E-A301-8CA7EBA05335}"/>
              </a:ext>
            </a:extLst>
          </p:cNvPr>
          <p:cNvCxnSpPr/>
          <p:nvPr/>
        </p:nvCxnSpPr>
        <p:spPr>
          <a:xfrm flipV="1">
            <a:off x="11640616" y="6957392"/>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Connecteur droit 5">
            <a:extLst>
              <a:ext uri="{FF2B5EF4-FFF2-40B4-BE49-F238E27FC236}">
                <a16:creationId xmlns:a16="http://schemas.microsoft.com/office/drawing/2014/main" id="{B2A7FDCA-2A23-4C76-A782-82050A7DAFA2}"/>
              </a:ext>
            </a:extLst>
          </p:cNvPr>
          <p:cNvCxnSpPr/>
          <p:nvPr/>
        </p:nvCxnSpPr>
        <p:spPr>
          <a:xfrm>
            <a:off x="-312712" y="1412776"/>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Connecteur droit 18">
            <a:extLst>
              <a:ext uri="{FF2B5EF4-FFF2-40B4-BE49-F238E27FC236}">
                <a16:creationId xmlns:a16="http://schemas.microsoft.com/office/drawing/2014/main" id="{81E61EF5-A792-41DE-80B5-5AECA0695D43}"/>
              </a:ext>
            </a:extLst>
          </p:cNvPr>
          <p:cNvCxnSpPr/>
          <p:nvPr/>
        </p:nvCxnSpPr>
        <p:spPr>
          <a:xfrm>
            <a:off x="12288688" y="1412776"/>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Connecteur droit 19">
            <a:extLst>
              <a:ext uri="{FF2B5EF4-FFF2-40B4-BE49-F238E27FC236}">
                <a16:creationId xmlns:a16="http://schemas.microsoft.com/office/drawing/2014/main" id="{F352DEEC-835C-4CA3-A075-B920798E6A3F}"/>
              </a:ext>
            </a:extLst>
          </p:cNvPr>
          <p:cNvCxnSpPr/>
          <p:nvPr/>
        </p:nvCxnSpPr>
        <p:spPr>
          <a:xfrm>
            <a:off x="-312712" y="6309221"/>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Connecteur droit 20">
            <a:extLst>
              <a:ext uri="{FF2B5EF4-FFF2-40B4-BE49-F238E27FC236}">
                <a16:creationId xmlns:a16="http://schemas.microsoft.com/office/drawing/2014/main" id="{6ADD422A-9CB8-4D98-8CA9-7F6A18419BA7}"/>
              </a:ext>
            </a:extLst>
          </p:cNvPr>
          <p:cNvCxnSpPr/>
          <p:nvPr/>
        </p:nvCxnSpPr>
        <p:spPr>
          <a:xfrm>
            <a:off x="12288688" y="6309221"/>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Connecteur droit 3">
            <a:extLst>
              <a:ext uri="{FF2B5EF4-FFF2-40B4-BE49-F238E27FC236}">
                <a16:creationId xmlns:a16="http://schemas.microsoft.com/office/drawing/2014/main" id="{3565DADE-FE5B-4555-A705-45F64816B653}"/>
              </a:ext>
            </a:extLst>
          </p:cNvPr>
          <p:cNvCxnSpPr/>
          <p:nvPr userDrawn="1"/>
        </p:nvCxnSpPr>
        <p:spPr>
          <a:xfrm flipV="1">
            <a:off x="551384" y="-315416"/>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Connecteur droit 10">
            <a:extLst>
              <a:ext uri="{FF2B5EF4-FFF2-40B4-BE49-F238E27FC236}">
                <a16:creationId xmlns:a16="http://schemas.microsoft.com/office/drawing/2014/main" id="{2AA39C55-4CA2-4DB5-95E0-1477FCED76FF}"/>
              </a:ext>
            </a:extLst>
          </p:cNvPr>
          <p:cNvCxnSpPr/>
          <p:nvPr userDrawn="1"/>
        </p:nvCxnSpPr>
        <p:spPr>
          <a:xfrm flipV="1">
            <a:off x="11640616" y="-315416"/>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5" name="Espace réservé du numéro de diapositive 4">
            <a:extLst>
              <a:ext uri="{FF2B5EF4-FFF2-40B4-BE49-F238E27FC236}">
                <a16:creationId xmlns:a16="http://schemas.microsoft.com/office/drawing/2014/main" id="{90002A97-B165-4AD8-83E8-EEAFADA8C970}"/>
              </a:ext>
            </a:extLst>
          </p:cNvPr>
          <p:cNvSpPr>
            <a:spLocks noGrp="1"/>
          </p:cNvSpPr>
          <p:nvPr>
            <p:ph type="sldNum" sz="quarter" idx="11"/>
          </p:nvPr>
        </p:nvSpPr>
        <p:spPr/>
        <p:txBody>
          <a:bodyPr/>
          <a:lstStyle/>
          <a:p>
            <a:fld id="{9F13E4E3-EA9B-4FF8-B6C4-2516ED16E94E}" type="slidenum">
              <a:rPr lang="en-CA" smtClean="0"/>
              <a:t>‹#›</a:t>
            </a:fld>
            <a:endParaRPr lang="en-CA" dirty="0"/>
          </a:p>
        </p:txBody>
      </p:sp>
    </p:spTree>
    <p:extLst>
      <p:ext uri="{BB962C8B-B14F-4D97-AF65-F5344CB8AC3E}">
        <p14:creationId xmlns:p14="http://schemas.microsoft.com/office/powerpoint/2010/main" val="495319433"/>
      </p:ext>
    </p:extLst>
  </p:cSld>
  <p:clrMapOvr>
    <a:masterClrMapping/>
  </p:clrMapOvr>
  <p:transition spd="med">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 images with text">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57093B25-C041-43E5-B384-94D1D643FFFC}"/>
              </a:ext>
            </a:extLst>
          </p:cNvPr>
          <p:cNvSpPr>
            <a:spLocks noGrp="1"/>
          </p:cNvSpPr>
          <p:nvPr>
            <p:ph type="pic" sz="quarter" idx="13" hasCustomPrompt="1"/>
          </p:nvPr>
        </p:nvSpPr>
        <p:spPr>
          <a:xfrm>
            <a:off x="0" y="0"/>
            <a:ext cx="6096000" cy="6309122"/>
          </a:xfrm>
        </p:spPr>
        <p:txBody>
          <a:bodyPr tIns="2448000"/>
          <a:lstStyle>
            <a:lvl1pPr algn="ctr">
              <a:buNone/>
              <a:defRPr/>
            </a:lvl1pPr>
          </a:lstStyle>
          <a:p>
            <a:pPr marL="0" marR="0" lvl="0" indent="0" algn="ctr" defTabSz="612019" rtl="0" eaLnBrk="1" fontAlgn="base" latinLnBrk="0" hangingPunct="1">
              <a:lnSpc>
                <a:spcPct val="100000"/>
              </a:lnSpc>
              <a:spcBef>
                <a:spcPts val="1400"/>
              </a:spcBef>
              <a:spcAft>
                <a:spcPts val="0"/>
              </a:spcAft>
              <a:buClrTx/>
              <a:buSzTx/>
              <a:buFont typeface="Arial" panose="020B0604020202020204" pitchFamily="34" charset="0"/>
              <a:buChar char="​"/>
              <a:tabLst/>
              <a:defRPr/>
            </a:pPr>
            <a:r>
              <a:rPr lang="en-CA" noProof="0" dirty="0"/>
              <a:t>Click on icon to add an image</a:t>
            </a:r>
          </a:p>
        </p:txBody>
      </p:sp>
      <p:cxnSp>
        <p:nvCxnSpPr>
          <p:cNvPr id="10" name="Connecteur droit 11">
            <a:extLst>
              <a:ext uri="{FF2B5EF4-FFF2-40B4-BE49-F238E27FC236}">
                <a16:creationId xmlns:a16="http://schemas.microsoft.com/office/drawing/2014/main" id="{C6B5D040-8F06-461D-A02B-F3D33A52BCBD}"/>
              </a:ext>
            </a:extLst>
          </p:cNvPr>
          <p:cNvCxnSpPr/>
          <p:nvPr/>
        </p:nvCxnSpPr>
        <p:spPr>
          <a:xfrm flipV="1">
            <a:off x="551384" y="6957392"/>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 name="Connecteur droit 12">
            <a:extLst>
              <a:ext uri="{FF2B5EF4-FFF2-40B4-BE49-F238E27FC236}">
                <a16:creationId xmlns:a16="http://schemas.microsoft.com/office/drawing/2014/main" id="{526E5CC4-E852-457E-A301-8CA7EBA05335}"/>
              </a:ext>
            </a:extLst>
          </p:cNvPr>
          <p:cNvCxnSpPr/>
          <p:nvPr/>
        </p:nvCxnSpPr>
        <p:spPr>
          <a:xfrm flipV="1">
            <a:off x="11640616" y="6957392"/>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Connecteur droit 5">
            <a:extLst>
              <a:ext uri="{FF2B5EF4-FFF2-40B4-BE49-F238E27FC236}">
                <a16:creationId xmlns:a16="http://schemas.microsoft.com/office/drawing/2014/main" id="{B2A7FDCA-2A23-4C76-A782-82050A7DAFA2}"/>
              </a:ext>
            </a:extLst>
          </p:cNvPr>
          <p:cNvCxnSpPr/>
          <p:nvPr/>
        </p:nvCxnSpPr>
        <p:spPr>
          <a:xfrm>
            <a:off x="-312712" y="1412776"/>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Connecteur droit 18">
            <a:extLst>
              <a:ext uri="{FF2B5EF4-FFF2-40B4-BE49-F238E27FC236}">
                <a16:creationId xmlns:a16="http://schemas.microsoft.com/office/drawing/2014/main" id="{81E61EF5-A792-41DE-80B5-5AECA0695D43}"/>
              </a:ext>
            </a:extLst>
          </p:cNvPr>
          <p:cNvCxnSpPr/>
          <p:nvPr/>
        </p:nvCxnSpPr>
        <p:spPr>
          <a:xfrm>
            <a:off x="12288688" y="1412776"/>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Connecteur droit 19">
            <a:extLst>
              <a:ext uri="{FF2B5EF4-FFF2-40B4-BE49-F238E27FC236}">
                <a16:creationId xmlns:a16="http://schemas.microsoft.com/office/drawing/2014/main" id="{F352DEEC-835C-4CA3-A075-B920798E6A3F}"/>
              </a:ext>
            </a:extLst>
          </p:cNvPr>
          <p:cNvCxnSpPr/>
          <p:nvPr/>
        </p:nvCxnSpPr>
        <p:spPr>
          <a:xfrm>
            <a:off x="-312712" y="6309221"/>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Connecteur droit 20">
            <a:extLst>
              <a:ext uri="{FF2B5EF4-FFF2-40B4-BE49-F238E27FC236}">
                <a16:creationId xmlns:a16="http://schemas.microsoft.com/office/drawing/2014/main" id="{6ADD422A-9CB8-4D98-8CA9-7F6A18419BA7}"/>
              </a:ext>
            </a:extLst>
          </p:cNvPr>
          <p:cNvCxnSpPr/>
          <p:nvPr/>
        </p:nvCxnSpPr>
        <p:spPr>
          <a:xfrm>
            <a:off x="12288688" y="6309221"/>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Connecteur droit 3">
            <a:extLst>
              <a:ext uri="{FF2B5EF4-FFF2-40B4-BE49-F238E27FC236}">
                <a16:creationId xmlns:a16="http://schemas.microsoft.com/office/drawing/2014/main" id="{73A88720-E049-4873-9B60-6934376969D3}"/>
              </a:ext>
            </a:extLst>
          </p:cNvPr>
          <p:cNvCxnSpPr/>
          <p:nvPr userDrawn="1"/>
        </p:nvCxnSpPr>
        <p:spPr>
          <a:xfrm flipV="1">
            <a:off x="551384" y="-315416"/>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Connecteur droit 10">
            <a:extLst>
              <a:ext uri="{FF2B5EF4-FFF2-40B4-BE49-F238E27FC236}">
                <a16:creationId xmlns:a16="http://schemas.microsoft.com/office/drawing/2014/main" id="{84173C7A-0C9C-4D16-A246-5C47B9808D63}"/>
              </a:ext>
            </a:extLst>
          </p:cNvPr>
          <p:cNvCxnSpPr/>
          <p:nvPr userDrawn="1"/>
        </p:nvCxnSpPr>
        <p:spPr>
          <a:xfrm flipV="1">
            <a:off x="11640616" y="-315416"/>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0" name="Picture Placeholder 6">
            <a:extLst>
              <a:ext uri="{FF2B5EF4-FFF2-40B4-BE49-F238E27FC236}">
                <a16:creationId xmlns:a16="http://schemas.microsoft.com/office/drawing/2014/main" id="{97A040AF-7C84-4007-B008-7C0C1823EB90}"/>
              </a:ext>
            </a:extLst>
          </p:cNvPr>
          <p:cNvSpPr>
            <a:spLocks noGrp="1"/>
          </p:cNvSpPr>
          <p:nvPr>
            <p:ph type="pic" sz="quarter" idx="14" hasCustomPrompt="1"/>
          </p:nvPr>
        </p:nvSpPr>
        <p:spPr>
          <a:xfrm>
            <a:off x="6096000" y="0"/>
            <a:ext cx="6096000" cy="6309122"/>
          </a:xfrm>
        </p:spPr>
        <p:txBody>
          <a:bodyPr tIns="2448000"/>
          <a:lstStyle>
            <a:lvl1pPr algn="ctr">
              <a:buNone/>
              <a:defRPr/>
            </a:lvl1pPr>
          </a:lstStyle>
          <a:p>
            <a:pPr marL="0" marR="0" lvl="0" indent="0" algn="ctr" defTabSz="612019" rtl="0" eaLnBrk="1" fontAlgn="base" latinLnBrk="0" hangingPunct="1">
              <a:lnSpc>
                <a:spcPct val="100000"/>
              </a:lnSpc>
              <a:spcBef>
                <a:spcPts val="1400"/>
              </a:spcBef>
              <a:spcAft>
                <a:spcPts val="0"/>
              </a:spcAft>
              <a:buClrTx/>
              <a:buSzTx/>
              <a:buFont typeface="Arial" panose="020B0604020202020204" pitchFamily="34" charset="0"/>
              <a:buChar char="​"/>
              <a:tabLst/>
              <a:defRPr/>
            </a:pPr>
            <a:r>
              <a:rPr lang="en-CA" noProof="0" dirty="0"/>
              <a:t>Click on icon to add an image</a:t>
            </a:r>
          </a:p>
        </p:txBody>
      </p:sp>
      <p:sp>
        <p:nvSpPr>
          <p:cNvPr id="4" name="Text Placeholder 3">
            <a:extLst>
              <a:ext uri="{FF2B5EF4-FFF2-40B4-BE49-F238E27FC236}">
                <a16:creationId xmlns:a16="http://schemas.microsoft.com/office/drawing/2014/main" id="{7919527B-179C-4DC2-BDC2-15D592EC9D9E}"/>
              </a:ext>
            </a:extLst>
          </p:cNvPr>
          <p:cNvSpPr>
            <a:spLocks noGrp="1"/>
          </p:cNvSpPr>
          <p:nvPr>
            <p:ph type="body" sz="quarter" idx="15" hasCustomPrompt="1"/>
          </p:nvPr>
        </p:nvSpPr>
        <p:spPr>
          <a:xfrm>
            <a:off x="240000" y="260648"/>
            <a:ext cx="5616000" cy="935038"/>
          </a:xfrm>
          <a:solidFill>
            <a:schemeClr val="accent1"/>
          </a:solidFill>
        </p:spPr>
        <p:txBody>
          <a:bodyPr lIns="180000" rIns="180000" anchor="ctr"/>
          <a:lstStyle>
            <a:lvl1pPr algn="ctr">
              <a:lnSpc>
                <a:spcPct val="89000"/>
              </a:lnSpc>
              <a:spcBef>
                <a:spcPts val="600"/>
              </a:spcBef>
              <a:defRPr b="1">
                <a:solidFill>
                  <a:schemeClr val="bg1"/>
                </a:solidFill>
              </a:defRPr>
            </a:lvl1pPr>
            <a:lvl2pPr marL="18000" indent="0" algn="ctr">
              <a:buNone/>
              <a:defRPr/>
            </a:lvl2pPr>
            <a:lvl3pPr algn="ctr">
              <a:defRPr/>
            </a:lvl3pPr>
            <a:lvl4pPr algn="ctr">
              <a:defRPr/>
            </a:lvl4pPr>
            <a:lvl5pPr algn="ctr">
              <a:defRPr/>
            </a:lvl5pPr>
          </a:lstStyle>
          <a:p>
            <a:pPr lvl="0"/>
            <a:r>
              <a:rPr lang="en-CA" dirty="0"/>
              <a:t>Click to add text</a:t>
            </a:r>
          </a:p>
        </p:txBody>
      </p:sp>
      <p:sp>
        <p:nvSpPr>
          <p:cNvPr id="21" name="Text Placeholder 3">
            <a:extLst>
              <a:ext uri="{FF2B5EF4-FFF2-40B4-BE49-F238E27FC236}">
                <a16:creationId xmlns:a16="http://schemas.microsoft.com/office/drawing/2014/main" id="{86E678F0-A3A3-4EEB-8501-878683B83F16}"/>
              </a:ext>
            </a:extLst>
          </p:cNvPr>
          <p:cNvSpPr>
            <a:spLocks noGrp="1"/>
          </p:cNvSpPr>
          <p:nvPr>
            <p:ph type="body" sz="quarter" idx="16" hasCustomPrompt="1"/>
          </p:nvPr>
        </p:nvSpPr>
        <p:spPr>
          <a:xfrm>
            <a:off x="6336000" y="260648"/>
            <a:ext cx="5616000" cy="935038"/>
          </a:xfrm>
          <a:solidFill>
            <a:schemeClr val="accent1"/>
          </a:solidFill>
        </p:spPr>
        <p:txBody>
          <a:bodyPr lIns="180000" rIns="180000" anchor="ctr"/>
          <a:lstStyle>
            <a:lvl1pPr algn="ctr">
              <a:lnSpc>
                <a:spcPct val="89000"/>
              </a:lnSpc>
              <a:spcBef>
                <a:spcPts val="600"/>
              </a:spcBef>
              <a:defRPr b="1">
                <a:solidFill>
                  <a:schemeClr val="bg1"/>
                </a:solidFill>
              </a:defRPr>
            </a:lvl1pPr>
            <a:lvl2pPr marL="18000" indent="0" algn="ctr">
              <a:buNone/>
              <a:defRPr/>
            </a:lvl2pPr>
            <a:lvl3pPr algn="ctr">
              <a:defRPr/>
            </a:lvl3pPr>
            <a:lvl4pPr algn="ctr">
              <a:defRPr/>
            </a:lvl4pPr>
            <a:lvl5pPr algn="ctr">
              <a:defRPr/>
            </a:lvl5pPr>
          </a:lstStyle>
          <a:p>
            <a:pPr lvl="0"/>
            <a:r>
              <a:rPr lang="en-CA" dirty="0"/>
              <a:t>Click to add text</a:t>
            </a:r>
          </a:p>
        </p:txBody>
      </p:sp>
      <p:sp>
        <p:nvSpPr>
          <p:cNvPr id="5" name="Espace réservé du numéro de diapositive 4">
            <a:extLst>
              <a:ext uri="{FF2B5EF4-FFF2-40B4-BE49-F238E27FC236}">
                <a16:creationId xmlns:a16="http://schemas.microsoft.com/office/drawing/2014/main" id="{90002A97-B165-4AD8-83E8-EEAFADA8C970}"/>
              </a:ext>
            </a:extLst>
          </p:cNvPr>
          <p:cNvSpPr>
            <a:spLocks noGrp="1"/>
          </p:cNvSpPr>
          <p:nvPr>
            <p:ph type="sldNum" sz="quarter" idx="11"/>
          </p:nvPr>
        </p:nvSpPr>
        <p:spPr/>
        <p:txBody>
          <a:bodyPr/>
          <a:lstStyle/>
          <a:p>
            <a:fld id="{9F13E4E3-EA9B-4FF8-B6C4-2516ED16E94E}" type="slidenum">
              <a:rPr lang="en-CA" smtClean="0"/>
              <a:t>‹#›</a:t>
            </a:fld>
            <a:endParaRPr lang="en-CA" dirty="0"/>
          </a:p>
        </p:txBody>
      </p:sp>
    </p:spTree>
    <p:extLst>
      <p:ext uri="{BB962C8B-B14F-4D97-AF65-F5344CB8AC3E}">
        <p14:creationId xmlns:p14="http://schemas.microsoft.com/office/powerpoint/2010/main" val="2915737508"/>
      </p:ext>
    </p:extLst>
  </p:cSld>
  <p:clrMapOvr>
    <a:masterClrMapping/>
  </p:clrMapOvr>
  <p:transition spd="med">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3 images with text">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57093B25-C041-43E5-B384-94D1D643FFFC}"/>
              </a:ext>
            </a:extLst>
          </p:cNvPr>
          <p:cNvSpPr>
            <a:spLocks noGrp="1"/>
          </p:cNvSpPr>
          <p:nvPr>
            <p:ph type="pic" sz="quarter" idx="13" hasCustomPrompt="1"/>
          </p:nvPr>
        </p:nvSpPr>
        <p:spPr>
          <a:xfrm>
            <a:off x="0" y="0"/>
            <a:ext cx="4064400" cy="6309023"/>
          </a:xfrm>
        </p:spPr>
        <p:txBody>
          <a:bodyPr tIns="2448000"/>
          <a:lstStyle>
            <a:lvl1pPr algn="ctr">
              <a:buNone/>
              <a:defRPr/>
            </a:lvl1pPr>
          </a:lstStyle>
          <a:p>
            <a:pPr marL="0" marR="0" lvl="0" indent="0" algn="ctr" defTabSz="612019" rtl="0" eaLnBrk="1" fontAlgn="base" latinLnBrk="0" hangingPunct="1">
              <a:lnSpc>
                <a:spcPct val="100000"/>
              </a:lnSpc>
              <a:spcBef>
                <a:spcPts val="1400"/>
              </a:spcBef>
              <a:spcAft>
                <a:spcPts val="0"/>
              </a:spcAft>
              <a:buClrTx/>
              <a:buSzTx/>
              <a:buFont typeface="Arial" panose="020B0604020202020204" pitchFamily="34" charset="0"/>
              <a:buChar char="​"/>
              <a:tabLst/>
              <a:defRPr/>
            </a:pPr>
            <a:r>
              <a:rPr lang="en-CA" noProof="0" dirty="0"/>
              <a:t>Click on icon to add an image</a:t>
            </a:r>
          </a:p>
        </p:txBody>
      </p:sp>
      <p:cxnSp>
        <p:nvCxnSpPr>
          <p:cNvPr id="10" name="Connecteur droit 11">
            <a:extLst>
              <a:ext uri="{FF2B5EF4-FFF2-40B4-BE49-F238E27FC236}">
                <a16:creationId xmlns:a16="http://schemas.microsoft.com/office/drawing/2014/main" id="{C6B5D040-8F06-461D-A02B-F3D33A52BCBD}"/>
              </a:ext>
            </a:extLst>
          </p:cNvPr>
          <p:cNvCxnSpPr/>
          <p:nvPr/>
        </p:nvCxnSpPr>
        <p:spPr>
          <a:xfrm flipV="1">
            <a:off x="551384" y="6957392"/>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 name="Connecteur droit 12">
            <a:extLst>
              <a:ext uri="{FF2B5EF4-FFF2-40B4-BE49-F238E27FC236}">
                <a16:creationId xmlns:a16="http://schemas.microsoft.com/office/drawing/2014/main" id="{526E5CC4-E852-457E-A301-8CA7EBA05335}"/>
              </a:ext>
            </a:extLst>
          </p:cNvPr>
          <p:cNvCxnSpPr/>
          <p:nvPr/>
        </p:nvCxnSpPr>
        <p:spPr>
          <a:xfrm flipV="1">
            <a:off x="11640616" y="6957392"/>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Connecteur droit 18">
            <a:extLst>
              <a:ext uri="{FF2B5EF4-FFF2-40B4-BE49-F238E27FC236}">
                <a16:creationId xmlns:a16="http://schemas.microsoft.com/office/drawing/2014/main" id="{81E61EF5-A792-41DE-80B5-5AECA0695D43}"/>
              </a:ext>
            </a:extLst>
          </p:cNvPr>
          <p:cNvCxnSpPr/>
          <p:nvPr/>
        </p:nvCxnSpPr>
        <p:spPr>
          <a:xfrm>
            <a:off x="12288688" y="1412776"/>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Connecteur droit 19">
            <a:extLst>
              <a:ext uri="{FF2B5EF4-FFF2-40B4-BE49-F238E27FC236}">
                <a16:creationId xmlns:a16="http://schemas.microsoft.com/office/drawing/2014/main" id="{F352DEEC-835C-4CA3-A075-B920798E6A3F}"/>
              </a:ext>
            </a:extLst>
          </p:cNvPr>
          <p:cNvCxnSpPr/>
          <p:nvPr/>
        </p:nvCxnSpPr>
        <p:spPr>
          <a:xfrm>
            <a:off x="-312712" y="6309221"/>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Connecteur droit 20">
            <a:extLst>
              <a:ext uri="{FF2B5EF4-FFF2-40B4-BE49-F238E27FC236}">
                <a16:creationId xmlns:a16="http://schemas.microsoft.com/office/drawing/2014/main" id="{6ADD422A-9CB8-4D98-8CA9-7F6A18419BA7}"/>
              </a:ext>
            </a:extLst>
          </p:cNvPr>
          <p:cNvCxnSpPr/>
          <p:nvPr/>
        </p:nvCxnSpPr>
        <p:spPr>
          <a:xfrm>
            <a:off x="12288688" y="6309221"/>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Connecteur droit 3">
            <a:extLst>
              <a:ext uri="{FF2B5EF4-FFF2-40B4-BE49-F238E27FC236}">
                <a16:creationId xmlns:a16="http://schemas.microsoft.com/office/drawing/2014/main" id="{73A88720-E049-4873-9B60-6934376969D3}"/>
              </a:ext>
            </a:extLst>
          </p:cNvPr>
          <p:cNvCxnSpPr/>
          <p:nvPr userDrawn="1"/>
        </p:nvCxnSpPr>
        <p:spPr>
          <a:xfrm flipV="1">
            <a:off x="551384" y="-315416"/>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Connecteur droit 10">
            <a:extLst>
              <a:ext uri="{FF2B5EF4-FFF2-40B4-BE49-F238E27FC236}">
                <a16:creationId xmlns:a16="http://schemas.microsoft.com/office/drawing/2014/main" id="{84173C7A-0C9C-4D16-A246-5C47B9808D63}"/>
              </a:ext>
            </a:extLst>
          </p:cNvPr>
          <p:cNvCxnSpPr/>
          <p:nvPr userDrawn="1"/>
        </p:nvCxnSpPr>
        <p:spPr>
          <a:xfrm flipV="1">
            <a:off x="11640616" y="-315416"/>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0" name="Picture Placeholder 6">
            <a:extLst>
              <a:ext uri="{FF2B5EF4-FFF2-40B4-BE49-F238E27FC236}">
                <a16:creationId xmlns:a16="http://schemas.microsoft.com/office/drawing/2014/main" id="{97A040AF-7C84-4007-B008-7C0C1823EB90}"/>
              </a:ext>
            </a:extLst>
          </p:cNvPr>
          <p:cNvSpPr>
            <a:spLocks noGrp="1"/>
          </p:cNvSpPr>
          <p:nvPr>
            <p:ph type="pic" sz="quarter" idx="14" hasCustomPrompt="1"/>
          </p:nvPr>
        </p:nvSpPr>
        <p:spPr>
          <a:xfrm>
            <a:off x="4062000" y="0"/>
            <a:ext cx="4068000" cy="6309023"/>
          </a:xfrm>
        </p:spPr>
        <p:txBody>
          <a:bodyPr tIns="2448000"/>
          <a:lstStyle>
            <a:lvl1pPr algn="ctr">
              <a:buNone/>
              <a:defRPr/>
            </a:lvl1pPr>
          </a:lstStyle>
          <a:p>
            <a:pPr marL="0" marR="0" lvl="0" indent="0" algn="ctr" defTabSz="612019" rtl="0" eaLnBrk="1" fontAlgn="base" latinLnBrk="0" hangingPunct="1">
              <a:lnSpc>
                <a:spcPct val="100000"/>
              </a:lnSpc>
              <a:spcBef>
                <a:spcPts val="1400"/>
              </a:spcBef>
              <a:spcAft>
                <a:spcPts val="0"/>
              </a:spcAft>
              <a:buClrTx/>
              <a:buSzTx/>
              <a:buFont typeface="Arial" panose="020B0604020202020204" pitchFamily="34" charset="0"/>
              <a:buChar char="​"/>
              <a:tabLst/>
              <a:defRPr/>
            </a:pPr>
            <a:r>
              <a:rPr lang="en-CA" noProof="0" dirty="0"/>
              <a:t>Click on icon to add an image</a:t>
            </a:r>
          </a:p>
        </p:txBody>
      </p:sp>
      <p:sp>
        <p:nvSpPr>
          <p:cNvPr id="16" name="Picture Placeholder 6">
            <a:extLst>
              <a:ext uri="{FF2B5EF4-FFF2-40B4-BE49-F238E27FC236}">
                <a16:creationId xmlns:a16="http://schemas.microsoft.com/office/drawing/2014/main" id="{A59F6406-253A-48E1-AA57-F04405A4161C}"/>
              </a:ext>
            </a:extLst>
          </p:cNvPr>
          <p:cNvSpPr>
            <a:spLocks noGrp="1"/>
          </p:cNvSpPr>
          <p:nvPr>
            <p:ph type="pic" sz="quarter" idx="17" hasCustomPrompt="1"/>
          </p:nvPr>
        </p:nvSpPr>
        <p:spPr>
          <a:xfrm>
            <a:off x="8127600" y="0"/>
            <a:ext cx="4064400" cy="6309023"/>
          </a:xfrm>
        </p:spPr>
        <p:txBody>
          <a:bodyPr tIns="2448000"/>
          <a:lstStyle>
            <a:lvl1pPr algn="ctr">
              <a:buNone/>
              <a:defRPr/>
            </a:lvl1pPr>
          </a:lstStyle>
          <a:p>
            <a:pPr marL="0" marR="0" lvl="0" indent="0" algn="ctr" defTabSz="612019" rtl="0" eaLnBrk="1" fontAlgn="base" latinLnBrk="0" hangingPunct="1">
              <a:lnSpc>
                <a:spcPct val="100000"/>
              </a:lnSpc>
              <a:spcBef>
                <a:spcPts val="1400"/>
              </a:spcBef>
              <a:spcAft>
                <a:spcPts val="0"/>
              </a:spcAft>
              <a:buClrTx/>
              <a:buSzTx/>
              <a:buFont typeface="Arial" panose="020B0604020202020204" pitchFamily="34" charset="0"/>
              <a:buChar char="​"/>
              <a:tabLst/>
              <a:defRPr/>
            </a:pPr>
            <a:r>
              <a:rPr lang="en-CA" noProof="0" dirty="0"/>
              <a:t>Click on icon to add an image</a:t>
            </a:r>
          </a:p>
        </p:txBody>
      </p:sp>
      <p:cxnSp>
        <p:nvCxnSpPr>
          <p:cNvPr id="12" name="Connecteur droit 5">
            <a:extLst>
              <a:ext uri="{FF2B5EF4-FFF2-40B4-BE49-F238E27FC236}">
                <a16:creationId xmlns:a16="http://schemas.microsoft.com/office/drawing/2014/main" id="{B2A7FDCA-2A23-4C76-A782-82050A7DAFA2}"/>
              </a:ext>
            </a:extLst>
          </p:cNvPr>
          <p:cNvCxnSpPr/>
          <p:nvPr/>
        </p:nvCxnSpPr>
        <p:spPr>
          <a:xfrm>
            <a:off x="-312712" y="1412776"/>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7919527B-179C-4DC2-BDC2-15D592EC9D9E}"/>
              </a:ext>
            </a:extLst>
          </p:cNvPr>
          <p:cNvSpPr>
            <a:spLocks noGrp="1"/>
          </p:cNvSpPr>
          <p:nvPr>
            <p:ph type="body" sz="quarter" idx="15" hasCustomPrompt="1"/>
          </p:nvPr>
        </p:nvSpPr>
        <p:spPr>
          <a:xfrm>
            <a:off x="232200" y="260648"/>
            <a:ext cx="3600000" cy="935038"/>
          </a:xfrm>
          <a:solidFill>
            <a:schemeClr val="accent1"/>
          </a:solidFill>
        </p:spPr>
        <p:txBody>
          <a:bodyPr lIns="180000" rIns="180000" anchor="ctr"/>
          <a:lstStyle>
            <a:lvl1pPr algn="ctr">
              <a:lnSpc>
                <a:spcPct val="89000"/>
              </a:lnSpc>
              <a:spcBef>
                <a:spcPts val="600"/>
              </a:spcBef>
              <a:defRPr b="1">
                <a:solidFill>
                  <a:schemeClr val="bg1"/>
                </a:solidFill>
              </a:defRPr>
            </a:lvl1pPr>
            <a:lvl2pPr marL="18000" indent="0" algn="ctr">
              <a:buNone/>
              <a:defRPr/>
            </a:lvl2pPr>
            <a:lvl3pPr algn="ctr">
              <a:defRPr/>
            </a:lvl3pPr>
            <a:lvl4pPr algn="ctr">
              <a:defRPr/>
            </a:lvl4pPr>
            <a:lvl5pPr algn="ctr">
              <a:defRPr/>
            </a:lvl5pPr>
          </a:lstStyle>
          <a:p>
            <a:pPr lvl="0"/>
            <a:r>
              <a:rPr lang="en-CA" dirty="0"/>
              <a:t>Click to add text</a:t>
            </a:r>
          </a:p>
        </p:txBody>
      </p:sp>
      <p:sp>
        <p:nvSpPr>
          <p:cNvPr id="21" name="Text Placeholder 3">
            <a:extLst>
              <a:ext uri="{FF2B5EF4-FFF2-40B4-BE49-F238E27FC236}">
                <a16:creationId xmlns:a16="http://schemas.microsoft.com/office/drawing/2014/main" id="{86E678F0-A3A3-4EEB-8501-878683B83F16}"/>
              </a:ext>
            </a:extLst>
          </p:cNvPr>
          <p:cNvSpPr>
            <a:spLocks noGrp="1"/>
          </p:cNvSpPr>
          <p:nvPr>
            <p:ph type="body" sz="quarter" idx="16" hasCustomPrompt="1"/>
          </p:nvPr>
        </p:nvSpPr>
        <p:spPr>
          <a:xfrm>
            <a:off x="4296000" y="260648"/>
            <a:ext cx="3600000" cy="935038"/>
          </a:xfrm>
          <a:solidFill>
            <a:schemeClr val="accent1"/>
          </a:solidFill>
        </p:spPr>
        <p:txBody>
          <a:bodyPr lIns="180000" rIns="180000" anchor="ctr"/>
          <a:lstStyle>
            <a:lvl1pPr algn="ctr">
              <a:lnSpc>
                <a:spcPct val="89000"/>
              </a:lnSpc>
              <a:spcBef>
                <a:spcPts val="600"/>
              </a:spcBef>
              <a:defRPr b="1">
                <a:solidFill>
                  <a:schemeClr val="bg1"/>
                </a:solidFill>
              </a:defRPr>
            </a:lvl1pPr>
            <a:lvl2pPr marL="18000" indent="0" algn="ctr">
              <a:buNone/>
              <a:defRPr/>
            </a:lvl2pPr>
            <a:lvl3pPr algn="ctr">
              <a:defRPr/>
            </a:lvl3pPr>
            <a:lvl4pPr algn="ctr">
              <a:defRPr/>
            </a:lvl4pPr>
            <a:lvl5pPr algn="ctr">
              <a:defRPr/>
            </a:lvl5pPr>
          </a:lstStyle>
          <a:p>
            <a:pPr lvl="0"/>
            <a:r>
              <a:rPr lang="en-CA" dirty="0"/>
              <a:t>Click to add text</a:t>
            </a:r>
          </a:p>
        </p:txBody>
      </p:sp>
      <p:sp>
        <p:nvSpPr>
          <p:cNvPr id="17" name="Text Placeholder 3">
            <a:extLst>
              <a:ext uri="{FF2B5EF4-FFF2-40B4-BE49-F238E27FC236}">
                <a16:creationId xmlns:a16="http://schemas.microsoft.com/office/drawing/2014/main" id="{8DD6B473-6BC6-48C3-AA92-D3CF169D9A89}"/>
              </a:ext>
            </a:extLst>
          </p:cNvPr>
          <p:cNvSpPr>
            <a:spLocks noGrp="1"/>
          </p:cNvSpPr>
          <p:nvPr>
            <p:ph type="body" sz="quarter" idx="18" hasCustomPrompt="1"/>
          </p:nvPr>
        </p:nvSpPr>
        <p:spPr>
          <a:xfrm>
            <a:off x="8359800" y="260648"/>
            <a:ext cx="3600000" cy="935038"/>
          </a:xfrm>
          <a:solidFill>
            <a:schemeClr val="accent1"/>
          </a:solidFill>
        </p:spPr>
        <p:txBody>
          <a:bodyPr lIns="180000" rIns="180000" anchor="ctr"/>
          <a:lstStyle>
            <a:lvl1pPr algn="ctr">
              <a:lnSpc>
                <a:spcPct val="89000"/>
              </a:lnSpc>
              <a:spcBef>
                <a:spcPts val="600"/>
              </a:spcBef>
              <a:defRPr b="1">
                <a:solidFill>
                  <a:schemeClr val="bg1"/>
                </a:solidFill>
              </a:defRPr>
            </a:lvl1pPr>
            <a:lvl2pPr marL="18000" indent="0" algn="ctr">
              <a:buNone/>
              <a:defRPr/>
            </a:lvl2pPr>
            <a:lvl3pPr algn="ctr">
              <a:defRPr/>
            </a:lvl3pPr>
            <a:lvl4pPr algn="ctr">
              <a:defRPr/>
            </a:lvl4pPr>
            <a:lvl5pPr algn="ctr">
              <a:defRPr/>
            </a:lvl5pPr>
          </a:lstStyle>
          <a:p>
            <a:pPr lvl="0"/>
            <a:r>
              <a:rPr lang="en-CA" dirty="0"/>
              <a:t>Click to add text</a:t>
            </a:r>
          </a:p>
        </p:txBody>
      </p:sp>
      <p:sp>
        <p:nvSpPr>
          <p:cNvPr id="5" name="Espace réservé du numéro de diapositive 4">
            <a:extLst>
              <a:ext uri="{FF2B5EF4-FFF2-40B4-BE49-F238E27FC236}">
                <a16:creationId xmlns:a16="http://schemas.microsoft.com/office/drawing/2014/main" id="{90002A97-B165-4AD8-83E8-EEAFADA8C970}"/>
              </a:ext>
            </a:extLst>
          </p:cNvPr>
          <p:cNvSpPr>
            <a:spLocks noGrp="1"/>
          </p:cNvSpPr>
          <p:nvPr>
            <p:ph type="sldNum" sz="quarter" idx="11"/>
          </p:nvPr>
        </p:nvSpPr>
        <p:spPr/>
        <p:txBody>
          <a:bodyPr/>
          <a:lstStyle/>
          <a:p>
            <a:fld id="{9F13E4E3-EA9B-4FF8-B6C4-2516ED16E94E}" type="slidenum">
              <a:rPr lang="en-CA" smtClean="0"/>
              <a:t>‹#›</a:t>
            </a:fld>
            <a:endParaRPr lang="en-CA" dirty="0"/>
          </a:p>
        </p:txBody>
      </p:sp>
    </p:spTree>
    <p:extLst>
      <p:ext uri="{BB962C8B-B14F-4D97-AF65-F5344CB8AC3E}">
        <p14:creationId xmlns:p14="http://schemas.microsoft.com/office/powerpoint/2010/main" val="2680202144"/>
      </p:ext>
    </p:extLst>
  </p:cSld>
  <p:clrMapOvr>
    <a:masterClrMapping/>
  </p:clrMapOvr>
  <p:transition spd="med">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 images with text">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57093B25-C041-43E5-B384-94D1D643FFFC}"/>
              </a:ext>
            </a:extLst>
          </p:cNvPr>
          <p:cNvSpPr>
            <a:spLocks noGrp="1"/>
          </p:cNvSpPr>
          <p:nvPr>
            <p:ph type="pic" sz="quarter" idx="13" hasCustomPrompt="1"/>
          </p:nvPr>
        </p:nvSpPr>
        <p:spPr>
          <a:xfrm>
            <a:off x="0" y="0"/>
            <a:ext cx="6096000" cy="3153600"/>
          </a:xfrm>
        </p:spPr>
        <p:txBody>
          <a:bodyPr tIns="1152000"/>
          <a:lstStyle>
            <a:lvl1pPr algn="ctr">
              <a:buNone/>
              <a:defRPr/>
            </a:lvl1pPr>
          </a:lstStyle>
          <a:p>
            <a:pPr marL="0" marR="0" lvl="0" indent="0" algn="ctr" defTabSz="612019" rtl="0" eaLnBrk="1" fontAlgn="base" latinLnBrk="0" hangingPunct="1">
              <a:lnSpc>
                <a:spcPct val="100000"/>
              </a:lnSpc>
              <a:spcBef>
                <a:spcPts val="1400"/>
              </a:spcBef>
              <a:spcAft>
                <a:spcPts val="0"/>
              </a:spcAft>
              <a:buClrTx/>
              <a:buSzTx/>
              <a:buFont typeface="Arial" panose="020B0604020202020204" pitchFamily="34" charset="0"/>
              <a:buChar char="​"/>
              <a:tabLst/>
              <a:defRPr/>
            </a:pPr>
            <a:r>
              <a:rPr lang="en-CA" noProof="0" dirty="0"/>
              <a:t>Click on icon to add an image</a:t>
            </a:r>
          </a:p>
        </p:txBody>
      </p:sp>
      <p:cxnSp>
        <p:nvCxnSpPr>
          <p:cNvPr id="10" name="Connecteur droit 11">
            <a:extLst>
              <a:ext uri="{FF2B5EF4-FFF2-40B4-BE49-F238E27FC236}">
                <a16:creationId xmlns:a16="http://schemas.microsoft.com/office/drawing/2014/main" id="{C6B5D040-8F06-461D-A02B-F3D33A52BCBD}"/>
              </a:ext>
            </a:extLst>
          </p:cNvPr>
          <p:cNvCxnSpPr/>
          <p:nvPr/>
        </p:nvCxnSpPr>
        <p:spPr>
          <a:xfrm flipV="1">
            <a:off x="551384" y="6957392"/>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 name="Connecteur droit 12">
            <a:extLst>
              <a:ext uri="{FF2B5EF4-FFF2-40B4-BE49-F238E27FC236}">
                <a16:creationId xmlns:a16="http://schemas.microsoft.com/office/drawing/2014/main" id="{526E5CC4-E852-457E-A301-8CA7EBA05335}"/>
              </a:ext>
            </a:extLst>
          </p:cNvPr>
          <p:cNvCxnSpPr/>
          <p:nvPr/>
        </p:nvCxnSpPr>
        <p:spPr>
          <a:xfrm flipV="1">
            <a:off x="11640616" y="6957392"/>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Connecteur droit 5">
            <a:extLst>
              <a:ext uri="{FF2B5EF4-FFF2-40B4-BE49-F238E27FC236}">
                <a16:creationId xmlns:a16="http://schemas.microsoft.com/office/drawing/2014/main" id="{B2A7FDCA-2A23-4C76-A782-82050A7DAFA2}"/>
              </a:ext>
            </a:extLst>
          </p:cNvPr>
          <p:cNvCxnSpPr/>
          <p:nvPr/>
        </p:nvCxnSpPr>
        <p:spPr>
          <a:xfrm>
            <a:off x="-312712" y="1412776"/>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Connecteur droit 18">
            <a:extLst>
              <a:ext uri="{FF2B5EF4-FFF2-40B4-BE49-F238E27FC236}">
                <a16:creationId xmlns:a16="http://schemas.microsoft.com/office/drawing/2014/main" id="{81E61EF5-A792-41DE-80B5-5AECA0695D43}"/>
              </a:ext>
            </a:extLst>
          </p:cNvPr>
          <p:cNvCxnSpPr/>
          <p:nvPr/>
        </p:nvCxnSpPr>
        <p:spPr>
          <a:xfrm>
            <a:off x="12288688" y="1412776"/>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Connecteur droit 19">
            <a:extLst>
              <a:ext uri="{FF2B5EF4-FFF2-40B4-BE49-F238E27FC236}">
                <a16:creationId xmlns:a16="http://schemas.microsoft.com/office/drawing/2014/main" id="{F352DEEC-835C-4CA3-A075-B920798E6A3F}"/>
              </a:ext>
            </a:extLst>
          </p:cNvPr>
          <p:cNvCxnSpPr/>
          <p:nvPr/>
        </p:nvCxnSpPr>
        <p:spPr>
          <a:xfrm>
            <a:off x="-312712" y="6309221"/>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Connecteur droit 20">
            <a:extLst>
              <a:ext uri="{FF2B5EF4-FFF2-40B4-BE49-F238E27FC236}">
                <a16:creationId xmlns:a16="http://schemas.microsoft.com/office/drawing/2014/main" id="{6ADD422A-9CB8-4D98-8CA9-7F6A18419BA7}"/>
              </a:ext>
            </a:extLst>
          </p:cNvPr>
          <p:cNvCxnSpPr/>
          <p:nvPr/>
        </p:nvCxnSpPr>
        <p:spPr>
          <a:xfrm>
            <a:off x="12288688" y="6309221"/>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Connecteur droit 3">
            <a:extLst>
              <a:ext uri="{FF2B5EF4-FFF2-40B4-BE49-F238E27FC236}">
                <a16:creationId xmlns:a16="http://schemas.microsoft.com/office/drawing/2014/main" id="{73A88720-E049-4873-9B60-6934376969D3}"/>
              </a:ext>
            </a:extLst>
          </p:cNvPr>
          <p:cNvCxnSpPr/>
          <p:nvPr userDrawn="1"/>
        </p:nvCxnSpPr>
        <p:spPr>
          <a:xfrm flipV="1">
            <a:off x="551384" y="-315416"/>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Connecteur droit 10">
            <a:extLst>
              <a:ext uri="{FF2B5EF4-FFF2-40B4-BE49-F238E27FC236}">
                <a16:creationId xmlns:a16="http://schemas.microsoft.com/office/drawing/2014/main" id="{84173C7A-0C9C-4D16-A246-5C47B9808D63}"/>
              </a:ext>
            </a:extLst>
          </p:cNvPr>
          <p:cNvCxnSpPr/>
          <p:nvPr userDrawn="1"/>
        </p:nvCxnSpPr>
        <p:spPr>
          <a:xfrm flipV="1">
            <a:off x="11640616" y="-315416"/>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0" name="Picture Placeholder 6">
            <a:extLst>
              <a:ext uri="{FF2B5EF4-FFF2-40B4-BE49-F238E27FC236}">
                <a16:creationId xmlns:a16="http://schemas.microsoft.com/office/drawing/2014/main" id="{97A040AF-7C84-4007-B008-7C0C1823EB90}"/>
              </a:ext>
            </a:extLst>
          </p:cNvPr>
          <p:cNvSpPr>
            <a:spLocks noGrp="1"/>
          </p:cNvSpPr>
          <p:nvPr>
            <p:ph type="pic" sz="quarter" idx="14" hasCustomPrompt="1"/>
          </p:nvPr>
        </p:nvSpPr>
        <p:spPr>
          <a:xfrm>
            <a:off x="6096000" y="0"/>
            <a:ext cx="6096000" cy="3153600"/>
          </a:xfrm>
        </p:spPr>
        <p:txBody>
          <a:bodyPr tIns="1152000"/>
          <a:lstStyle>
            <a:lvl1pPr algn="ctr">
              <a:buNone/>
              <a:defRPr/>
            </a:lvl1pPr>
          </a:lstStyle>
          <a:p>
            <a:pPr marL="0" marR="0" lvl="0" indent="0" algn="ctr" defTabSz="612019" rtl="0" eaLnBrk="1" fontAlgn="base" latinLnBrk="0" hangingPunct="1">
              <a:lnSpc>
                <a:spcPct val="100000"/>
              </a:lnSpc>
              <a:spcBef>
                <a:spcPts val="1400"/>
              </a:spcBef>
              <a:spcAft>
                <a:spcPts val="0"/>
              </a:spcAft>
              <a:buClrTx/>
              <a:buSzTx/>
              <a:buFont typeface="Arial" panose="020B0604020202020204" pitchFamily="34" charset="0"/>
              <a:buChar char="​"/>
              <a:tabLst/>
              <a:defRPr/>
            </a:pPr>
            <a:r>
              <a:rPr lang="en-CA" noProof="0" dirty="0"/>
              <a:t>Click on icon to add an image</a:t>
            </a:r>
          </a:p>
        </p:txBody>
      </p:sp>
      <p:sp>
        <p:nvSpPr>
          <p:cNvPr id="4" name="Text Placeholder 3">
            <a:extLst>
              <a:ext uri="{FF2B5EF4-FFF2-40B4-BE49-F238E27FC236}">
                <a16:creationId xmlns:a16="http://schemas.microsoft.com/office/drawing/2014/main" id="{7919527B-179C-4DC2-BDC2-15D592EC9D9E}"/>
              </a:ext>
            </a:extLst>
          </p:cNvPr>
          <p:cNvSpPr>
            <a:spLocks noGrp="1"/>
          </p:cNvSpPr>
          <p:nvPr>
            <p:ph type="body" sz="quarter" idx="15" hasCustomPrompt="1"/>
          </p:nvPr>
        </p:nvSpPr>
        <p:spPr>
          <a:xfrm>
            <a:off x="240000" y="260648"/>
            <a:ext cx="5616000" cy="612000"/>
          </a:xfrm>
          <a:solidFill>
            <a:schemeClr val="accent1"/>
          </a:solidFill>
        </p:spPr>
        <p:txBody>
          <a:bodyPr lIns="180000" rIns="180000" anchor="ctr"/>
          <a:lstStyle>
            <a:lvl1pPr algn="ctr">
              <a:lnSpc>
                <a:spcPct val="89000"/>
              </a:lnSpc>
              <a:spcBef>
                <a:spcPts val="600"/>
              </a:spcBef>
              <a:defRPr sz="2000" b="1">
                <a:solidFill>
                  <a:schemeClr val="bg1"/>
                </a:solidFill>
              </a:defRPr>
            </a:lvl1pPr>
            <a:lvl2pPr marL="18000" indent="0" algn="ctr">
              <a:buNone/>
              <a:defRPr/>
            </a:lvl2pPr>
            <a:lvl3pPr algn="ctr">
              <a:defRPr/>
            </a:lvl3pPr>
            <a:lvl4pPr algn="ctr">
              <a:defRPr/>
            </a:lvl4pPr>
            <a:lvl5pPr algn="ctr">
              <a:defRPr/>
            </a:lvl5pPr>
          </a:lstStyle>
          <a:p>
            <a:pPr lvl="0"/>
            <a:r>
              <a:rPr lang="en-CA" dirty="0"/>
              <a:t>Click to add text</a:t>
            </a:r>
          </a:p>
        </p:txBody>
      </p:sp>
      <p:sp>
        <p:nvSpPr>
          <p:cNvPr id="21" name="Text Placeholder 3">
            <a:extLst>
              <a:ext uri="{FF2B5EF4-FFF2-40B4-BE49-F238E27FC236}">
                <a16:creationId xmlns:a16="http://schemas.microsoft.com/office/drawing/2014/main" id="{86E678F0-A3A3-4EEB-8501-878683B83F16}"/>
              </a:ext>
            </a:extLst>
          </p:cNvPr>
          <p:cNvSpPr>
            <a:spLocks noGrp="1"/>
          </p:cNvSpPr>
          <p:nvPr>
            <p:ph type="body" sz="quarter" idx="16" hasCustomPrompt="1"/>
          </p:nvPr>
        </p:nvSpPr>
        <p:spPr>
          <a:xfrm>
            <a:off x="6336000" y="260648"/>
            <a:ext cx="5616000" cy="612000"/>
          </a:xfrm>
          <a:solidFill>
            <a:schemeClr val="accent1"/>
          </a:solidFill>
        </p:spPr>
        <p:txBody>
          <a:bodyPr lIns="180000" rIns="180000" anchor="ctr"/>
          <a:lstStyle>
            <a:lvl1pPr algn="ctr">
              <a:lnSpc>
                <a:spcPct val="89000"/>
              </a:lnSpc>
              <a:spcBef>
                <a:spcPts val="600"/>
              </a:spcBef>
              <a:defRPr sz="2000" b="1">
                <a:solidFill>
                  <a:schemeClr val="bg1"/>
                </a:solidFill>
              </a:defRPr>
            </a:lvl1pPr>
            <a:lvl2pPr marL="18000" indent="0" algn="ctr">
              <a:buNone/>
              <a:defRPr/>
            </a:lvl2pPr>
            <a:lvl3pPr algn="ctr">
              <a:defRPr/>
            </a:lvl3pPr>
            <a:lvl4pPr algn="ctr">
              <a:defRPr/>
            </a:lvl4pPr>
            <a:lvl5pPr algn="ctr">
              <a:defRPr/>
            </a:lvl5pPr>
          </a:lstStyle>
          <a:p>
            <a:pPr lvl="0"/>
            <a:r>
              <a:rPr lang="en-CA" dirty="0"/>
              <a:t>Click to add text</a:t>
            </a:r>
          </a:p>
        </p:txBody>
      </p:sp>
      <p:sp>
        <p:nvSpPr>
          <p:cNvPr id="16" name="Picture Placeholder 6">
            <a:extLst>
              <a:ext uri="{FF2B5EF4-FFF2-40B4-BE49-F238E27FC236}">
                <a16:creationId xmlns:a16="http://schemas.microsoft.com/office/drawing/2014/main" id="{AF511D06-E075-4AF0-B60F-14791457BA5C}"/>
              </a:ext>
            </a:extLst>
          </p:cNvPr>
          <p:cNvSpPr>
            <a:spLocks noGrp="1"/>
          </p:cNvSpPr>
          <p:nvPr>
            <p:ph type="pic" sz="quarter" idx="17" hasCustomPrompt="1"/>
          </p:nvPr>
        </p:nvSpPr>
        <p:spPr>
          <a:xfrm>
            <a:off x="0" y="3155720"/>
            <a:ext cx="6096000" cy="3153600"/>
          </a:xfrm>
        </p:spPr>
        <p:txBody>
          <a:bodyPr tIns="1152000"/>
          <a:lstStyle>
            <a:lvl1pPr algn="ctr">
              <a:buNone/>
              <a:defRPr/>
            </a:lvl1pPr>
          </a:lstStyle>
          <a:p>
            <a:pPr marL="0" marR="0" lvl="0" indent="0" algn="ctr" defTabSz="612019" rtl="0" eaLnBrk="1" fontAlgn="base" latinLnBrk="0" hangingPunct="1">
              <a:lnSpc>
                <a:spcPct val="100000"/>
              </a:lnSpc>
              <a:spcBef>
                <a:spcPts val="1400"/>
              </a:spcBef>
              <a:spcAft>
                <a:spcPts val="0"/>
              </a:spcAft>
              <a:buClrTx/>
              <a:buSzTx/>
              <a:buFont typeface="Arial" panose="020B0604020202020204" pitchFamily="34" charset="0"/>
              <a:buChar char="​"/>
              <a:tabLst/>
              <a:defRPr/>
            </a:pPr>
            <a:r>
              <a:rPr lang="en-CA" noProof="0" dirty="0"/>
              <a:t>Click on icon to add an image</a:t>
            </a:r>
          </a:p>
        </p:txBody>
      </p:sp>
      <p:sp>
        <p:nvSpPr>
          <p:cNvPr id="23" name="Picture Placeholder 6">
            <a:extLst>
              <a:ext uri="{FF2B5EF4-FFF2-40B4-BE49-F238E27FC236}">
                <a16:creationId xmlns:a16="http://schemas.microsoft.com/office/drawing/2014/main" id="{6DE32F27-041F-410B-9ADE-16D51B467B44}"/>
              </a:ext>
            </a:extLst>
          </p:cNvPr>
          <p:cNvSpPr>
            <a:spLocks noGrp="1"/>
          </p:cNvSpPr>
          <p:nvPr>
            <p:ph type="pic" sz="quarter" idx="18" hasCustomPrompt="1"/>
          </p:nvPr>
        </p:nvSpPr>
        <p:spPr>
          <a:xfrm>
            <a:off x="6096000" y="3155720"/>
            <a:ext cx="6096000" cy="3153600"/>
          </a:xfrm>
        </p:spPr>
        <p:txBody>
          <a:bodyPr tIns="1152000"/>
          <a:lstStyle>
            <a:lvl1pPr algn="ctr">
              <a:buNone/>
              <a:defRPr/>
            </a:lvl1pPr>
          </a:lstStyle>
          <a:p>
            <a:pPr marL="0" marR="0" lvl="0" indent="0" algn="ctr" defTabSz="612019" rtl="0" eaLnBrk="1" fontAlgn="base" latinLnBrk="0" hangingPunct="1">
              <a:lnSpc>
                <a:spcPct val="100000"/>
              </a:lnSpc>
              <a:spcBef>
                <a:spcPts val="1400"/>
              </a:spcBef>
              <a:spcAft>
                <a:spcPts val="0"/>
              </a:spcAft>
              <a:buClrTx/>
              <a:buSzTx/>
              <a:buFont typeface="Arial" panose="020B0604020202020204" pitchFamily="34" charset="0"/>
              <a:buChar char="​"/>
              <a:tabLst/>
              <a:defRPr/>
            </a:pPr>
            <a:r>
              <a:rPr lang="en-CA" noProof="0" dirty="0"/>
              <a:t>Click on icon to add an image</a:t>
            </a:r>
          </a:p>
        </p:txBody>
      </p:sp>
      <p:sp>
        <p:nvSpPr>
          <p:cNvPr id="24" name="Text Placeholder 3">
            <a:extLst>
              <a:ext uri="{FF2B5EF4-FFF2-40B4-BE49-F238E27FC236}">
                <a16:creationId xmlns:a16="http://schemas.microsoft.com/office/drawing/2014/main" id="{9BC25E9F-AB51-4BB4-ADE7-F32D72F5EF46}"/>
              </a:ext>
            </a:extLst>
          </p:cNvPr>
          <p:cNvSpPr>
            <a:spLocks noGrp="1"/>
          </p:cNvSpPr>
          <p:nvPr>
            <p:ph type="body" sz="quarter" idx="19" hasCustomPrompt="1"/>
          </p:nvPr>
        </p:nvSpPr>
        <p:spPr>
          <a:xfrm>
            <a:off x="240000" y="3414966"/>
            <a:ext cx="5616000" cy="612000"/>
          </a:xfrm>
          <a:solidFill>
            <a:schemeClr val="accent1"/>
          </a:solidFill>
        </p:spPr>
        <p:txBody>
          <a:bodyPr lIns="180000" rIns="180000" anchor="ctr"/>
          <a:lstStyle>
            <a:lvl1pPr algn="ctr">
              <a:lnSpc>
                <a:spcPct val="89000"/>
              </a:lnSpc>
              <a:spcBef>
                <a:spcPts val="600"/>
              </a:spcBef>
              <a:defRPr sz="2000" b="1">
                <a:solidFill>
                  <a:schemeClr val="bg1"/>
                </a:solidFill>
              </a:defRPr>
            </a:lvl1pPr>
            <a:lvl2pPr marL="18000" indent="0" algn="ctr">
              <a:buNone/>
              <a:defRPr/>
            </a:lvl2pPr>
            <a:lvl3pPr algn="ctr">
              <a:defRPr/>
            </a:lvl3pPr>
            <a:lvl4pPr algn="ctr">
              <a:defRPr/>
            </a:lvl4pPr>
            <a:lvl5pPr algn="ctr">
              <a:defRPr/>
            </a:lvl5pPr>
          </a:lstStyle>
          <a:p>
            <a:pPr lvl="0"/>
            <a:r>
              <a:rPr lang="en-CA" dirty="0"/>
              <a:t>Click to add text</a:t>
            </a:r>
          </a:p>
        </p:txBody>
      </p:sp>
      <p:sp>
        <p:nvSpPr>
          <p:cNvPr id="25" name="Text Placeholder 3">
            <a:extLst>
              <a:ext uri="{FF2B5EF4-FFF2-40B4-BE49-F238E27FC236}">
                <a16:creationId xmlns:a16="http://schemas.microsoft.com/office/drawing/2014/main" id="{5FB77739-0ACB-4E14-97CB-B3F3619FA593}"/>
              </a:ext>
            </a:extLst>
          </p:cNvPr>
          <p:cNvSpPr>
            <a:spLocks noGrp="1"/>
          </p:cNvSpPr>
          <p:nvPr>
            <p:ph type="body" sz="quarter" idx="20" hasCustomPrompt="1"/>
          </p:nvPr>
        </p:nvSpPr>
        <p:spPr>
          <a:xfrm>
            <a:off x="6336000" y="3414966"/>
            <a:ext cx="5616000" cy="612000"/>
          </a:xfrm>
          <a:solidFill>
            <a:schemeClr val="accent1"/>
          </a:solidFill>
        </p:spPr>
        <p:txBody>
          <a:bodyPr lIns="180000" rIns="180000" anchor="ctr"/>
          <a:lstStyle>
            <a:lvl1pPr algn="ctr">
              <a:lnSpc>
                <a:spcPct val="89000"/>
              </a:lnSpc>
              <a:spcBef>
                <a:spcPts val="600"/>
              </a:spcBef>
              <a:defRPr sz="2000" b="1">
                <a:solidFill>
                  <a:schemeClr val="bg1"/>
                </a:solidFill>
              </a:defRPr>
            </a:lvl1pPr>
            <a:lvl2pPr marL="18000" indent="0" algn="ctr">
              <a:buNone/>
              <a:defRPr/>
            </a:lvl2pPr>
            <a:lvl3pPr algn="ctr">
              <a:defRPr/>
            </a:lvl3pPr>
            <a:lvl4pPr algn="ctr">
              <a:defRPr/>
            </a:lvl4pPr>
            <a:lvl5pPr algn="ctr">
              <a:defRPr/>
            </a:lvl5pPr>
          </a:lstStyle>
          <a:p>
            <a:pPr lvl="0"/>
            <a:r>
              <a:rPr lang="en-CA" dirty="0"/>
              <a:t>Click to add text</a:t>
            </a:r>
          </a:p>
        </p:txBody>
      </p:sp>
      <p:sp>
        <p:nvSpPr>
          <p:cNvPr id="5" name="Espace réservé du numéro de diapositive 4">
            <a:extLst>
              <a:ext uri="{FF2B5EF4-FFF2-40B4-BE49-F238E27FC236}">
                <a16:creationId xmlns:a16="http://schemas.microsoft.com/office/drawing/2014/main" id="{90002A97-B165-4AD8-83E8-EEAFADA8C970}"/>
              </a:ext>
            </a:extLst>
          </p:cNvPr>
          <p:cNvSpPr>
            <a:spLocks noGrp="1"/>
          </p:cNvSpPr>
          <p:nvPr>
            <p:ph type="sldNum" sz="quarter" idx="11"/>
          </p:nvPr>
        </p:nvSpPr>
        <p:spPr/>
        <p:txBody>
          <a:bodyPr/>
          <a:lstStyle/>
          <a:p>
            <a:fld id="{9F13E4E3-EA9B-4FF8-B6C4-2516ED16E94E}" type="slidenum">
              <a:rPr lang="en-CA" smtClean="0"/>
              <a:t>‹#›</a:t>
            </a:fld>
            <a:endParaRPr lang="en-CA" dirty="0"/>
          </a:p>
        </p:txBody>
      </p:sp>
    </p:spTree>
    <p:extLst>
      <p:ext uri="{BB962C8B-B14F-4D97-AF65-F5344CB8AC3E}">
        <p14:creationId xmlns:p14="http://schemas.microsoft.com/office/powerpoint/2010/main" val="2654904726"/>
      </p:ext>
    </p:extLst>
  </p:cSld>
  <p:clrMapOvr>
    <a:masterClrMapping/>
  </p:clrMapOvr>
  <p:transition spd="med">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Process layouts">
    <p:bg>
      <p:bgPr>
        <a:solidFill>
          <a:schemeClr val="tx1"/>
        </a:solidFill>
        <a:effectLst/>
      </p:bgPr>
    </p:bg>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60EC9127-5980-4F22-A179-66DD0DAFCCEA}"/>
              </a:ext>
            </a:extLst>
          </p:cNvPr>
          <p:cNvSpPr txBox="1"/>
          <p:nvPr/>
        </p:nvSpPr>
        <p:spPr>
          <a:xfrm>
            <a:off x="2" y="2397948"/>
            <a:ext cx="12191999" cy="2062103"/>
          </a:xfrm>
          <a:prstGeom prst="rect">
            <a:avLst/>
          </a:prstGeom>
          <a:noFill/>
        </p:spPr>
        <p:txBody>
          <a:bodyPr wrap="square" lIns="337500" rIns="337500" rtlCol="0" anchor="ctr" anchorCtr="0">
            <a:spAutoFit/>
          </a:bodyPr>
          <a:lstStyle/>
          <a:p>
            <a:pPr algn="ctr"/>
            <a:r>
              <a:rPr lang="en-CA" sz="8800" b="1" i="0" noProof="0" dirty="0">
                <a:solidFill>
                  <a:schemeClr val="bg1"/>
                </a:solidFill>
                <a:latin typeface="+mj-lt"/>
              </a:rPr>
              <a:t>Process layouts</a:t>
            </a:r>
          </a:p>
          <a:p>
            <a:pPr marL="0" marR="0" lvl="0" indent="0" algn="ctr" defTabSz="913614" rtl="0" eaLnBrk="1" fontAlgn="base" latinLnBrk="0" hangingPunct="1">
              <a:lnSpc>
                <a:spcPct val="100000"/>
              </a:lnSpc>
              <a:spcBef>
                <a:spcPct val="0"/>
              </a:spcBef>
              <a:spcAft>
                <a:spcPct val="0"/>
              </a:spcAft>
              <a:buClrTx/>
              <a:buSzTx/>
              <a:buFontTx/>
              <a:buNone/>
              <a:tabLst/>
              <a:defRPr/>
            </a:pPr>
            <a:endParaRPr lang="en-CA" sz="2000" i="1" kern="1200" noProof="0" dirty="0">
              <a:solidFill>
                <a:schemeClr val="bg1"/>
              </a:solidFill>
              <a:latin typeface="+mj-lt"/>
              <a:ea typeface="+mn-ea"/>
              <a:cs typeface="+mn-cs"/>
            </a:endParaRPr>
          </a:p>
          <a:p>
            <a:pPr marL="0" marR="0" lvl="0" indent="0" algn="ctr" defTabSz="913614" rtl="0" eaLnBrk="1" fontAlgn="base" latinLnBrk="0" hangingPunct="1">
              <a:lnSpc>
                <a:spcPct val="100000"/>
              </a:lnSpc>
              <a:spcBef>
                <a:spcPct val="0"/>
              </a:spcBef>
              <a:spcAft>
                <a:spcPct val="0"/>
              </a:spcAft>
              <a:buClrTx/>
              <a:buSzTx/>
              <a:buFontTx/>
              <a:buNone/>
              <a:tabLst/>
              <a:defRPr/>
            </a:pPr>
            <a:r>
              <a:rPr lang="en-CA" sz="2000" i="1" kern="1200" noProof="0" dirty="0">
                <a:solidFill>
                  <a:schemeClr val="bg1"/>
                </a:solidFill>
                <a:latin typeface="+mj-lt"/>
                <a:ea typeface="+mn-ea"/>
                <a:cs typeface="+mn-cs"/>
              </a:rPr>
              <a:t>- Never use this page in your presentation -</a:t>
            </a:r>
          </a:p>
        </p:txBody>
      </p:sp>
    </p:spTree>
    <p:extLst>
      <p:ext uri="{BB962C8B-B14F-4D97-AF65-F5344CB8AC3E}">
        <p14:creationId xmlns:p14="http://schemas.microsoft.com/office/powerpoint/2010/main" val="3106854869"/>
      </p:ext>
    </p:extLst>
  </p:cSld>
  <p:clrMapOvr>
    <a:masterClrMapping/>
  </p:clrMapOvr>
  <p:transition spd="med">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3-step proces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8660F-FECD-4F85-856E-A49716D1CA7C}"/>
              </a:ext>
            </a:extLst>
          </p:cNvPr>
          <p:cNvSpPr>
            <a:spLocks noGrp="1"/>
          </p:cNvSpPr>
          <p:nvPr>
            <p:ph type="title" hasCustomPrompt="1"/>
          </p:nvPr>
        </p:nvSpPr>
        <p:spPr/>
        <p:txBody>
          <a:bodyPr/>
          <a:lstStyle/>
          <a:p>
            <a:r>
              <a:rPr lang="en-CA" noProof="0" dirty="0"/>
              <a:t>Click to add a headline</a:t>
            </a:r>
            <a:endParaRPr lang="en-CA" dirty="0"/>
          </a:p>
        </p:txBody>
      </p:sp>
      <p:sp>
        <p:nvSpPr>
          <p:cNvPr id="3" name="Slide Number Placeholder 2">
            <a:extLst>
              <a:ext uri="{FF2B5EF4-FFF2-40B4-BE49-F238E27FC236}">
                <a16:creationId xmlns:a16="http://schemas.microsoft.com/office/drawing/2014/main" id="{09745BEB-02AA-4876-921E-4B233F88A8ED}"/>
              </a:ext>
            </a:extLst>
          </p:cNvPr>
          <p:cNvSpPr>
            <a:spLocks noGrp="1"/>
          </p:cNvSpPr>
          <p:nvPr>
            <p:ph type="sldNum" sz="quarter" idx="10"/>
          </p:nvPr>
        </p:nvSpPr>
        <p:spPr/>
        <p:txBody>
          <a:bodyPr/>
          <a:lstStyle/>
          <a:p>
            <a:fld id="{9F13E4E3-EA9B-4FF8-B6C4-2516ED16E94E}" type="slidenum">
              <a:rPr lang="en-CA" smtClean="0"/>
              <a:t>‹#›</a:t>
            </a:fld>
            <a:endParaRPr lang="en-CA" dirty="0"/>
          </a:p>
        </p:txBody>
      </p:sp>
      <p:sp>
        <p:nvSpPr>
          <p:cNvPr id="20" name="Text Placeholder 2">
            <a:extLst>
              <a:ext uri="{FF2B5EF4-FFF2-40B4-BE49-F238E27FC236}">
                <a16:creationId xmlns:a16="http://schemas.microsoft.com/office/drawing/2014/main" id="{73C7CCFD-BFCE-4EB5-A273-8137A4323E5E}"/>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21" name="Text Placeholder 9">
            <a:extLst>
              <a:ext uri="{FF2B5EF4-FFF2-40B4-BE49-F238E27FC236}">
                <a16:creationId xmlns:a16="http://schemas.microsoft.com/office/drawing/2014/main" id="{4F568545-BBE6-4D11-B7AA-2AA6CBF6A69B}"/>
              </a:ext>
            </a:extLst>
          </p:cNvPr>
          <p:cNvSpPr>
            <a:spLocks noGrp="1"/>
          </p:cNvSpPr>
          <p:nvPr>
            <p:ph type="body" sz="quarter" idx="27"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16" name="Flèche : droite 4">
            <a:extLst>
              <a:ext uri="{FF2B5EF4-FFF2-40B4-BE49-F238E27FC236}">
                <a16:creationId xmlns:a16="http://schemas.microsoft.com/office/drawing/2014/main" id="{3260DA78-0B34-472F-9D8A-3B5270AD1DF3}"/>
              </a:ext>
            </a:extLst>
          </p:cNvPr>
          <p:cNvSpPr/>
          <p:nvPr userDrawn="1"/>
        </p:nvSpPr>
        <p:spPr>
          <a:xfrm>
            <a:off x="0" y="1916944"/>
            <a:ext cx="11928648" cy="1008000"/>
          </a:xfrm>
          <a:prstGeom prst="rightArrow">
            <a:avLst>
              <a:gd name="adj1" fmla="val 59063"/>
              <a:gd name="adj2" fmla="val 49734"/>
            </a:avLst>
          </a:prstGeom>
          <a:gradFill>
            <a:gsLst>
              <a:gs pos="0">
                <a:schemeClr val="accent3">
                  <a:alpha val="0"/>
                </a:schemeClr>
              </a:gs>
              <a:gs pos="45000">
                <a:schemeClr val="accent3"/>
              </a:gs>
              <a:gs pos="83000">
                <a:schemeClr val="accent3"/>
              </a:gs>
              <a:gs pos="100000">
                <a:schemeClr val="accent3"/>
              </a:gs>
            </a:gsLst>
            <a:lin ang="0" scaled="0"/>
          </a:gradFill>
        </p:spPr>
        <p:style>
          <a:lnRef idx="0">
            <a:schemeClr val="accent1">
              <a:hueOff val="0"/>
              <a:satOff val="0"/>
              <a:lumOff val="0"/>
              <a:alphaOff val="0"/>
            </a:schemeClr>
          </a:lnRef>
          <a:fillRef idx="1">
            <a:scrgbClr r="0" g="0" b="0"/>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CA" dirty="0"/>
          </a:p>
        </p:txBody>
      </p:sp>
      <p:sp>
        <p:nvSpPr>
          <p:cNvPr id="17" name="Text Placeholder 3">
            <a:extLst>
              <a:ext uri="{FF2B5EF4-FFF2-40B4-BE49-F238E27FC236}">
                <a16:creationId xmlns:a16="http://schemas.microsoft.com/office/drawing/2014/main" id="{36366E16-4029-40E3-8625-36D77B77220B}"/>
              </a:ext>
            </a:extLst>
          </p:cNvPr>
          <p:cNvSpPr>
            <a:spLocks noGrp="1"/>
          </p:cNvSpPr>
          <p:nvPr>
            <p:ph type="body" sz="quarter" idx="11" hasCustomPrompt="1"/>
          </p:nvPr>
        </p:nvSpPr>
        <p:spPr>
          <a:xfrm>
            <a:off x="767680" y="1556792"/>
            <a:ext cx="3240000" cy="865364"/>
          </a:xfrm>
          <a:prstGeom prst="snip1Rect">
            <a:avLst/>
          </a:prstGeom>
          <a:solidFill>
            <a:schemeClr val="accent1"/>
          </a:solidFill>
          <a:ln>
            <a:noFill/>
          </a:ln>
        </p:spPr>
        <p:txBody>
          <a:bodyPr lIns="216000" tIns="0" rIns="216000" bIns="36000" anchor="ctr" anchorCtr="0"/>
          <a:lstStyle>
            <a:lvl1pPr marL="0" marR="0" indent="0" algn="l" defTabSz="612019" rtl="0" eaLnBrk="1" fontAlgn="base" latinLnBrk="0" hangingPunct="1">
              <a:lnSpc>
                <a:spcPct val="89000"/>
              </a:lnSpc>
              <a:spcBef>
                <a:spcPts val="0"/>
              </a:spcBef>
              <a:spcAft>
                <a:spcPts val="0"/>
              </a:spcAft>
              <a:buClr>
                <a:schemeClr val="accent1"/>
              </a:buClr>
              <a:buSzTx/>
              <a:buFont typeface="Wingdings" charset="2"/>
              <a:buNone/>
              <a:tabLst/>
              <a:defRPr sz="1800" b="1">
                <a:solidFill>
                  <a:schemeClr val="bg1"/>
                </a:solidFill>
              </a:defRPr>
            </a:lvl1pPr>
          </a:lstStyle>
          <a:p>
            <a:pPr lvl="0"/>
            <a:r>
              <a:rPr lang="en-CA" noProof="0" dirty="0"/>
              <a:t>Click to add a step name</a:t>
            </a:r>
          </a:p>
        </p:txBody>
      </p:sp>
      <p:sp>
        <p:nvSpPr>
          <p:cNvPr id="22" name="Text Placeholder 3">
            <a:extLst>
              <a:ext uri="{FF2B5EF4-FFF2-40B4-BE49-F238E27FC236}">
                <a16:creationId xmlns:a16="http://schemas.microsoft.com/office/drawing/2014/main" id="{DEF69935-8732-4DAF-9768-851BD2AAEFF4}"/>
              </a:ext>
            </a:extLst>
          </p:cNvPr>
          <p:cNvSpPr>
            <a:spLocks noGrp="1"/>
          </p:cNvSpPr>
          <p:nvPr>
            <p:ph type="body" sz="quarter" idx="17" hasCustomPrompt="1"/>
          </p:nvPr>
        </p:nvSpPr>
        <p:spPr>
          <a:xfrm>
            <a:off x="4368125" y="1556792"/>
            <a:ext cx="3240000" cy="864000"/>
          </a:xfrm>
          <a:prstGeom prst="snip1Rect">
            <a:avLst/>
          </a:prstGeom>
          <a:solidFill>
            <a:schemeClr val="accent1"/>
          </a:solidFill>
          <a:ln>
            <a:noFill/>
          </a:ln>
        </p:spPr>
        <p:txBody>
          <a:bodyPr lIns="216000" tIns="0" rIns="216000" bIns="36000" anchor="ctr" anchorCtr="0"/>
          <a:lstStyle>
            <a:lvl1pPr marL="0" marR="0" indent="0" algn="l" defTabSz="612019" rtl="0" eaLnBrk="1" fontAlgn="base" latinLnBrk="0" hangingPunct="1">
              <a:lnSpc>
                <a:spcPct val="89000"/>
              </a:lnSpc>
              <a:spcBef>
                <a:spcPts val="0"/>
              </a:spcBef>
              <a:spcAft>
                <a:spcPts val="0"/>
              </a:spcAft>
              <a:buClr>
                <a:schemeClr val="accent1"/>
              </a:buClr>
              <a:buSzTx/>
              <a:buFont typeface="Wingdings" charset="2"/>
              <a:buNone/>
              <a:tabLst/>
              <a:defRPr sz="1800" b="1">
                <a:solidFill>
                  <a:schemeClr val="bg1"/>
                </a:solidFill>
              </a:defRPr>
            </a:lvl1pPr>
          </a:lstStyle>
          <a:p>
            <a:pPr lvl="0"/>
            <a:r>
              <a:rPr lang="en-CA" noProof="0" dirty="0"/>
              <a:t>Click to add a step name</a:t>
            </a:r>
          </a:p>
        </p:txBody>
      </p:sp>
      <p:sp>
        <p:nvSpPr>
          <p:cNvPr id="23" name="Text Placeholder 3">
            <a:extLst>
              <a:ext uri="{FF2B5EF4-FFF2-40B4-BE49-F238E27FC236}">
                <a16:creationId xmlns:a16="http://schemas.microsoft.com/office/drawing/2014/main" id="{460BA31D-1E99-444C-A2B4-AF7CA0447E07}"/>
              </a:ext>
            </a:extLst>
          </p:cNvPr>
          <p:cNvSpPr>
            <a:spLocks noGrp="1"/>
          </p:cNvSpPr>
          <p:nvPr>
            <p:ph type="body" sz="quarter" idx="19" hasCustomPrompt="1"/>
          </p:nvPr>
        </p:nvSpPr>
        <p:spPr>
          <a:xfrm>
            <a:off x="7968569" y="1556792"/>
            <a:ext cx="3240000" cy="864000"/>
          </a:xfrm>
          <a:prstGeom prst="snip1Rect">
            <a:avLst/>
          </a:prstGeom>
          <a:solidFill>
            <a:schemeClr val="accent1"/>
          </a:solidFill>
          <a:ln>
            <a:noFill/>
          </a:ln>
        </p:spPr>
        <p:txBody>
          <a:bodyPr lIns="216000" tIns="0" rIns="216000" bIns="36000" anchor="ctr" anchorCtr="0"/>
          <a:lstStyle>
            <a:lvl1pPr marL="0" marR="0" indent="0" algn="l" defTabSz="612019" rtl="0" eaLnBrk="1" fontAlgn="base" latinLnBrk="0" hangingPunct="1">
              <a:lnSpc>
                <a:spcPct val="89000"/>
              </a:lnSpc>
              <a:spcBef>
                <a:spcPts val="0"/>
              </a:spcBef>
              <a:spcAft>
                <a:spcPts val="0"/>
              </a:spcAft>
              <a:buClr>
                <a:schemeClr val="accent1"/>
              </a:buClr>
              <a:buSzTx/>
              <a:buFont typeface="Wingdings" charset="2"/>
              <a:buNone/>
              <a:tabLst/>
              <a:defRPr sz="1800" b="1">
                <a:solidFill>
                  <a:schemeClr val="bg1"/>
                </a:solidFill>
              </a:defRPr>
            </a:lvl1pPr>
          </a:lstStyle>
          <a:p>
            <a:pPr lvl="0"/>
            <a:r>
              <a:rPr lang="en-CA" noProof="0" dirty="0"/>
              <a:t>Click to add a step name</a:t>
            </a:r>
          </a:p>
        </p:txBody>
      </p:sp>
      <p:sp>
        <p:nvSpPr>
          <p:cNvPr id="5" name="Content Placeholder 4">
            <a:extLst>
              <a:ext uri="{FF2B5EF4-FFF2-40B4-BE49-F238E27FC236}">
                <a16:creationId xmlns:a16="http://schemas.microsoft.com/office/drawing/2014/main" id="{9E93AD03-7BA9-4407-AF14-DFB29ECD726B}"/>
              </a:ext>
            </a:extLst>
          </p:cNvPr>
          <p:cNvSpPr>
            <a:spLocks noGrp="1"/>
          </p:cNvSpPr>
          <p:nvPr>
            <p:ph sz="quarter" idx="28" hasCustomPrompt="1"/>
          </p:nvPr>
        </p:nvSpPr>
        <p:spPr>
          <a:xfrm>
            <a:off x="767680" y="2420888"/>
            <a:ext cx="3240000" cy="3096000"/>
          </a:xfrm>
          <a:solidFill>
            <a:schemeClr val="bg2">
              <a:alpha val="95000"/>
            </a:schemeClr>
          </a:solidFill>
        </p:spPr>
        <p:txBody>
          <a:bodyPr lIns="216000" tIns="144000" rIns="216000" bIns="144000"/>
          <a:lstStyle>
            <a:lvl1pPr>
              <a:defRPr sz="1600"/>
            </a:lvl1pPr>
            <a:lvl2pPr>
              <a:defRPr sz="1400"/>
            </a:lvl2pPr>
            <a:lvl3pPr>
              <a:defRPr sz="1200"/>
            </a:lvl3pPr>
            <a:lvl4pPr>
              <a:defRPr sz="1100"/>
            </a:lvl4pPr>
            <a:lvl5pPr>
              <a:defRPr sz="1400"/>
            </a:lvl5pPr>
            <a:lvl6pPr>
              <a:defRPr sz="1200"/>
            </a:lvl6pPr>
            <a:lvl7pPr>
              <a:defRPr sz="1600"/>
            </a:lvl7pPr>
          </a:lstStyle>
          <a:p>
            <a:pPr lvl="0"/>
            <a:r>
              <a:rPr lang="en-CA" dirty="0"/>
              <a:t>Click to add text</a:t>
            </a:r>
          </a:p>
          <a:p>
            <a:pPr lvl="1"/>
            <a:r>
              <a:rPr lang="en-CA" dirty="0"/>
              <a:t>Second level</a:t>
            </a:r>
          </a:p>
          <a:p>
            <a:pPr lvl="2"/>
            <a:r>
              <a:rPr lang="en-CA" dirty="0"/>
              <a:t>Third level</a:t>
            </a:r>
          </a:p>
          <a:p>
            <a:pPr lvl="3"/>
            <a:r>
              <a:rPr lang="en-CA" dirty="0"/>
              <a:t>Fourth level</a:t>
            </a:r>
          </a:p>
          <a:p>
            <a:pPr lvl="4"/>
            <a:r>
              <a:rPr lang="en-CA" dirty="0"/>
              <a:t>Fifth level</a:t>
            </a:r>
          </a:p>
          <a:p>
            <a:pPr lvl="5"/>
            <a:r>
              <a:rPr lang="en-CA" dirty="0"/>
              <a:t>Sixth level</a:t>
            </a:r>
          </a:p>
          <a:p>
            <a:pPr lvl="6"/>
            <a:r>
              <a:rPr lang="en-CA" dirty="0"/>
              <a:t>Seventh level for paragraph title</a:t>
            </a:r>
          </a:p>
        </p:txBody>
      </p:sp>
      <p:sp>
        <p:nvSpPr>
          <p:cNvPr id="15" name="Content Placeholder 4">
            <a:extLst>
              <a:ext uri="{FF2B5EF4-FFF2-40B4-BE49-F238E27FC236}">
                <a16:creationId xmlns:a16="http://schemas.microsoft.com/office/drawing/2014/main" id="{5CBE4CAE-ACBA-43D7-A79F-B840F17D0A36}"/>
              </a:ext>
            </a:extLst>
          </p:cNvPr>
          <p:cNvSpPr>
            <a:spLocks noGrp="1"/>
          </p:cNvSpPr>
          <p:nvPr>
            <p:ph sz="quarter" idx="29" hasCustomPrompt="1"/>
          </p:nvPr>
        </p:nvSpPr>
        <p:spPr>
          <a:xfrm>
            <a:off x="4368125" y="2420888"/>
            <a:ext cx="3240000" cy="3096000"/>
          </a:xfrm>
          <a:solidFill>
            <a:schemeClr val="bg2">
              <a:alpha val="95000"/>
            </a:schemeClr>
          </a:solidFill>
        </p:spPr>
        <p:txBody>
          <a:bodyPr lIns="216000" tIns="144000" rIns="216000" bIns="144000"/>
          <a:lstStyle>
            <a:lvl1pPr>
              <a:defRPr sz="1600"/>
            </a:lvl1pPr>
            <a:lvl2pPr>
              <a:defRPr sz="1400"/>
            </a:lvl2pPr>
            <a:lvl3pPr>
              <a:defRPr sz="1200"/>
            </a:lvl3pPr>
            <a:lvl4pPr>
              <a:defRPr sz="1100"/>
            </a:lvl4pPr>
            <a:lvl5pPr>
              <a:defRPr sz="1400"/>
            </a:lvl5pPr>
            <a:lvl6pPr>
              <a:defRPr sz="1200"/>
            </a:lvl6pPr>
            <a:lvl7pPr>
              <a:defRPr sz="1600"/>
            </a:lvl7pPr>
          </a:lstStyle>
          <a:p>
            <a:pPr lvl="0"/>
            <a:r>
              <a:rPr lang="en-CA" dirty="0"/>
              <a:t>Click to add text</a:t>
            </a:r>
          </a:p>
          <a:p>
            <a:pPr lvl="1"/>
            <a:r>
              <a:rPr lang="en-CA" dirty="0"/>
              <a:t>Second level</a:t>
            </a:r>
          </a:p>
          <a:p>
            <a:pPr lvl="2"/>
            <a:r>
              <a:rPr lang="en-CA" dirty="0"/>
              <a:t>Third level</a:t>
            </a:r>
          </a:p>
          <a:p>
            <a:pPr lvl="3"/>
            <a:r>
              <a:rPr lang="en-CA" dirty="0"/>
              <a:t>Fourth level</a:t>
            </a:r>
          </a:p>
          <a:p>
            <a:pPr lvl="4"/>
            <a:r>
              <a:rPr lang="en-CA" dirty="0"/>
              <a:t>Fifth level</a:t>
            </a:r>
          </a:p>
          <a:p>
            <a:pPr lvl="5"/>
            <a:r>
              <a:rPr lang="en-CA" dirty="0"/>
              <a:t>Sixth level</a:t>
            </a:r>
          </a:p>
          <a:p>
            <a:pPr lvl="6"/>
            <a:r>
              <a:rPr lang="en-CA" dirty="0"/>
              <a:t>Seventh level for paragraph title</a:t>
            </a:r>
          </a:p>
        </p:txBody>
      </p:sp>
      <p:sp>
        <p:nvSpPr>
          <p:cNvPr id="18" name="Content Placeholder 4">
            <a:extLst>
              <a:ext uri="{FF2B5EF4-FFF2-40B4-BE49-F238E27FC236}">
                <a16:creationId xmlns:a16="http://schemas.microsoft.com/office/drawing/2014/main" id="{357A4AE2-966F-4200-907F-A1B5DF03A5E2}"/>
              </a:ext>
            </a:extLst>
          </p:cNvPr>
          <p:cNvSpPr>
            <a:spLocks noGrp="1"/>
          </p:cNvSpPr>
          <p:nvPr>
            <p:ph sz="quarter" idx="30" hasCustomPrompt="1"/>
          </p:nvPr>
        </p:nvSpPr>
        <p:spPr>
          <a:xfrm>
            <a:off x="7968568" y="2420888"/>
            <a:ext cx="3240000" cy="3096000"/>
          </a:xfrm>
          <a:solidFill>
            <a:schemeClr val="bg2">
              <a:alpha val="95000"/>
            </a:schemeClr>
          </a:solidFill>
        </p:spPr>
        <p:txBody>
          <a:bodyPr lIns="216000" tIns="144000" rIns="216000" bIns="144000"/>
          <a:lstStyle>
            <a:lvl1pPr>
              <a:defRPr sz="1600"/>
            </a:lvl1pPr>
            <a:lvl2pPr>
              <a:defRPr sz="1400"/>
            </a:lvl2pPr>
            <a:lvl3pPr>
              <a:defRPr sz="1200"/>
            </a:lvl3pPr>
            <a:lvl4pPr>
              <a:defRPr sz="1100"/>
            </a:lvl4pPr>
            <a:lvl5pPr>
              <a:defRPr sz="1400"/>
            </a:lvl5pPr>
            <a:lvl6pPr>
              <a:defRPr sz="1200"/>
            </a:lvl6pPr>
            <a:lvl7pPr>
              <a:defRPr sz="1600"/>
            </a:lvl7pPr>
          </a:lstStyle>
          <a:p>
            <a:pPr lvl="0"/>
            <a:r>
              <a:rPr lang="en-CA" dirty="0"/>
              <a:t>Click to add text</a:t>
            </a:r>
          </a:p>
          <a:p>
            <a:pPr lvl="1"/>
            <a:r>
              <a:rPr lang="en-CA" dirty="0"/>
              <a:t>Second level</a:t>
            </a:r>
          </a:p>
          <a:p>
            <a:pPr lvl="2"/>
            <a:r>
              <a:rPr lang="en-CA" dirty="0"/>
              <a:t>Third level</a:t>
            </a:r>
          </a:p>
          <a:p>
            <a:pPr lvl="3"/>
            <a:r>
              <a:rPr lang="en-CA" dirty="0"/>
              <a:t>Fourth level</a:t>
            </a:r>
          </a:p>
          <a:p>
            <a:pPr lvl="4"/>
            <a:r>
              <a:rPr lang="en-CA" dirty="0"/>
              <a:t>Fifth level</a:t>
            </a:r>
          </a:p>
          <a:p>
            <a:pPr lvl="5"/>
            <a:r>
              <a:rPr lang="en-CA" dirty="0"/>
              <a:t>Sixth level</a:t>
            </a:r>
          </a:p>
          <a:p>
            <a:pPr lvl="6"/>
            <a:r>
              <a:rPr lang="en-CA" dirty="0"/>
              <a:t>Seventh level for paragraph title</a:t>
            </a:r>
          </a:p>
        </p:txBody>
      </p:sp>
    </p:spTree>
    <p:extLst>
      <p:ext uri="{BB962C8B-B14F-4D97-AF65-F5344CB8AC3E}">
        <p14:creationId xmlns:p14="http://schemas.microsoft.com/office/powerpoint/2010/main" val="2258568086"/>
      </p:ext>
    </p:extLst>
  </p:cSld>
  <p:clrMapOvr>
    <a:masterClrMapping/>
  </p:clrMapOvr>
  <p:transition spd="med">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4-step proces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8660F-FECD-4F85-856E-A49716D1CA7C}"/>
              </a:ext>
            </a:extLst>
          </p:cNvPr>
          <p:cNvSpPr>
            <a:spLocks noGrp="1"/>
          </p:cNvSpPr>
          <p:nvPr>
            <p:ph type="title" hasCustomPrompt="1"/>
          </p:nvPr>
        </p:nvSpPr>
        <p:spPr/>
        <p:txBody>
          <a:bodyPr/>
          <a:lstStyle/>
          <a:p>
            <a:r>
              <a:rPr lang="en-CA" noProof="0" dirty="0"/>
              <a:t>Click to add a headline</a:t>
            </a:r>
            <a:endParaRPr lang="en-CA" dirty="0"/>
          </a:p>
        </p:txBody>
      </p:sp>
      <p:sp>
        <p:nvSpPr>
          <p:cNvPr id="3" name="Slide Number Placeholder 2">
            <a:extLst>
              <a:ext uri="{FF2B5EF4-FFF2-40B4-BE49-F238E27FC236}">
                <a16:creationId xmlns:a16="http://schemas.microsoft.com/office/drawing/2014/main" id="{09745BEB-02AA-4876-921E-4B233F88A8ED}"/>
              </a:ext>
            </a:extLst>
          </p:cNvPr>
          <p:cNvSpPr>
            <a:spLocks noGrp="1"/>
          </p:cNvSpPr>
          <p:nvPr>
            <p:ph type="sldNum" sz="quarter" idx="10"/>
          </p:nvPr>
        </p:nvSpPr>
        <p:spPr/>
        <p:txBody>
          <a:bodyPr/>
          <a:lstStyle/>
          <a:p>
            <a:fld id="{9F13E4E3-EA9B-4FF8-B6C4-2516ED16E94E}" type="slidenum">
              <a:rPr lang="en-CA" smtClean="0"/>
              <a:t>‹#›</a:t>
            </a:fld>
            <a:endParaRPr lang="en-CA" dirty="0"/>
          </a:p>
        </p:txBody>
      </p:sp>
      <p:sp>
        <p:nvSpPr>
          <p:cNvPr id="4" name="Flèche : droite 4">
            <a:extLst>
              <a:ext uri="{FF2B5EF4-FFF2-40B4-BE49-F238E27FC236}">
                <a16:creationId xmlns:a16="http://schemas.microsoft.com/office/drawing/2014/main" id="{40893AC0-BF37-4950-ABF6-058686095E21}"/>
              </a:ext>
            </a:extLst>
          </p:cNvPr>
          <p:cNvSpPr/>
          <p:nvPr userDrawn="1"/>
        </p:nvSpPr>
        <p:spPr>
          <a:xfrm>
            <a:off x="0" y="1916944"/>
            <a:ext cx="11928648" cy="1008000"/>
          </a:xfrm>
          <a:prstGeom prst="rightArrow">
            <a:avLst>
              <a:gd name="adj1" fmla="val 59063"/>
              <a:gd name="adj2" fmla="val 49734"/>
            </a:avLst>
          </a:prstGeom>
          <a:gradFill>
            <a:gsLst>
              <a:gs pos="0">
                <a:schemeClr val="accent3">
                  <a:alpha val="0"/>
                </a:schemeClr>
              </a:gs>
              <a:gs pos="45000">
                <a:schemeClr val="accent3"/>
              </a:gs>
              <a:gs pos="83000">
                <a:schemeClr val="accent3"/>
              </a:gs>
              <a:gs pos="100000">
                <a:schemeClr val="accent3"/>
              </a:gs>
            </a:gsLst>
            <a:lin ang="0" scaled="0"/>
          </a:gradFill>
        </p:spPr>
        <p:style>
          <a:lnRef idx="0">
            <a:schemeClr val="accent1">
              <a:hueOff val="0"/>
              <a:satOff val="0"/>
              <a:lumOff val="0"/>
              <a:alphaOff val="0"/>
            </a:schemeClr>
          </a:lnRef>
          <a:fillRef idx="1">
            <a:scrgbClr r="0" g="0" b="0"/>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CA" dirty="0"/>
          </a:p>
        </p:txBody>
      </p:sp>
      <p:sp>
        <p:nvSpPr>
          <p:cNvPr id="8" name="Text Placeholder 3">
            <a:extLst>
              <a:ext uri="{FF2B5EF4-FFF2-40B4-BE49-F238E27FC236}">
                <a16:creationId xmlns:a16="http://schemas.microsoft.com/office/drawing/2014/main" id="{571508C5-C802-4686-BA14-71ADED6F1BFF}"/>
              </a:ext>
            </a:extLst>
          </p:cNvPr>
          <p:cNvSpPr>
            <a:spLocks noGrp="1"/>
          </p:cNvSpPr>
          <p:nvPr>
            <p:ph type="body" sz="quarter" idx="11" hasCustomPrompt="1"/>
          </p:nvPr>
        </p:nvSpPr>
        <p:spPr>
          <a:xfrm>
            <a:off x="767680" y="1556792"/>
            <a:ext cx="2448000" cy="865364"/>
          </a:xfrm>
          <a:prstGeom prst="snip1Rect">
            <a:avLst/>
          </a:prstGeom>
          <a:solidFill>
            <a:schemeClr val="accent1"/>
          </a:solidFill>
          <a:ln>
            <a:noFill/>
          </a:ln>
        </p:spPr>
        <p:txBody>
          <a:bodyPr lIns="216000" tIns="0" rIns="216000" bIns="36000" anchor="ctr" anchorCtr="0"/>
          <a:lstStyle>
            <a:lvl1pPr marL="0" marR="0" indent="0" algn="l" defTabSz="612019" rtl="0" eaLnBrk="1" fontAlgn="base" latinLnBrk="0" hangingPunct="1">
              <a:lnSpc>
                <a:spcPct val="89000"/>
              </a:lnSpc>
              <a:spcBef>
                <a:spcPts val="0"/>
              </a:spcBef>
              <a:spcAft>
                <a:spcPts val="0"/>
              </a:spcAft>
              <a:buClr>
                <a:schemeClr val="accent1"/>
              </a:buClr>
              <a:buSzTx/>
              <a:buFont typeface="Wingdings" charset="2"/>
              <a:buNone/>
              <a:tabLst/>
              <a:defRPr sz="1800" b="1">
                <a:solidFill>
                  <a:schemeClr val="bg1"/>
                </a:solidFill>
              </a:defRPr>
            </a:lvl1pPr>
          </a:lstStyle>
          <a:p>
            <a:pPr lvl="0"/>
            <a:r>
              <a:rPr lang="en-CA" noProof="0" dirty="0"/>
              <a:t>Click to add a step name</a:t>
            </a:r>
          </a:p>
        </p:txBody>
      </p:sp>
      <p:sp>
        <p:nvSpPr>
          <p:cNvPr id="9" name="Text Placeholder 3">
            <a:extLst>
              <a:ext uri="{FF2B5EF4-FFF2-40B4-BE49-F238E27FC236}">
                <a16:creationId xmlns:a16="http://schemas.microsoft.com/office/drawing/2014/main" id="{355C222A-4278-47A0-BE40-7AD8D6A67574}"/>
              </a:ext>
            </a:extLst>
          </p:cNvPr>
          <p:cNvSpPr>
            <a:spLocks noGrp="1"/>
          </p:cNvSpPr>
          <p:nvPr>
            <p:ph type="body" sz="quarter" idx="17" hasCustomPrompt="1"/>
          </p:nvPr>
        </p:nvSpPr>
        <p:spPr>
          <a:xfrm>
            <a:off x="3431976" y="1556792"/>
            <a:ext cx="2448000" cy="864000"/>
          </a:xfrm>
          <a:prstGeom prst="snip1Rect">
            <a:avLst/>
          </a:prstGeom>
          <a:solidFill>
            <a:schemeClr val="accent1"/>
          </a:solidFill>
          <a:ln>
            <a:noFill/>
          </a:ln>
        </p:spPr>
        <p:txBody>
          <a:bodyPr lIns="216000" tIns="0" rIns="216000" bIns="36000" anchor="ctr" anchorCtr="0"/>
          <a:lstStyle>
            <a:lvl1pPr marL="0" marR="0" indent="0" algn="l" defTabSz="612019" rtl="0" eaLnBrk="1" fontAlgn="base" latinLnBrk="0" hangingPunct="1">
              <a:lnSpc>
                <a:spcPct val="89000"/>
              </a:lnSpc>
              <a:spcBef>
                <a:spcPts val="0"/>
              </a:spcBef>
              <a:spcAft>
                <a:spcPts val="0"/>
              </a:spcAft>
              <a:buClr>
                <a:schemeClr val="accent1"/>
              </a:buClr>
              <a:buSzTx/>
              <a:buFont typeface="Wingdings" charset="2"/>
              <a:buNone/>
              <a:tabLst/>
              <a:defRPr sz="1800" b="1">
                <a:solidFill>
                  <a:schemeClr val="bg1"/>
                </a:solidFill>
              </a:defRPr>
            </a:lvl1pPr>
          </a:lstStyle>
          <a:p>
            <a:pPr lvl="0"/>
            <a:r>
              <a:rPr lang="en-CA" noProof="0" dirty="0"/>
              <a:t>Click to add a step name</a:t>
            </a:r>
          </a:p>
        </p:txBody>
      </p:sp>
      <p:sp>
        <p:nvSpPr>
          <p:cNvPr id="10" name="Text Placeholder 3">
            <a:extLst>
              <a:ext uri="{FF2B5EF4-FFF2-40B4-BE49-F238E27FC236}">
                <a16:creationId xmlns:a16="http://schemas.microsoft.com/office/drawing/2014/main" id="{2A1392CB-0889-4E2C-B532-01C4B495D5CD}"/>
              </a:ext>
            </a:extLst>
          </p:cNvPr>
          <p:cNvSpPr>
            <a:spLocks noGrp="1"/>
          </p:cNvSpPr>
          <p:nvPr>
            <p:ph type="body" sz="quarter" idx="19" hasCustomPrompt="1"/>
          </p:nvPr>
        </p:nvSpPr>
        <p:spPr>
          <a:xfrm>
            <a:off x="6096272" y="1556792"/>
            <a:ext cx="2448000" cy="864000"/>
          </a:xfrm>
          <a:prstGeom prst="snip1Rect">
            <a:avLst/>
          </a:prstGeom>
          <a:solidFill>
            <a:schemeClr val="accent1"/>
          </a:solidFill>
          <a:ln>
            <a:noFill/>
          </a:ln>
        </p:spPr>
        <p:txBody>
          <a:bodyPr lIns="216000" tIns="0" rIns="216000" bIns="36000" anchor="ctr" anchorCtr="0"/>
          <a:lstStyle>
            <a:lvl1pPr marL="0" marR="0" indent="0" algn="l" defTabSz="612019" rtl="0" eaLnBrk="1" fontAlgn="base" latinLnBrk="0" hangingPunct="1">
              <a:lnSpc>
                <a:spcPct val="89000"/>
              </a:lnSpc>
              <a:spcBef>
                <a:spcPts val="0"/>
              </a:spcBef>
              <a:spcAft>
                <a:spcPts val="0"/>
              </a:spcAft>
              <a:buClr>
                <a:schemeClr val="accent1"/>
              </a:buClr>
              <a:buSzTx/>
              <a:buFont typeface="Wingdings" charset="2"/>
              <a:buNone/>
              <a:tabLst/>
              <a:defRPr sz="1800" b="1">
                <a:solidFill>
                  <a:schemeClr val="bg1"/>
                </a:solidFill>
              </a:defRPr>
            </a:lvl1pPr>
          </a:lstStyle>
          <a:p>
            <a:pPr lvl="0"/>
            <a:r>
              <a:rPr lang="en-CA" noProof="0" dirty="0"/>
              <a:t>Click to add a step name</a:t>
            </a:r>
          </a:p>
        </p:txBody>
      </p:sp>
      <p:sp>
        <p:nvSpPr>
          <p:cNvPr id="25" name="Content Placeholder 4">
            <a:extLst>
              <a:ext uri="{FF2B5EF4-FFF2-40B4-BE49-F238E27FC236}">
                <a16:creationId xmlns:a16="http://schemas.microsoft.com/office/drawing/2014/main" id="{5DC4A954-6A14-46F1-B163-C9D12A482502}"/>
              </a:ext>
            </a:extLst>
          </p:cNvPr>
          <p:cNvSpPr>
            <a:spLocks noGrp="1"/>
          </p:cNvSpPr>
          <p:nvPr>
            <p:ph sz="quarter" idx="33" hasCustomPrompt="1"/>
          </p:nvPr>
        </p:nvSpPr>
        <p:spPr>
          <a:xfrm>
            <a:off x="8760568" y="2420888"/>
            <a:ext cx="2448000" cy="3096000"/>
          </a:xfrm>
          <a:solidFill>
            <a:schemeClr val="bg2">
              <a:alpha val="95000"/>
            </a:schemeClr>
          </a:solidFill>
        </p:spPr>
        <p:txBody>
          <a:bodyPr lIns="216000" tIns="144000" rIns="216000" bIns="144000"/>
          <a:lstStyle>
            <a:lvl1pPr>
              <a:defRPr sz="1600"/>
            </a:lvl1pPr>
            <a:lvl2pPr>
              <a:defRPr sz="1400"/>
            </a:lvl2pPr>
            <a:lvl3pPr>
              <a:defRPr sz="1200"/>
            </a:lvl3pPr>
            <a:lvl4pPr>
              <a:defRPr sz="1100"/>
            </a:lvl4pPr>
            <a:lvl5pPr>
              <a:defRPr sz="1400"/>
            </a:lvl5pPr>
            <a:lvl6pPr>
              <a:defRPr sz="1200"/>
            </a:lvl6pPr>
            <a:lvl7pPr>
              <a:defRPr sz="1600"/>
            </a:lvl7pPr>
          </a:lstStyle>
          <a:p>
            <a:pPr lvl="0"/>
            <a:r>
              <a:rPr lang="en-CA" dirty="0"/>
              <a:t>Click to add text</a:t>
            </a:r>
          </a:p>
          <a:p>
            <a:pPr lvl="1"/>
            <a:r>
              <a:rPr lang="en-CA" dirty="0"/>
              <a:t>Second level</a:t>
            </a:r>
          </a:p>
          <a:p>
            <a:pPr lvl="2"/>
            <a:r>
              <a:rPr lang="en-CA" dirty="0"/>
              <a:t>Third level</a:t>
            </a:r>
          </a:p>
          <a:p>
            <a:pPr lvl="3"/>
            <a:r>
              <a:rPr lang="en-CA" dirty="0"/>
              <a:t>Fourth level</a:t>
            </a:r>
          </a:p>
          <a:p>
            <a:pPr lvl="4"/>
            <a:r>
              <a:rPr lang="en-CA" dirty="0"/>
              <a:t>Fifth level</a:t>
            </a:r>
          </a:p>
          <a:p>
            <a:pPr lvl="5"/>
            <a:r>
              <a:rPr lang="en-CA" dirty="0"/>
              <a:t>Sixth level</a:t>
            </a:r>
          </a:p>
          <a:p>
            <a:pPr lvl="6"/>
            <a:r>
              <a:rPr lang="en-CA" dirty="0"/>
              <a:t>Seventh level for paragraph title</a:t>
            </a:r>
          </a:p>
        </p:txBody>
      </p:sp>
      <p:sp>
        <p:nvSpPr>
          <p:cNvPr id="17" name="Text Placeholder 3">
            <a:extLst>
              <a:ext uri="{FF2B5EF4-FFF2-40B4-BE49-F238E27FC236}">
                <a16:creationId xmlns:a16="http://schemas.microsoft.com/office/drawing/2014/main" id="{0CBF8051-79BC-4046-BA21-C1430B358F08}"/>
              </a:ext>
            </a:extLst>
          </p:cNvPr>
          <p:cNvSpPr>
            <a:spLocks noGrp="1"/>
          </p:cNvSpPr>
          <p:nvPr>
            <p:ph type="body" sz="quarter" idx="28" hasCustomPrompt="1"/>
          </p:nvPr>
        </p:nvSpPr>
        <p:spPr>
          <a:xfrm>
            <a:off x="8760568" y="1556792"/>
            <a:ext cx="2448000" cy="864000"/>
          </a:xfrm>
          <a:prstGeom prst="snip1Rect">
            <a:avLst/>
          </a:prstGeom>
          <a:solidFill>
            <a:schemeClr val="accent1"/>
          </a:solidFill>
          <a:ln>
            <a:noFill/>
          </a:ln>
        </p:spPr>
        <p:txBody>
          <a:bodyPr lIns="216000" tIns="0" rIns="216000" bIns="36000" anchor="ctr" anchorCtr="0"/>
          <a:lstStyle>
            <a:lvl1pPr marL="0" marR="0" indent="0" algn="l" defTabSz="612019" rtl="0" eaLnBrk="1" fontAlgn="base" latinLnBrk="0" hangingPunct="1">
              <a:lnSpc>
                <a:spcPct val="89000"/>
              </a:lnSpc>
              <a:spcBef>
                <a:spcPts val="0"/>
              </a:spcBef>
              <a:spcAft>
                <a:spcPts val="0"/>
              </a:spcAft>
              <a:buClr>
                <a:schemeClr val="accent1"/>
              </a:buClr>
              <a:buSzTx/>
              <a:buFont typeface="Wingdings" charset="2"/>
              <a:buNone/>
              <a:tabLst/>
              <a:defRPr sz="1800" b="1">
                <a:solidFill>
                  <a:schemeClr val="bg1"/>
                </a:solidFill>
              </a:defRPr>
            </a:lvl1pPr>
          </a:lstStyle>
          <a:p>
            <a:pPr lvl="0"/>
            <a:r>
              <a:rPr lang="en-CA" noProof="0" dirty="0"/>
              <a:t>Click to add a step name</a:t>
            </a:r>
          </a:p>
        </p:txBody>
      </p:sp>
      <p:sp>
        <p:nvSpPr>
          <p:cNvPr id="21" name="Text Placeholder 2">
            <a:extLst>
              <a:ext uri="{FF2B5EF4-FFF2-40B4-BE49-F238E27FC236}">
                <a16:creationId xmlns:a16="http://schemas.microsoft.com/office/drawing/2014/main" id="{E35734A8-8DD8-4591-8046-8E61EB051F2D}"/>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22" name="Text Placeholder 9">
            <a:extLst>
              <a:ext uri="{FF2B5EF4-FFF2-40B4-BE49-F238E27FC236}">
                <a16:creationId xmlns:a16="http://schemas.microsoft.com/office/drawing/2014/main" id="{15F0BAE6-6E3B-4F85-B0BF-5E4D1AAF620A}"/>
              </a:ext>
            </a:extLst>
          </p:cNvPr>
          <p:cNvSpPr>
            <a:spLocks noGrp="1"/>
          </p:cNvSpPr>
          <p:nvPr>
            <p:ph type="body" sz="quarter" idx="30"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20" name="Content Placeholder 4">
            <a:extLst>
              <a:ext uri="{FF2B5EF4-FFF2-40B4-BE49-F238E27FC236}">
                <a16:creationId xmlns:a16="http://schemas.microsoft.com/office/drawing/2014/main" id="{693CD766-BEB4-4B1C-A6A2-65BBC7C562BD}"/>
              </a:ext>
            </a:extLst>
          </p:cNvPr>
          <p:cNvSpPr>
            <a:spLocks noGrp="1"/>
          </p:cNvSpPr>
          <p:nvPr>
            <p:ph sz="quarter" idx="31" hasCustomPrompt="1"/>
          </p:nvPr>
        </p:nvSpPr>
        <p:spPr>
          <a:xfrm>
            <a:off x="767680" y="2420888"/>
            <a:ext cx="2448000" cy="3096000"/>
          </a:xfrm>
          <a:solidFill>
            <a:schemeClr val="bg2">
              <a:alpha val="95000"/>
            </a:schemeClr>
          </a:solidFill>
        </p:spPr>
        <p:txBody>
          <a:bodyPr lIns="216000" tIns="144000" rIns="216000" bIns="144000"/>
          <a:lstStyle>
            <a:lvl1pPr>
              <a:defRPr sz="1600"/>
            </a:lvl1pPr>
            <a:lvl2pPr>
              <a:defRPr sz="1400"/>
            </a:lvl2pPr>
            <a:lvl3pPr>
              <a:defRPr sz="1200"/>
            </a:lvl3pPr>
            <a:lvl4pPr>
              <a:defRPr sz="1100"/>
            </a:lvl4pPr>
            <a:lvl5pPr>
              <a:defRPr sz="1400"/>
            </a:lvl5pPr>
            <a:lvl6pPr>
              <a:defRPr sz="1200"/>
            </a:lvl6pPr>
            <a:lvl7pPr>
              <a:defRPr sz="1600"/>
            </a:lvl7pPr>
          </a:lstStyle>
          <a:p>
            <a:pPr lvl="0"/>
            <a:r>
              <a:rPr lang="en-CA" dirty="0"/>
              <a:t>Click to add text</a:t>
            </a:r>
          </a:p>
          <a:p>
            <a:pPr lvl="1"/>
            <a:r>
              <a:rPr lang="en-CA" dirty="0"/>
              <a:t>Second level</a:t>
            </a:r>
          </a:p>
          <a:p>
            <a:pPr lvl="2"/>
            <a:r>
              <a:rPr lang="en-CA" dirty="0"/>
              <a:t>Third level</a:t>
            </a:r>
          </a:p>
          <a:p>
            <a:pPr lvl="3"/>
            <a:r>
              <a:rPr lang="en-CA" dirty="0"/>
              <a:t>Fourth level</a:t>
            </a:r>
          </a:p>
          <a:p>
            <a:pPr lvl="4"/>
            <a:r>
              <a:rPr lang="en-CA" dirty="0"/>
              <a:t>Fifth level</a:t>
            </a:r>
          </a:p>
          <a:p>
            <a:pPr lvl="5"/>
            <a:r>
              <a:rPr lang="en-CA" dirty="0"/>
              <a:t>Sixth level</a:t>
            </a:r>
          </a:p>
          <a:p>
            <a:pPr lvl="6"/>
            <a:r>
              <a:rPr lang="en-CA" dirty="0"/>
              <a:t>Seventh level for paragraph title</a:t>
            </a:r>
          </a:p>
        </p:txBody>
      </p:sp>
      <p:sp>
        <p:nvSpPr>
          <p:cNvPr id="23" name="Content Placeholder 4">
            <a:extLst>
              <a:ext uri="{FF2B5EF4-FFF2-40B4-BE49-F238E27FC236}">
                <a16:creationId xmlns:a16="http://schemas.microsoft.com/office/drawing/2014/main" id="{41DF9D76-93E2-4A86-84A4-EB96A3F96FB7}"/>
              </a:ext>
            </a:extLst>
          </p:cNvPr>
          <p:cNvSpPr>
            <a:spLocks noGrp="1"/>
          </p:cNvSpPr>
          <p:nvPr>
            <p:ph sz="quarter" idx="29" hasCustomPrompt="1"/>
          </p:nvPr>
        </p:nvSpPr>
        <p:spPr>
          <a:xfrm>
            <a:off x="3431976" y="2420888"/>
            <a:ext cx="2448000" cy="3096000"/>
          </a:xfrm>
          <a:solidFill>
            <a:schemeClr val="bg2">
              <a:alpha val="95000"/>
            </a:schemeClr>
          </a:solidFill>
        </p:spPr>
        <p:txBody>
          <a:bodyPr lIns="216000" tIns="144000" rIns="216000" bIns="144000"/>
          <a:lstStyle>
            <a:lvl1pPr>
              <a:defRPr sz="1600"/>
            </a:lvl1pPr>
            <a:lvl2pPr>
              <a:defRPr sz="1400"/>
            </a:lvl2pPr>
            <a:lvl3pPr>
              <a:defRPr sz="1200"/>
            </a:lvl3pPr>
            <a:lvl4pPr>
              <a:defRPr sz="1100"/>
            </a:lvl4pPr>
            <a:lvl5pPr>
              <a:defRPr sz="1400"/>
            </a:lvl5pPr>
            <a:lvl6pPr>
              <a:defRPr sz="1200"/>
            </a:lvl6pPr>
            <a:lvl7pPr>
              <a:defRPr sz="1600"/>
            </a:lvl7pPr>
          </a:lstStyle>
          <a:p>
            <a:pPr lvl="0"/>
            <a:r>
              <a:rPr lang="en-CA" dirty="0"/>
              <a:t>Click to add text</a:t>
            </a:r>
          </a:p>
          <a:p>
            <a:pPr lvl="1"/>
            <a:r>
              <a:rPr lang="en-CA" dirty="0"/>
              <a:t>Second level</a:t>
            </a:r>
          </a:p>
          <a:p>
            <a:pPr lvl="2"/>
            <a:r>
              <a:rPr lang="en-CA" dirty="0"/>
              <a:t>Third level</a:t>
            </a:r>
          </a:p>
          <a:p>
            <a:pPr lvl="3"/>
            <a:r>
              <a:rPr lang="en-CA" dirty="0"/>
              <a:t>Fourth level</a:t>
            </a:r>
          </a:p>
          <a:p>
            <a:pPr lvl="4"/>
            <a:r>
              <a:rPr lang="en-CA" dirty="0"/>
              <a:t>Fifth level</a:t>
            </a:r>
          </a:p>
          <a:p>
            <a:pPr lvl="5"/>
            <a:r>
              <a:rPr lang="en-CA" dirty="0"/>
              <a:t>Sixth level</a:t>
            </a:r>
          </a:p>
          <a:p>
            <a:pPr lvl="6"/>
            <a:r>
              <a:rPr lang="en-CA" dirty="0"/>
              <a:t>Seventh level for paragraph title</a:t>
            </a:r>
          </a:p>
        </p:txBody>
      </p:sp>
      <p:sp>
        <p:nvSpPr>
          <p:cNvPr id="24" name="Content Placeholder 4">
            <a:extLst>
              <a:ext uri="{FF2B5EF4-FFF2-40B4-BE49-F238E27FC236}">
                <a16:creationId xmlns:a16="http://schemas.microsoft.com/office/drawing/2014/main" id="{9CCF08FD-4FEA-4651-9709-FF12F52BE0C2}"/>
              </a:ext>
            </a:extLst>
          </p:cNvPr>
          <p:cNvSpPr>
            <a:spLocks noGrp="1"/>
          </p:cNvSpPr>
          <p:nvPr>
            <p:ph sz="quarter" idx="32" hasCustomPrompt="1"/>
          </p:nvPr>
        </p:nvSpPr>
        <p:spPr>
          <a:xfrm>
            <a:off x="6096272" y="2420888"/>
            <a:ext cx="2448000" cy="3096000"/>
          </a:xfrm>
          <a:solidFill>
            <a:schemeClr val="bg2">
              <a:alpha val="95000"/>
            </a:schemeClr>
          </a:solidFill>
        </p:spPr>
        <p:txBody>
          <a:bodyPr lIns="216000" tIns="144000" rIns="216000" bIns="144000"/>
          <a:lstStyle>
            <a:lvl1pPr>
              <a:defRPr sz="1600"/>
            </a:lvl1pPr>
            <a:lvl2pPr>
              <a:defRPr sz="1400"/>
            </a:lvl2pPr>
            <a:lvl3pPr>
              <a:defRPr sz="1200"/>
            </a:lvl3pPr>
            <a:lvl4pPr>
              <a:defRPr sz="1100"/>
            </a:lvl4pPr>
            <a:lvl5pPr>
              <a:defRPr sz="1400"/>
            </a:lvl5pPr>
            <a:lvl6pPr>
              <a:defRPr sz="1200"/>
            </a:lvl6pPr>
            <a:lvl7pPr>
              <a:defRPr sz="1600"/>
            </a:lvl7pPr>
          </a:lstStyle>
          <a:p>
            <a:pPr lvl="0"/>
            <a:r>
              <a:rPr lang="en-CA" dirty="0"/>
              <a:t>Click to add text</a:t>
            </a:r>
          </a:p>
          <a:p>
            <a:pPr lvl="1"/>
            <a:r>
              <a:rPr lang="en-CA" dirty="0"/>
              <a:t>Second level</a:t>
            </a:r>
          </a:p>
          <a:p>
            <a:pPr lvl="2"/>
            <a:r>
              <a:rPr lang="en-CA" dirty="0"/>
              <a:t>Third level</a:t>
            </a:r>
          </a:p>
          <a:p>
            <a:pPr lvl="3"/>
            <a:r>
              <a:rPr lang="en-CA" dirty="0"/>
              <a:t>Fourth level</a:t>
            </a:r>
          </a:p>
          <a:p>
            <a:pPr lvl="4"/>
            <a:r>
              <a:rPr lang="en-CA" dirty="0"/>
              <a:t>Fifth level</a:t>
            </a:r>
          </a:p>
          <a:p>
            <a:pPr lvl="5"/>
            <a:r>
              <a:rPr lang="en-CA" dirty="0"/>
              <a:t>Sixth level</a:t>
            </a:r>
          </a:p>
          <a:p>
            <a:pPr lvl="6"/>
            <a:r>
              <a:rPr lang="en-CA" dirty="0"/>
              <a:t>Seventh level for paragraph title</a:t>
            </a:r>
          </a:p>
        </p:txBody>
      </p:sp>
    </p:spTree>
    <p:extLst>
      <p:ext uri="{BB962C8B-B14F-4D97-AF65-F5344CB8AC3E}">
        <p14:creationId xmlns:p14="http://schemas.microsoft.com/office/powerpoint/2010/main" val="4213101426"/>
      </p:ext>
    </p:extLst>
  </p:cSld>
  <p:clrMapOvr>
    <a:masterClrMapping/>
  </p:clrMapOvr>
  <p:transition spd="med">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Conclusion layouts">
    <p:bg>
      <p:bgPr>
        <a:solidFill>
          <a:schemeClr val="tx1"/>
        </a:solidFill>
        <a:effectLst/>
      </p:bgPr>
    </p:bg>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60EC9127-5980-4F22-A179-66DD0DAFCCEA}"/>
              </a:ext>
            </a:extLst>
          </p:cNvPr>
          <p:cNvSpPr txBox="1"/>
          <p:nvPr/>
        </p:nvSpPr>
        <p:spPr>
          <a:xfrm>
            <a:off x="2" y="2397948"/>
            <a:ext cx="12191999" cy="2062103"/>
          </a:xfrm>
          <a:prstGeom prst="rect">
            <a:avLst/>
          </a:prstGeom>
          <a:noFill/>
        </p:spPr>
        <p:txBody>
          <a:bodyPr wrap="square" lIns="337500" rIns="337500" rtlCol="0" anchor="ctr" anchorCtr="0">
            <a:spAutoFit/>
          </a:bodyPr>
          <a:lstStyle/>
          <a:p>
            <a:pPr algn="ctr"/>
            <a:r>
              <a:rPr lang="en-CA" sz="8800" b="1" i="0" noProof="0" dirty="0">
                <a:solidFill>
                  <a:schemeClr val="bg1"/>
                </a:solidFill>
                <a:latin typeface="+mj-lt"/>
              </a:rPr>
              <a:t>Conclusion layouts</a:t>
            </a:r>
          </a:p>
          <a:p>
            <a:pPr marL="0" marR="0" lvl="0" indent="0" algn="ctr" defTabSz="913614" rtl="0" eaLnBrk="1" fontAlgn="base" latinLnBrk="0" hangingPunct="1">
              <a:lnSpc>
                <a:spcPct val="100000"/>
              </a:lnSpc>
              <a:spcBef>
                <a:spcPct val="0"/>
              </a:spcBef>
              <a:spcAft>
                <a:spcPct val="0"/>
              </a:spcAft>
              <a:buClrTx/>
              <a:buSzTx/>
              <a:buFontTx/>
              <a:buNone/>
              <a:tabLst/>
              <a:defRPr/>
            </a:pPr>
            <a:endParaRPr lang="en-CA" sz="2000" i="1" kern="1200" noProof="0" dirty="0">
              <a:solidFill>
                <a:schemeClr val="bg1"/>
              </a:solidFill>
              <a:latin typeface="+mj-lt"/>
              <a:ea typeface="+mn-ea"/>
              <a:cs typeface="+mn-cs"/>
            </a:endParaRPr>
          </a:p>
          <a:p>
            <a:pPr marL="0" marR="0" lvl="0" indent="0" algn="ctr" defTabSz="913614" rtl="0" eaLnBrk="1" fontAlgn="base" latinLnBrk="0" hangingPunct="1">
              <a:lnSpc>
                <a:spcPct val="100000"/>
              </a:lnSpc>
              <a:spcBef>
                <a:spcPct val="0"/>
              </a:spcBef>
              <a:spcAft>
                <a:spcPct val="0"/>
              </a:spcAft>
              <a:buClrTx/>
              <a:buSzTx/>
              <a:buFontTx/>
              <a:buNone/>
              <a:tabLst/>
              <a:defRPr/>
            </a:pPr>
            <a:r>
              <a:rPr lang="en-CA" sz="2000" i="1" kern="1200" noProof="0" dirty="0">
                <a:solidFill>
                  <a:schemeClr val="bg1"/>
                </a:solidFill>
                <a:latin typeface="+mj-lt"/>
                <a:ea typeface="+mn-ea"/>
                <a:cs typeface="+mn-cs"/>
              </a:rPr>
              <a:t>- Never use this page in your presentation -</a:t>
            </a:r>
          </a:p>
        </p:txBody>
      </p:sp>
    </p:spTree>
    <p:extLst>
      <p:ext uri="{BB962C8B-B14F-4D97-AF65-F5344CB8AC3E}">
        <p14:creationId xmlns:p14="http://schemas.microsoft.com/office/powerpoint/2010/main" val="4233050227"/>
      </p:ext>
    </p:extLst>
  </p:cSld>
  <p:clrMapOvr>
    <a:masterClrMapping/>
  </p:clrMapOvr>
  <p:transition spd="med">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clusion: 3 blocks">
    <p:spTree>
      <p:nvGrpSpPr>
        <p:cNvPr id="1" name=""/>
        <p:cNvGrpSpPr/>
        <p:nvPr/>
      </p:nvGrpSpPr>
      <p:grpSpPr>
        <a:xfrm>
          <a:off x="0" y="0"/>
          <a:ext cx="0" cy="0"/>
          <a:chOff x="0" y="0"/>
          <a:chExt cx="0" cy="0"/>
        </a:xfrm>
      </p:grpSpPr>
      <p:sp>
        <p:nvSpPr>
          <p:cNvPr id="5" name="Espace réservé du texte 4">
            <a:extLst>
              <a:ext uri="{FF2B5EF4-FFF2-40B4-BE49-F238E27FC236}">
                <a16:creationId xmlns:a16="http://schemas.microsoft.com/office/drawing/2014/main" id="{574821C7-439D-4450-9E7A-B264FE717506}"/>
              </a:ext>
            </a:extLst>
          </p:cNvPr>
          <p:cNvSpPr>
            <a:spLocks noGrp="1"/>
          </p:cNvSpPr>
          <p:nvPr>
            <p:ph type="body" sz="quarter" idx="13" hasCustomPrompt="1"/>
          </p:nvPr>
        </p:nvSpPr>
        <p:spPr>
          <a:xfrm>
            <a:off x="1919384" y="1412777"/>
            <a:ext cx="9720000" cy="1368000"/>
          </a:xfrm>
          <a:solidFill>
            <a:schemeClr val="bg2"/>
          </a:solidFill>
        </p:spPr>
        <p:txBody>
          <a:bodyPr lIns="324000" tIns="72000" rIns="324000" bIns="72000" anchor="ctr" anchorCtr="0"/>
          <a:lstStyle>
            <a:lvl1pPr marL="0" indent="0">
              <a:buNone/>
              <a:defRPr sz="2400" b="1">
                <a:solidFill>
                  <a:schemeClr val="tx2"/>
                </a:solidFill>
              </a:defRPr>
            </a:lvl1pPr>
          </a:lstStyle>
          <a:p>
            <a:pPr lvl="0"/>
            <a:r>
              <a:rPr lang="en-CA" noProof="0" dirty="0"/>
              <a:t>Click to add a fact to remember or an argument</a:t>
            </a:r>
          </a:p>
        </p:txBody>
      </p:sp>
      <p:sp>
        <p:nvSpPr>
          <p:cNvPr id="14" name="Espace réservé du texte 4">
            <a:extLst>
              <a:ext uri="{FF2B5EF4-FFF2-40B4-BE49-F238E27FC236}">
                <a16:creationId xmlns:a16="http://schemas.microsoft.com/office/drawing/2014/main" id="{C0DBA003-CE34-4FAB-8E4E-878A2C2EE941}"/>
              </a:ext>
            </a:extLst>
          </p:cNvPr>
          <p:cNvSpPr>
            <a:spLocks noGrp="1"/>
          </p:cNvSpPr>
          <p:nvPr>
            <p:ph type="body" sz="quarter" idx="14" hasCustomPrompt="1"/>
          </p:nvPr>
        </p:nvSpPr>
        <p:spPr>
          <a:xfrm>
            <a:off x="1919384" y="3071250"/>
            <a:ext cx="9720000" cy="1368000"/>
          </a:xfrm>
          <a:solidFill>
            <a:schemeClr val="bg2"/>
          </a:solidFill>
        </p:spPr>
        <p:txBody>
          <a:bodyPr lIns="324000" tIns="72000" rIns="324000" bIns="72000" anchor="ctr" anchorCtr="0"/>
          <a:lstStyle>
            <a:lvl1pPr marL="0" indent="0">
              <a:buNone/>
              <a:defRPr sz="2400" b="1">
                <a:solidFill>
                  <a:schemeClr val="tx2"/>
                </a:solidFill>
              </a:defRPr>
            </a:lvl1pPr>
          </a:lstStyle>
          <a:p>
            <a:pPr lvl="0"/>
            <a:r>
              <a:rPr lang="en-CA" noProof="0" dirty="0"/>
              <a:t>Click to add a fact to remember or an argument</a:t>
            </a:r>
          </a:p>
        </p:txBody>
      </p:sp>
      <p:sp>
        <p:nvSpPr>
          <p:cNvPr id="19" name="Espace réservé du texte 4">
            <a:extLst>
              <a:ext uri="{FF2B5EF4-FFF2-40B4-BE49-F238E27FC236}">
                <a16:creationId xmlns:a16="http://schemas.microsoft.com/office/drawing/2014/main" id="{48FD0AF2-1E24-49CF-8BA4-AC4F990B451D}"/>
              </a:ext>
            </a:extLst>
          </p:cNvPr>
          <p:cNvSpPr>
            <a:spLocks noGrp="1"/>
          </p:cNvSpPr>
          <p:nvPr>
            <p:ph type="body" sz="quarter" idx="15" hasCustomPrompt="1"/>
          </p:nvPr>
        </p:nvSpPr>
        <p:spPr>
          <a:xfrm>
            <a:off x="1919384" y="4724734"/>
            <a:ext cx="9720000" cy="1368000"/>
          </a:xfrm>
          <a:solidFill>
            <a:schemeClr val="bg2"/>
          </a:solidFill>
        </p:spPr>
        <p:txBody>
          <a:bodyPr lIns="324000" tIns="72000" rIns="324000" bIns="72000" anchor="ctr" anchorCtr="0"/>
          <a:lstStyle>
            <a:lvl1pPr marL="0" indent="0">
              <a:buNone/>
              <a:defRPr sz="2400" b="1">
                <a:solidFill>
                  <a:schemeClr val="tx2"/>
                </a:solidFill>
              </a:defRPr>
            </a:lvl1pPr>
          </a:lstStyle>
          <a:p>
            <a:pPr lvl="0"/>
            <a:r>
              <a:rPr lang="en-CA" noProof="0" dirty="0"/>
              <a:t>Click to add a fact to remember or an argument</a:t>
            </a:r>
          </a:p>
        </p:txBody>
      </p:sp>
      <p:sp>
        <p:nvSpPr>
          <p:cNvPr id="3" name="Espace réservé du numéro de diapositive 2">
            <a:extLst>
              <a:ext uri="{FF2B5EF4-FFF2-40B4-BE49-F238E27FC236}">
                <a16:creationId xmlns:a16="http://schemas.microsoft.com/office/drawing/2014/main" id="{DC1B33E5-4227-4B26-ABD4-03B7999B267F}"/>
              </a:ext>
            </a:extLst>
          </p:cNvPr>
          <p:cNvSpPr>
            <a:spLocks noGrp="1"/>
          </p:cNvSpPr>
          <p:nvPr>
            <p:ph type="sldNum" sz="quarter" idx="16"/>
          </p:nvPr>
        </p:nvSpPr>
        <p:spPr/>
        <p:txBody>
          <a:bodyPr/>
          <a:lstStyle/>
          <a:p>
            <a:fld id="{9F13E4E3-EA9B-4FF8-B6C4-2516ED16E94E}" type="slidenum">
              <a:rPr lang="en-CA" smtClean="0"/>
              <a:t>‹#›</a:t>
            </a:fld>
            <a:endParaRPr lang="en-CA" dirty="0"/>
          </a:p>
        </p:txBody>
      </p:sp>
      <p:sp>
        <p:nvSpPr>
          <p:cNvPr id="7" name="Espace réservé du texte 6">
            <a:extLst>
              <a:ext uri="{FF2B5EF4-FFF2-40B4-BE49-F238E27FC236}">
                <a16:creationId xmlns:a16="http://schemas.microsoft.com/office/drawing/2014/main" id="{6DE81EE9-4C5A-4778-8FA0-79BD167B44AC}"/>
              </a:ext>
            </a:extLst>
          </p:cNvPr>
          <p:cNvSpPr>
            <a:spLocks noGrp="1"/>
          </p:cNvSpPr>
          <p:nvPr>
            <p:ph type="body" sz="quarter" idx="17" hasCustomPrompt="1"/>
          </p:nvPr>
        </p:nvSpPr>
        <p:spPr>
          <a:xfrm>
            <a:off x="551383" y="1412776"/>
            <a:ext cx="1368000" cy="1368000"/>
          </a:xfrm>
          <a:solidFill>
            <a:schemeClr val="accent1"/>
          </a:solidFill>
        </p:spPr>
        <p:txBody>
          <a:bodyPr anchor="ctr" anchorCtr="0"/>
          <a:lstStyle>
            <a:lvl1pPr marL="0" indent="0" algn="ctr">
              <a:buNone/>
              <a:defRPr sz="3000" b="1">
                <a:solidFill>
                  <a:schemeClr val="bg1"/>
                </a:solidFill>
              </a:defRPr>
            </a:lvl1pPr>
          </a:lstStyle>
          <a:p>
            <a:pPr lvl="0"/>
            <a:r>
              <a:rPr lang="en-CA" noProof="0" dirty="0"/>
              <a:t>#</a:t>
            </a:r>
          </a:p>
        </p:txBody>
      </p:sp>
      <p:sp>
        <p:nvSpPr>
          <p:cNvPr id="13" name="Espace réservé du texte 6">
            <a:extLst>
              <a:ext uri="{FF2B5EF4-FFF2-40B4-BE49-F238E27FC236}">
                <a16:creationId xmlns:a16="http://schemas.microsoft.com/office/drawing/2014/main" id="{FE4C5EA0-46B2-49C3-AC21-4266190FFDB3}"/>
              </a:ext>
            </a:extLst>
          </p:cNvPr>
          <p:cNvSpPr>
            <a:spLocks noGrp="1"/>
          </p:cNvSpPr>
          <p:nvPr>
            <p:ph type="body" sz="quarter" idx="18" hasCustomPrompt="1"/>
          </p:nvPr>
        </p:nvSpPr>
        <p:spPr>
          <a:xfrm>
            <a:off x="551383" y="3071249"/>
            <a:ext cx="1368000" cy="1368000"/>
          </a:xfrm>
          <a:solidFill>
            <a:schemeClr val="accent1"/>
          </a:solidFill>
        </p:spPr>
        <p:txBody>
          <a:bodyPr anchor="ctr" anchorCtr="0"/>
          <a:lstStyle>
            <a:lvl1pPr marL="0" indent="0" algn="ctr">
              <a:buNone/>
              <a:defRPr sz="3000" b="1">
                <a:solidFill>
                  <a:schemeClr val="bg1"/>
                </a:solidFill>
              </a:defRPr>
            </a:lvl1pPr>
          </a:lstStyle>
          <a:p>
            <a:pPr lvl="0"/>
            <a:r>
              <a:rPr lang="en-CA" noProof="0" dirty="0"/>
              <a:t>#</a:t>
            </a:r>
          </a:p>
        </p:txBody>
      </p:sp>
      <p:sp>
        <p:nvSpPr>
          <p:cNvPr id="15" name="Espace réservé du texte 6">
            <a:extLst>
              <a:ext uri="{FF2B5EF4-FFF2-40B4-BE49-F238E27FC236}">
                <a16:creationId xmlns:a16="http://schemas.microsoft.com/office/drawing/2014/main" id="{C017D9F8-BFEF-48E7-9528-7E3A753B904F}"/>
              </a:ext>
            </a:extLst>
          </p:cNvPr>
          <p:cNvSpPr>
            <a:spLocks noGrp="1"/>
          </p:cNvSpPr>
          <p:nvPr>
            <p:ph type="body" sz="quarter" idx="19" hasCustomPrompt="1"/>
          </p:nvPr>
        </p:nvSpPr>
        <p:spPr>
          <a:xfrm>
            <a:off x="551383" y="4725296"/>
            <a:ext cx="1368000" cy="1368000"/>
          </a:xfrm>
          <a:solidFill>
            <a:schemeClr val="accent1"/>
          </a:solidFill>
        </p:spPr>
        <p:txBody>
          <a:bodyPr anchor="ctr" anchorCtr="0"/>
          <a:lstStyle>
            <a:lvl1pPr marL="0" indent="0" algn="ctr">
              <a:buNone/>
              <a:defRPr sz="3000" b="1">
                <a:solidFill>
                  <a:schemeClr val="bg1"/>
                </a:solidFill>
              </a:defRPr>
            </a:lvl1pPr>
          </a:lstStyle>
          <a:p>
            <a:pPr lvl="0"/>
            <a:r>
              <a:rPr lang="en-CA" noProof="0" dirty="0"/>
              <a:t>#</a:t>
            </a:r>
          </a:p>
        </p:txBody>
      </p:sp>
      <p:sp>
        <p:nvSpPr>
          <p:cNvPr id="12" name="Text Placeholder 2">
            <a:extLst>
              <a:ext uri="{FF2B5EF4-FFF2-40B4-BE49-F238E27FC236}">
                <a16:creationId xmlns:a16="http://schemas.microsoft.com/office/drawing/2014/main" id="{A92833E4-950B-4B04-AFB2-3CF6EE6FC792}"/>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6" name="Text Placeholder 9">
            <a:extLst>
              <a:ext uri="{FF2B5EF4-FFF2-40B4-BE49-F238E27FC236}">
                <a16:creationId xmlns:a16="http://schemas.microsoft.com/office/drawing/2014/main" id="{3CD96EBB-4337-4FE0-8B74-2B35D66EFF01}"/>
              </a:ext>
            </a:extLst>
          </p:cNvPr>
          <p:cNvSpPr>
            <a:spLocks noGrp="1"/>
          </p:cNvSpPr>
          <p:nvPr>
            <p:ph type="body" sz="quarter" idx="20"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4" name="Titre 3">
            <a:extLst>
              <a:ext uri="{FF2B5EF4-FFF2-40B4-BE49-F238E27FC236}">
                <a16:creationId xmlns:a16="http://schemas.microsoft.com/office/drawing/2014/main" id="{520C7D1A-E2D7-D523-2276-4CF838F424DF}"/>
              </a:ext>
            </a:extLst>
          </p:cNvPr>
          <p:cNvSpPr>
            <a:spLocks noGrp="1"/>
          </p:cNvSpPr>
          <p:nvPr>
            <p:ph type="title" hasCustomPrompt="1"/>
          </p:nvPr>
        </p:nvSpPr>
        <p:spPr/>
        <p:txBody>
          <a:bodyPr/>
          <a:lstStyle/>
          <a:p>
            <a:r>
              <a:rPr lang="en-CA" dirty="0"/>
              <a:t>Click to add a title: « Conclusion » or « In summary » or your call to action</a:t>
            </a:r>
          </a:p>
        </p:txBody>
      </p:sp>
    </p:spTree>
    <p:extLst>
      <p:ext uri="{BB962C8B-B14F-4D97-AF65-F5344CB8AC3E}">
        <p14:creationId xmlns:p14="http://schemas.microsoft.com/office/powerpoint/2010/main" val="3677914710"/>
      </p:ext>
    </p:extLst>
  </p:cSld>
  <p:clrMapOvr>
    <a:masterClrMapping/>
  </p:clrMapOvr>
  <p:transition spd="med">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clusion: 3 blocks + image">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B2F449E0-0157-43A5-AD2C-662F291698DB}"/>
              </a:ext>
            </a:extLst>
          </p:cNvPr>
          <p:cNvSpPr>
            <a:spLocks noGrp="1"/>
          </p:cNvSpPr>
          <p:nvPr>
            <p:ph type="pic" sz="quarter" idx="10" hasCustomPrompt="1"/>
          </p:nvPr>
        </p:nvSpPr>
        <p:spPr>
          <a:xfrm>
            <a:off x="8040616" y="1412777"/>
            <a:ext cx="3600000" cy="4680520"/>
          </a:xfrm>
        </p:spPr>
        <p:txBody>
          <a:bodyPr lIns="72000"/>
          <a:lstStyle>
            <a:lvl1pPr marL="0" marR="0" indent="0" algn="l" defTabSz="428625" rtl="0" eaLnBrk="1" fontAlgn="auto" latinLnBrk="0" hangingPunct="1">
              <a:lnSpc>
                <a:spcPct val="100000"/>
              </a:lnSpc>
              <a:spcBef>
                <a:spcPts val="281"/>
              </a:spcBef>
              <a:spcAft>
                <a:spcPts val="0"/>
              </a:spcAft>
              <a:buClrTx/>
              <a:buSzTx/>
              <a:buFont typeface="Arial"/>
              <a:buNone/>
              <a:tabLst/>
              <a:defRPr/>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3" name="Espace réservé du numéro de diapositive 2">
            <a:extLst>
              <a:ext uri="{FF2B5EF4-FFF2-40B4-BE49-F238E27FC236}">
                <a16:creationId xmlns:a16="http://schemas.microsoft.com/office/drawing/2014/main" id="{97EA33AB-E2D9-45D2-9C19-8FF61E718D4A}"/>
              </a:ext>
            </a:extLst>
          </p:cNvPr>
          <p:cNvSpPr>
            <a:spLocks noGrp="1"/>
          </p:cNvSpPr>
          <p:nvPr>
            <p:ph type="sldNum" sz="quarter" idx="16"/>
          </p:nvPr>
        </p:nvSpPr>
        <p:spPr/>
        <p:txBody>
          <a:bodyPr/>
          <a:lstStyle/>
          <a:p>
            <a:fld id="{9F13E4E3-EA9B-4FF8-B6C4-2516ED16E94E}" type="slidenum">
              <a:rPr lang="en-CA" smtClean="0"/>
              <a:t>‹#›</a:t>
            </a:fld>
            <a:endParaRPr lang="en-CA" dirty="0"/>
          </a:p>
        </p:txBody>
      </p:sp>
      <p:sp>
        <p:nvSpPr>
          <p:cNvPr id="20" name="Espace réservé du texte 4">
            <a:extLst>
              <a:ext uri="{FF2B5EF4-FFF2-40B4-BE49-F238E27FC236}">
                <a16:creationId xmlns:a16="http://schemas.microsoft.com/office/drawing/2014/main" id="{3A61C193-9587-4CEC-B0AA-CCF7021691F2}"/>
              </a:ext>
            </a:extLst>
          </p:cNvPr>
          <p:cNvSpPr>
            <a:spLocks noGrp="1"/>
          </p:cNvSpPr>
          <p:nvPr>
            <p:ph type="body" sz="quarter" idx="13" hasCustomPrompt="1"/>
          </p:nvPr>
        </p:nvSpPr>
        <p:spPr>
          <a:xfrm>
            <a:off x="1919383" y="1412776"/>
            <a:ext cx="5832801" cy="1368000"/>
          </a:xfrm>
          <a:solidFill>
            <a:schemeClr val="bg2"/>
          </a:solidFill>
        </p:spPr>
        <p:txBody>
          <a:bodyPr lIns="324000" tIns="72000" rIns="324000" bIns="72000" anchor="ctr" anchorCtr="0"/>
          <a:lstStyle>
            <a:lvl1pPr marL="0" indent="0">
              <a:buNone/>
              <a:defRPr sz="2200" b="1">
                <a:solidFill>
                  <a:schemeClr val="tx2"/>
                </a:solidFill>
              </a:defRPr>
            </a:lvl1pPr>
          </a:lstStyle>
          <a:p>
            <a:pPr lvl="0"/>
            <a:r>
              <a:rPr lang="en-CA" noProof="0" dirty="0"/>
              <a:t>Click to add a fact to remember or an argument</a:t>
            </a:r>
          </a:p>
        </p:txBody>
      </p:sp>
      <p:sp>
        <p:nvSpPr>
          <p:cNvPr id="21" name="Espace réservé du texte 4">
            <a:extLst>
              <a:ext uri="{FF2B5EF4-FFF2-40B4-BE49-F238E27FC236}">
                <a16:creationId xmlns:a16="http://schemas.microsoft.com/office/drawing/2014/main" id="{8767A312-E17B-4286-AC85-F98D44FC4B9C}"/>
              </a:ext>
            </a:extLst>
          </p:cNvPr>
          <p:cNvSpPr>
            <a:spLocks noGrp="1"/>
          </p:cNvSpPr>
          <p:nvPr>
            <p:ph type="body" sz="quarter" idx="14" hasCustomPrompt="1"/>
          </p:nvPr>
        </p:nvSpPr>
        <p:spPr>
          <a:xfrm>
            <a:off x="1919383" y="3069036"/>
            <a:ext cx="5832801" cy="1368000"/>
          </a:xfrm>
          <a:solidFill>
            <a:schemeClr val="bg2"/>
          </a:solidFill>
        </p:spPr>
        <p:txBody>
          <a:bodyPr lIns="324000" tIns="72000" rIns="324000" bIns="72000" anchor="ctr" anchorCtr="0"/>
          <a:lstStyle>
            <a:lvl1pPr marL="0" indent="0">
              <a:buNone/>
              <a:defRPr sz="2200" b="1">
                <a:solidFill>
                  <a:schemeClr val="tx2"/>
                </a:solidFill>
              </a:defRPr>
            </a:lvl1pPr>
          </a:lstStyle>
          <a:p>
            <a:pPr lvl="0"/>
            <a:r>
              <a:rPr lang="en-CA" noProof="0" dirty="0"/>
              <a:t>Click to add a fact to remember or an argument</a:t>
            </a:r>
          </a:p>
        </p:txBody>
      </p:sp>
      <p:sp>
        <p:nvSpPr>
          <p:cNvPr id="22" name="Espace réservé du texte 4">
            <a:extLst>
              <a:ext uri="{FF2B5EF4-FFF2-40B4-BE49-F238E27FC236}">
                <a16:creationId xmlns:a16="http://schemas.microsoft.com/office/drawing/2014/main" id="{050BE378-6981-42A3-A847-C5D71F7E2F2F}"/>
              </a:ext>
            </a:extLst>
          </p:cNvPr>
          <p:cNvSpPr>
            <a:spLocks noGrp="1"/>
          </p:cNvSpPr>
          <p:nvPr>
            <p:ph type="body" sz="quarter" idx="15" hasCustomPrompt="1"/>
          </p:nvPr>
        </p:nvSpPr>
        <p:spPr>
          <a:xfrm>
            <a:off x="1919383" y="4725296"/>
            <a:ext cx="5832801" cy="1368000"/>
          </a:xfrm>
          <a:solidFill>
            <a:schemeClr val="bg2"/>
          </a:solidFill>
        </p:spPr>
        <p:txBody>
          <a:bodyPr lIns="324000" tIns="72000" rIns="324000" bIns="72000" anchor="ctr" anchorCtr="0"/>
          <a:lstStyle>
            <a:lvl1pPr marL="0" indent="0">
              <a:buNone/>
              <a:defRPr sz="2200" b="1">
                <a:solidFill>
                  <a:schemeClr val="tx2"/>
                </a:solidFill>
              </a:defRPr>
            </a:lvl1pPr>
          </a:lstStyle>
          <a:p>
            <a:pPr lvl="0"/>
            <a:r>
              <a:rPr lang="en-CA" noProof="0" dirty="0"/>
              <a:t>Click to add a fact to remember or an argument</a:t>
            </a:r>
          </a:p>
        </p:txBody>
      </p:sp>
      <p:sp>
        <p:nvSpPr>
          <p:cNvPr id="23" name="Espace réservé du texte 6">
            <a:extLst>
              <a:ext uri="{FF2B5EF4-FFF2-40B4-BE49-F238E27FC236}">
                <a16:creationId xmlns:a16="http://schemas.microsoft.com/office/drawing/2014/main" id="{D4B19CA5-BDBF-4CD3-AB5E-957AE283F391}"/>
              </a:ext>
            </a:extLst>
          </p:cNvPr>
          <p:cNvSpPr>
            <a:spLocks noGrp="1"/>
          </p:cNvSpPr>
          <p:nvPr>
            <p:ph type="body" sz="quarter" idx="17" hasCustomPrompt="1"/>
          </p:nvPr>
        </p:nvSpPr>
        <p:spPr>
          <a:xfrm>
            <a:off x="551383" y="1412776"/>
            <a:ext cx="1368000" cy="1368000"/>
          </a:xfrm>
          <a:solidFill>
            <a:schemeClr val="accent1"/>
          </a:solidFill>
        </p:spPr>
        <p:txBody>
          <a:bodyPr anchor="ctr" anchorCtr="0"/>
          <a:lstStyle>
            <a:lvl1pPr marL="0" indent="0" algn="ctr">
              <a:buNone/>
              <a:defRPr sz="2800" b="1">
                <a:solidFill>
                  <a:schemeClr val="bg1"/>
                </a:solidFill>
              </a:defRPr>
            </a:lvl1pPr>
          </a:lstStyle>
          <a:p>
            <a:pPr lvl="0"/>
            <a:r>
              <a:rPr lang="en-CA" noProof="0" dirty="0"/>
              <a:t>#</a:t>
            </a:r>
          </a:p>
        </p:txBody>
      </p:sp>
      <p:sp>
        <p:nvSpPr>
          <p:cNvPr id="24" name="Espace réservé du texte 6">
            <a:extLst>
              <a:ext uri="{FF2B5EF4-FFF2-40B4-BE49-F238E27FC236}">
                <a16:creationId xmlns:a16="http://schemas.microsoft.com/office/drawing/2014/main" id="{EC8A3FFD-7B7E-4A79-9990-CAF6C637DBB4}"/>
              </a:ext>
            </a:extLst>
          </p:cNvPr>
          <p:cNvSpPr>
            <a:spLocks noGrp="1"/>
          </p:cNvSpPr>
          <p:nvPr>
            <p:ph type="body" sz="quarter" idx="18" hasCustomPrompt="1"/>
          </p:nvPr>
        </p:nvSpPr>
        <p:spPr>
          <a:xfrm>
            <a:off x="551383" y="3069036"/>
            <a:ext cx="1368000" cy="1368000"/>
          </a:xfrm>
          <a:solidFill>
            <a:schemeClr val="accent1"/>
          </a:solidFill>
        </p:spPr>
        <p:txBody>
          <a:bodyPr anchor="ctr" anchorCtr="0"/>
          <a:lstStyle>
            <a:lvl1pPr marL="0" indent="0" algn="ctr">
              <a:buNone/>
              <a:defRPr sz="2800" b="1">
                <a:solidFill>
                  <a:schemeClr val="bg1"/>
                </a:solidFill>
              </a:defRPr>
            </a:lvl1pPr>
          </a:lstStyle>
          <a:p>
            <a:pPr lvl="0"/>
            <a:r>
              <a:rPr lang="en-CA" noProof="0" dirty="0"/>
              <a:t>#</a:t>
            </a:r>
          </a:p>
        </p:txBody>
      </p:sp>
      <p:sp>
        <p:nvSpPr>
          <p:cNvPr id="25" name="Espace réservé du texte 6">
            <a:extLst>
              <a:ext uri="{FF2B5EF4-FFF2-40B4-BE49-F238E27FC236}">
                <a16:creationId xmlns:a16="http://schemas.microsoft.com/office/drawing/2014/main" id="{CE7BCEE9-C77D-4ADF-B1B0-C666F3EEE52E}"/>
              </a:ext>
            </a:extLst>
          </p:cNvPr>
          <p:cNvSpPr>
            <a:spLocks noGrp="1"/>
          </p:cNvSpPr>
          <p:nvPr>
            <p:ph type="body" sz="quarter" idx="19" hasCustomPrompt="1"/>
          </p:nvPr>
        </p:nvSpPr>
        <p:spPr>
          <a:xfrm>
            <a:off x="551383" y="4725296"/>
            <a:ext cx="1368000" cy="1368000"/>
          </a:xfrm>
          <a:solidFill>
            <a:schemeClr val="accent1"/>
          </a:solidFill>
        </p:spPr>
        <p:txBody>
          <a:bodyPr anchor="ctr" anchorCtr="0"/>
          <a:lstStyle>
            <a:lvl1pPr marL="0" indent="0" algn="ctr">
              <a:buNone/>
              <a:defRPr sz="2800" b="1">
                <a:solidFill>
                  <a:schemeClr val="bg1"/>
                </a:solidFill>
              </a:defRPr>
            </a:lvl1pPr>
          </a:lstStyle>
          <a:p>
            <a:pPr lvl="0"/>
            <a:r>
              <a:rPr lang="en-CA" noProof="0" dirty="0"/>
              <a:t>#</a:t>
            </a:r>
          </a:p>
        </p:txBody>
      </p:sp>
      <p:sp>
        <p:nvSpPr>
          <p:cNvPr id="14" name="Text Placeholder 2">
            <a:extLst>
              <a:ext uri="{FF2B5EF4-FFF2-40B4-BE49-F238E27FC236}">
                <a16:creationId xmlns:a16="http://schemas.microsoft.com/office/drawing/2014/main" id="{F1AC65CE-D238-425C-8D26-A47E2EA33BB0}"/>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15" name="Text Placeholder 9">
            <a:extLst>
              <a:ext uri="{FF2B5EF4-FFF2-40B4-BE49-F238E27FC236}">
                <a16:creationId xmlns:a16="http://schemas.microsoft.com/office/drawing/2014/main" id="{78EB6360-0FB5-475B-906B-09F4A1890426}"/>
              </a:ext>
            </a:extLst>
          </p:cNvPr>
          <p:cNvSpPr>
            <a:spLocks noGrp="1"/>
          </p:cNvSpPr>
          <p:nvPr>
            <p:ph type="body" sz="quarter" idx="20"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2" name="Titre 1">
            <a:extLst>
              <a:ext uri="{FF2B5EF4-FFF2-40B4-BE49-F238E27FC236}">
                <a16:creationId xmlns:a16="http://schemas.microsoft.com/office/drawing/2014/main" id="{FA0F79BE-AC44-4E0A-E5E3-9A91EDCA61A0}"/>
              </a:ext>
            </a:extLst>
          </p:cNvPr>
          <p:cNvSpPr>
            <a:spLocks noGrp="1"/>
          </p:cNvSpPr>
          <p:nvPr>
            <p:ph type="title" hasCustomPrompt="1"/>
          </p:nvPr>
        </p:nvSpPr>
        <p:spPr/>
        <p:txBody>
          <a:bodyPr/>
          <a:lstStyle/>
          <a:p>
            <a:r>
              <a:rPr lang="en-CA" dirty="0"/>
              <a:t>Click to add a title: « Conclusion » or « In summary » or your call to action</a:t>
            </a:r>
          </a:p>
        </p:txBody>
      </p:sp>
    </p:spTree>
    <p:extLst>
      <p:ext uri="{BB962C8B-B14F-4D97-AF65-F5344CB8AC3E}">
        <p14:creationId xmlns:p14="http://schemas.microsoft.com/office/powerpoint/2010/main" val="2863493924"/>
      </p:ext>
    </p:extLst>
  </p:cSld>
  <p:clrMapOvr>
    <a:masterClrMapping/>
  </p:clrMapOvr>
  <p:transition spd="med">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clusion: 3 blocks + Call to action">
    <p:spTree>
      <p:nvGrpSpPr>
        <p:cNvPr id="1" name=""/>
        <p:cNvGrpSpPr/>
        <p:nvPr/>
      </p:nvGrpSpPr>
      <p:grpSpPr>
        <a:xfrm>
          <a:off x="0" y="0"/>
          <a:ext cx="0" cy="0"/>
          <a:chOff x="0" y="0"/>
          <a:chExt cx="0" cy="0"/>
        </a:xfrm>
      </p:grpSpPr>
      <p:sp>
        <p:nvSpPr>
          <p:cNvPr id="5" name="Espace réservé du texte 4">
            <a:extLst>
              <a:ext uri="{FF2B5EF4-FFF2-40B4-BE49-F238E27FC236}">
                <a16:creationId xmlns:a16="http://schemas.microsoft.com/office/drawing/2014/main" id="{574821C7-439D-4450-9E7A-B264FE717506}"/>
              </a:ext>
            </a:extLst>
          </p:cNvPr>
          <p:cNvSpPr>
            <a:spLocks noGrp="1"/>
          </p:cNvSpPr>
          <p:nvPr>
            <p:ph type="body" sz="quarter" idx="13" hasCustomPrompt="1"/>
          </p:nvPr>
        </p:nvSpPr>
        <p:spPr>
          <a:xfrm>
            <a:off x="1343383" y="1412864"/>
            <a:ext cx="10296001" cy="792000"/>
          </a:xfrm>
          <a:solidFill>
            <a:schemeClr val="bg2"/>
          </a:solidFill>
        </p:spPr>
        <p:txBody>
          <a:bodyPr lIns="324000" tIns="72000" rIns="324000" bIns="72000" anchor="ctr" anchorCtr="0"/>
          <a:lstStyle>
            <a:lvl1pPr marL="0" indent="0">
              <a:buNone/>
              <a:defRPr sz="1800" b="1">
                <a:solidFill>
                  <a:schemeClr val="tx2"/>
                </a:solidFill>
              </a:defRPr>
            </a:lvl1pPr>
          </a:lstStyle>
          <a:p>
            <a:pPr lvl="0"/>
            <a:r>
              <a:rPr lang="en-CA" noProof="0" dirty="0"/>
              <a:t>Click to add a consequence of doing nothing</a:t>
            </a:r>
          </a:p>
        </p:txBody>
      </p:sp>
      <p:sp>
        <p:nvSpPr>
          <p:cNvPr id="14" name="Espace réservé du texte 4">
            <a:extLst>
              <a:ext uri="{FF2B5EF4-FFF2-40B4-BE49-F238E27FC236}">
                <a16:creationId xmlns:a16="http://schemas.microsoft.com/office/drawing/2014/main" id="{C0DBA003-CE34-4FAB-8E4E-878A2C2EE941}"/>
              </a:ext>
            </a:extLst>
          </p:cNvPr>
          <p:cNvSpPr>
            <a:spLocks noGrp="1"/>
          </p:cNvSpPr>
          <p:nvPr>
            <p:ph type="body" sz="quarter" idx="14" hasCustomPrompt="1"/>
          </p:nvPr>
        </p:nvSpPr>
        <p:spPr>
          <a:xfrm>
            <a:off x="1343383" y="2420976"/>
            <a:ext cx="10296001" cy="792000"/>
          </a:xfrm>
          <a:solidFill>
            <a:schemeClr val="bg2"/>
          </a:solidFill>
        </p:spPr>
        <p:txBody>
          <a:bodyPr lIns="324000" tIns="72000" rIns="324000" bIns="72000" anchor="ctr" anchorCtr="0"/>
          <a:lstStyle>
            <a:lvl1pPr marL="0" indent="0">
              <a:buNone/>
              <a:defRPr sz="1800" b="1">
                <a:solidFill>
                  <a:schemeClr val="tx2"/>
                </a:solidFill>
              </a:defRPr>
            </a:lvl1pPr>
          </a:lstStyle>
          <a:p>
            <a:pPr lvl="0"/>
            <a:r>
              <a:rPr lang="en-CA" noProof="0" dirty="0"/>
              <a:t>Click to add a consequence of doing nothing</a:t>
            </a:r>
          </a:p>
        </p:txBody>
      </p:sp>
      <p:sp>
        <p:nvSpPr>
          <p:cNvPr id="19" name="Espace réservé du texte 4">
            <a:extLst>
              <a:ext uri="{FF2B5EF4-FFF2-40B4-BE49-F238E27FC236}">
                <a16:creationId xmlns:a16="http://schemas.microsoft.com/office/drawing/2014/main" id="{48FD0AF2-1E24-49CF-8BA4-AC4F990B451D}"/>
              </a:ext>
            </a:extLst>
          </p:cNvPr>
          <p:cNvSpPr>
            <a:spLocks noGrp="1"/>
          </p:cNvSpPr>
          <p:nvPr>
            <p:ph type="body" sz="quarter" idx="15" hasCustomPrompt="1"/>
          </p:nvPr>
        </p:nvSpPr>
        <p:spPr>
          <a:xfrm>
            <a:off x="1343383" y="3429088"/>
            <a:ext cx="10296001" cy="792000"/>
          </a:xfrm>
          <a:solidFill>
            <a:schemeClr val="bg2"/>
          </a:solidFill>
        </p:spPr>
        <p:txBody>
          <a:bodyPr lIns="324000" tIns="72000" rIns="324000" bIns="72000" anchor="ctr" anchorCtr="0"/>
          <a:lstStyle>
            <a:lvl1pPr marL="0" indent="0">
              <a:buNone/>
              <a:defRPr sz="1800" b="1">
                <a:solidFill>
                  <a:schemeClr val="tx2"/>
                </a:solidFill>
              </a:defRPr>
            </a:lvl1pPr>
          </a:lstStyle>
          <a:p>
            <a:pPr lvl="0"/>
            <a:r>
              <a:rPr lang="en-CA" noProof="0" dirty="0"/>
              <a:t>Click to add a consequence of doing nothing</a:t>
            </a:r>
          </a:p>
        </p:txBody>
      </p:sp>
      <p:sp>
        <p:nvSpPr>
          <p:cNvPr id="17" name="Text Placeholder 2">
            <a:extLst>
              <a:ext uri="{FF2B5EF4-FFF2-40B4-BE49-F238E27FC236}">
                <a16:creationId xmlns:a16="http://schemas.microsoft.com/office/drawing/2014/main" id="{314C3A75-0C6D-4B51-85AE-81AB8266D532}"/>
              </a:ext>
            </a:extLst>
          </p:cNvPr>
          <p:cNvSpPr>
            <a:spLocks noGrp="1"/>
          </p:cNvSpPr>
          <p:nvPr>
            <p:ph type="body" sz="quarter" idx="20" hasCustomPrompt="1"/>
          </p:nvPr>
        </p:nvSpPr>
        <p:spPr>
          <a:xfrm>
            <a:off x="551382" y="5517232"/>
            <a:ext cx="11089755" cy="792000"/>
          </a:xfrm>
          <a:solidFill>
            <a:schemeClr val="accent1"/>
          </a:solidFill>
          <a:ln>
            <a:noFill/>
          </a:ln>
        </p:spPr>
        <p:txBody>
          <a:bodyPr vert="horz" wrap="square" lIns="180000" tIns="91440" rIns="180000" bIns="91440" numCol="1" anchor="ctr" anchorCtr="0" compatLnSpc="1">
            <a:prstTxWarp prst="textNoShape">
              <a:avLst/>
            </a:prstTxWarp>
            <a:noAutofit/>
          </a:bodyPr>
          <a:lstStyle>
            <a:lvl1pPr marL="148205" indent="-148205" algn="ctr">
              <a:spcBef>
                <a:spcPts val="0"/>
              </a:spcBef>
              <a:spcAft>
                <a:spcPts val="0"/>
              </a:spcAft>
              <a:buNone/>
              <a:defRPr lang="en-CA" sz="1800" b="1" dirty="0">
                <a:solidFill>
                  <a:schemeClr val="bg1"/>
                </a:solidFill>
              </a:defRPr>
            </a:lvl1pPr>
          </a:lstStyle>
          <a:p>
            <a:pPr marL="148205" lvl="0" indent="-148205" algn="ctr">
              <a:spcBef>
                <a:spcPts val="0"/>
              </a:spcBef>
              <a:spcAft>
                <a:spcPts val="0"/>
              </a:spcAft>
            </a:pPr>
            <a:r>
              <a:rPr lang="en-CA" noProof="0" dirty="0"/>
              <a:t>Call to action</a:t>
            </a:r>
          </a:p>
        </p:txBody>
      </p:sp>
      <p:sp>
        <p:nvSpPr>
          <p:cNvPr id="24" name="Espace réservé du texte 4">
            <a:extLst>
              <a:ext uri="{FF2B5EF4-FFF2-40B4-BE49-F238E27FC236}">
                <a16:creationId xmlns:a16="http://schemas.microsoft.com/office/drawing/2014/main" id="{AFB269C5-0F43-4328-A90C-884E0B4B0273}"/>
              </a:ext>
            </a:extLst>
          </p:cNvPr>
          <p:cNvSpPr>
            <a:spLocks noGrp="1"/>
          </p:cNvSpPr>
          <p:nvPr>
            <p:ph type="body" sz="quarter" idx="21" hasCustomPrompt="1"/>
          </p:nvPr>
        </p:nvSpPr>
        <p:spPr>
          <a:xfrm flipV="1">
            <a:off x="551383" y="4509120"/>
            <a:ext cx="11088000" cy="648000"/>
          </a:xfrm>
          <a:prstGeom prst="triangle">
            <a:avLst/>
          </a:prstGeom>
          <a:solidFill>
            <a:schemeClr val="accent4"/>
          </a:solidFill>
        </p:spPr>
        <p:txBody>
          <a:bodyPr lIns="324000" tIns="72000" rIns="324000" bIns="72000" anchor="ctr" anchorCtr="0"/>
          <a:lstStyle>
            <a:lvl1pPr marL="0" indent="0" algn="ctr">
              <a:buNone/>
              <a:defRPr sz="400" b="1">
                <a:solidFill>
                  <a:schemeClr val="accent3"/>
                </a:solidFill>
              </a:defRPr>
            </a:lvl1pPr>
          </a:lstStyle>
          <a:p>
            <a:pPr lvl="0"/>
            <a:r>
              <a:rPr lang="en-CA" noProof="0" dirty="0"/>
              <a:t>.</a:t>
            </a:r>
          </a:p>
        </p:txBody>
      </p:sp>
      <p:sp>
        <p:nvSpPr>
          <p:cNvPr id="3" name="Espace réservé du numéro de diapositive 2">
            <a:extLst>
              <a:ext uri="{FF2B5EF4-FFF2-40B4-BE49-F238E27FC236}">
                <a16:creationId xmlns:a16="http://schemas.microsoft.com/office/drawing/2014/main" id="{589D0712-6388-4950-A6A6-AF41AE7076D8}"/>
              </a:ext>
            </a:extLst>
          </p:cNvPr>
          <p:cNvSpPr>
            <a:spLocks noGrp="1"/>
          </p:cNvSpPr>
          <p:nvPr>
            <p:ph type="sldNum" sz="quarter" idx="22"/>
          </p:nvPr>
        </p:nvSpPr>
        <p:spPr/>
        <p:txBody>
          <a:bodyPr/>
          <a:lstStyle/>
          <a:p>
            <a:fld id="{9F13E4E3-EA9B-4FF8-B6C4-2516ED16E94E}" type="slidenum">
              <a:rPr lang="en-CA" smtClean="0"/>
              <a:t>‹#›</a:t>
            </a:fld>
            <a:endParaRPr lang="en-CA" dirty="0"/>
          </a:p>
        </p:txBody>
      </p:sp>
      <p:sp>
        <p:nvSpPr>
          <p:cNvPr id="15" name="Espace réservé du texte 6">
            <a:extLst>
              <a:ext uri="{FF2B5EF4-FFF2-40B4-BE49-F238E27FC236}">
                <a16:creationId xmlns:a16="http://schemas.microsoft.com/office/drawing/2014/main" id="{5F657E51-74AD-4530-A2B9-9A75744547CE}"/>
              </a:ext>
            </a:extLst>
          </p:cNvPr>
          <p:cNvSpPr>
            <a:spLocks noGrp="1"/>
          </p:cNvSpPr>
          <p:nvPr>
            <p:ph type="body" sz="quarter" idx="18" hasCustomPrompt="1"/>
          </p:nvPr>
        </p:nvSpPr>
        <p:spPr>
          <a:xfrm>
            <a:off x="551383" y="2420976"/>
            <a:ext cx="792000" cy="792000"/>
          </a:xfrm>
          <a:solidFill>
            <a:schemeClr val="accent1"/>
          </a:solidFill>
        </p:spPr>
        <p:txBody>
          <a:bodyPr anchor="ctr" anchorCtr="0"/>
          <a:lstStyle>
            <a:lvl1pPr marL="0" indent="0" algn="ctr">
              <a:buNone/>
              <a:defRPr sz="2200" b="1">
                <a:solidFill>
                  <a:schemeClr val="bg1"/>
                </a:solidFill>
              </a:defRPr>
            </a:lvl1pPr>
          </a:lstStyle>
          <a:p>
            <a:pPr lvl="0"/>
            <a:r>
              <a:rPr lang="en-CA" noProof="0" dirty="0"/>
              <a:t>#</a:t>
            </a:r>
          </a:p>
        </p:txBody>
      </p:sp>
      <p:sp>
        <p:nvSpPr>
          <p:cNvPr id="16" name="Espace réservé du texte 6">
            <a:extLst>
              <a:ext uri="{FF2B5EF4-FFF2-40B4-BE49-F238E27FC236}">
                <a16:creationId xmlns:a16="http://schemas.microsoft.com/office/drawing/2014/main" id="{7DFA7741-93E0-409F-AECD-ECE0E1AEF441}"/>
              </a:ext>
            </a:extLst>
          </p:cNvPr>
          <p:cNvSpPr>
            <a:spLocks noGrp="1"/>
          </p:cNvSpPr>
          <p:nvPr>
            <p:ph type="body" sz="quarter" idx="19" hasCustomPrompt="1"/>
          </p:nvPr>
        </p:nvSpPr>
        <p:spPr>
          <a:xfrm>
            <a:off x="551383" y="3429088"/>
            <a:ext cx="792000" cy="792000"/>
          </a:xfrm>
          <a:solidFill>
            <a:schemeClr val="accent1"/>
          </a:solidFill>
        </p:spPr>
        <p:txBody>
          <a:bodyPr anchor="ctr" anchorCtr="0"/>
          <a:lstStyle>
            <a:lvl1pPr marL="0" indent="0" algn="ctr">
              <a:buNone/>
              <a:defRPr sz="2200" b="1">
                <a:solidFill>
                  <a:schemeClr val="bg1"/>
                </a:solidFill>
              </a:defRPr>
            </a:lvl1pPr>
          </a:lstStyle>
          <a:p>
            <a:pPr lvl="0"/>
            <a:r>
              <a:rPr lang="en-CA" noProof="0" dirty="0"/>
              <a:t>#</a:t>
            </a:r>
          </a:p>
        </p:txBody>
      </p:sp>
      <p:sp>
        <p:nvSpPr>
          <p:cNvPr id="13" name="Espace réservé du texte 6">
            <a:extLst>
              <a:ext uri="{FF2B5EF4-FFF2-40B4-BE49-F238E27FC236}">
                <a16:creationId xmlns:a16="http://schemas.microsoft.com/office/drawing/2014/main" id="{258FCA53-E42F-419D-8F9B-2BC76D9902ED}"/>
              </a:ext>
            </a:extLst>
          </p:cNvPr>
          <p:cNvSpPr>
            <a:spLocks noGrp="1"/>
          </p:cNvSpPr>
          <p:nvPr>
            <p:ph type="body" sz="quarter" idx="17" hasCustomPrompt="1"/>
          </p:nvPr>
        </p:nvSpPr>
        <p:spPr>
          <a:xfrm>
            <a:off x="551383" y="1412864"/>
            <a:ext cx="792000" cy="792000"/>
          </a:xfrm>
          <a:solidFill>
            <a:schemeClr val="accent1"/>
          </a:solidFill>
        </p:spPr>
        <p:txBody>
          <a:bodyPr anchor="ctr" anchorCtr="0"/>
          <a:lstStyle>
            <a:lvl1pPr marL="0" indent="0" algn="ctr">
              <a:buNone/>
              <a:defRPr sz="2200" b="1">
                <a:solidFill>
                  <a:schemeClr val="bg1"/>
                </a:solidFill>
              </a:defRPr>
            </a:lvl1pPr>
          </a:lstStyle>
          <a:p>
            <a:pPr lvl="0"/>
            <a:r>
              <a:rPr lang="en-CA" noProof="0" dirty="0"/>
              <a:t>#</a:t>
            </a:r>
          </a:p>
        </p:txBody>
      </p:sp>
      <p:sp>
        <p:nvSpPr>
          <p:cNvPr id="21" name="Text Placeholder 2">
            <a:extLst>
              <a:ext uri="{FF2B5EF4-FFF2-40B4-BE49-F238E27FC236}">
                <a16:creationId xmlns:a16="http://schemas.microsoft.com/office/drawing/2014/main" id="{21D8389A-7DCE-4E02-A371-783FCB7E325C}"/>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
        <p:nvSpPr>
          <p:cNvPr id="22" name="Text Placeholder 9">
            <a:extLst>
              <a:ext uri="{FF2B5EF4-FFF2-40B4-BE49-F238E27FC236}">
                <a16:creationId xmlns:a16="http://schemas.microsoft.com/office/drawing/2014/main" id="{8B0EBAC0-43F3-41DD-AAC6-6B9B247E1B83}"/>
              </a:ext>
            </a:extLst>
          </p:cNvPr>
          <p:cNvSpPr>
            <a:spLocks noGrp="1"/>
          </p:cNvSpPr>
          <p:nvPr>
            <p:ph type="body" sz="quarter" idx="23"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
        <p:nvSpPr>
          <p:cNvPr id="2" name="Titre 1">
            <a:extLst>
              <a:ext uri="{FF2B5EF4-FFF2-40B4-BE49-F238E27FC236}">
                <a16:creationId xmlns:a16="http://schemas.microsoft.com/office/drawing/2014/main" id="{88036F27-17A9-5A10-572B-BB6DDDFE54D6}"/>
              </a:ext>
            </a:extLst>
          </p:cNvPr>
          <p:cNvSpPr>
            <a:spLocks noGrp="1"/>
          </p:cNvSpPr>
          <p:nvPr>
            <p:ph type="title" hasCustomPrompt="1"/>
          </p:nvPr>
        </p:nvSpPr>
        <p:spPr/>
        <p:txBody>
          <a:bodyPr/>
          <a:lstStyle/>
          <a:p>
            <a:r>
              <a:rPr lang="en-CA" noProof="0" dirty="0"/>
              <a:t>Click to add a title: « Conclusion » or « In summary »</a:t>
            </a:r>
            <a:endParaRPr lang="en-CA" dirty="0"/>
          </a:p>
        </p:txBody>
      </p:sp>
    </p:spTree>
    <p:extLst>
      <p:ext uri="{BB962C8B-B14F-4D97-AF65-F5344CB8AC3E}">
        <p14:creationId xmlns:p14="http://schemas.microsoft.com/office/powerpoint/2010/main" val="1560772295"/>
      </p:ext>
    </p:extLst>
  </p:cSld>
  <p:clrMapOvr>
    <a:masterClrMapping/>
  </p:clrMapOvr>
  <p:transition spd="med">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Mission, vision, values layouts">
    <p:bg>
      <p:bgPr>
        <a:solidFill>
          <a:schemeClr val="tx1"/>
        </a:solidFill>
        <a:effectLst/>
      </p:bgPr>
    </p:bg>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3BDD778D-E607-4B99-9DB8-D3278408EF09}"/>
              </a:ext>
            </a:extLst>
          </p:cNvPr>
          <p:cNvSpPr txBox="1"/>
          <p:nvPr/>
        </p:nvSpPr>
        <p:spPr>
          <a:xfrm>
            <a:off x="2" y="1043733"/>
            <a:ext cx="12191999" cy="4770537"/>
          </a:xfrm>
          <a:prstGeom prst="rect">
            <a:avLst/>
          </a:prstGeom>
          <a:noFill/>
        </p:spPr>
        <p:txBody>
          <a:bodyPr wrap="square" lIns="337500" rIns="337500" rtlCol="0" anchor="ctr" anchorCtr="0">
            <a:spAutoFit/>
          </a:bodyPr>
          <a:lstStyle/>
          <a:p>
            <a:pPr algn="ctr"/>
            <a:r>
              <a:rPr lang="en-CA" sz="8800" b="1" i="1" noProof="0" dirty="0">
                <a:solidFill>
                  <a:schemeClr val="bg1"/>
                </a:solidFill>
                <a:latin typeface="+mj-lt"/>
              </a:rPr>
              <a:t>Mission, vision, values</a:t>
            </a:r>
            <a:r>
              <a:rPr lang="en-CA" sz="8800" b="1" i="0" noProof="0" dirty="0">
                <a:solidFill>
                  <a:schemeClr val="bg1"/>
                </a:solidFill>
                <a:latin typeface="+mj-lt"/>
              </a:rPr>
              <a:t> </a:t>
            </a:r>
            <a:br>
              <a:rPr lang="en-CA" sz="8800" b="1" i="0" noProof="0" dirty="0">
                <a:solidFill>
                  <a:schemeClr val="bg1"/>
                </a:solidFill>
                <a:latin typeface="+mj-lt"/>
              </a:rPr>
            </a:br>
            <a:r>
              <a:rPr lang="en-CA" sz="8800" b="1" i="0" noProof="0" dirty="0">
                <a:solidFill>
                  <a:schemeClr val="bg1"/>
                </a:solidFill>
                <a:latin typeface="+mj-lt"/>
              </a:rPr>
              <a:t>layouts</a:t>
            </a:r>
          </a:p>
          <a:p>
            <a:pPr marL="0" marR="0" lvl="0" indent="0" algn="ctr" defTabSz="913614" rtl="0" eaLnBrk="1" fontAlgn="base" latinLnBrk="0" hangingPunct="1">
              <a:lnSpc>
                <a:spcPct val="100000"/>
              </a:lnSpc>
              <a:spcBef>
                <a:spcPct val="0"/>
              </a:spcBef>
              <a:spcAft>
                <a:spcPct val="0"/>
              </a:spcAft>
              <a:buClrTx/>
              <a:buSzTx/>
              <a:buFontTx/>
              <a:buNone/>
              <a:tabLst/>
              <a:defRPr/>
            </a:pPr>
            <a:endParaRPr lang="en-CA" sz="2000" i="0" kern="1200" noProof="0" dirty="0">
              <a:solidFill>
                <a:schemeClr val="bg1"/>
              </a:solidFill>
              <a:latin typeface="+mj-lt"/>
              <a:ea typeface="+mn-ea"/>
              <a:cs typeface="+mn-cs"/>
            </a:endParaRPr>
          </a:p>
          <a:p>
            <a:pPr marL="0" marR="0" lvl="0" indent="0" algn="ctr" defTabSz="913614" rtl="0" eaLnBrk="1" fontAlgn="base" latinLnBrk="0" hangingPunct="1">
              <a:lnSpc>
                <a:spcPct val="100000"/>
              </a:lnSpc>
              <a:spcBef>
                <a:spcPct val="0"/>
              </a:spcBef>
              <a:spcAft>
                <a:spcPct val="0"/>
              </a:spcAft>
              <a:buClrTx/>
              <a:buSzTx/>
              <a:buFontTx/>
              <a:buNone/>
              <a:tabLst/>
              <a:defRPr/>
            </a:pPr>
            <a:r>
              <a:rPr lang="en-CA" sz="2000" i="1" kern="1200" noProof="0" dirty="0">
                <a:solidFill>
                  <a:schemeClr val="bg1"/>
                </a:solidFill>
                <a:latin typeface="+mj-lt"/>
                <a:ea typeface="+mn-ea"/>
                <a:cs typeface="+mn-cs"/>
              </a:rPr>
              <a:t>- Never use this page in your presentation -</a:t>
            </a:r>
          </a:p>
        </p:txBody>
      </p:sp>
    </p:spTree>
    <p:extLst>
      <p:ext uri="{BB962C8B-B14F-4D97-AF65-F5344CB8AC3E}">
        <p14:creationId xmlns:p14="http://schemas.microsoft.com/office/powerpoint/2010/main" val="3816760348"/>
      </p:ext>
    </p:extLst>
  </p:cSld>
  <p:clrMapOvr>
    <a:masterClrMapping/>
  </p:clrMapOvr>
  <p:transition spd="med">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Mission">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FC3927-FDED-E49C-3BD4-A4360B87817B}"/>
              </a:ext>
            </a:extLst>
          </p:cNvPr>
          <p:cNvSpPr/>
          <p:nvPr userDrawn="1"/>
        </p:nvSpPr>
        <p:spPr bwMode="auto">
          <a:xfrm>
            <a:off x="0" y="0"/>
            <a:ext cx="12192000" cy="6858000"/>
          </a:xfrm>
          <a:prstGeom prst="rect">
            <a:avLst/>
          </a:prstGeom>
          <a:solidFill>
            <a:schemeClr val="accent1"/>
          </a:solidFill>
          <a:ln>
            <a:noFill/>
          </a:ln>
        </p:spPr>
        <p:txBody>
          <a:bodyPr lIns="144000" tIns="72000" rIns="144000" bIns="72000" rtlCol="0" anchor="ctr"/>
          <a:lstStyle/>
          <a:p>
            <a:pPr algn="ctr">
              <a:spcBef>
                <a:spcPts val="800"/>
              </a:spcBef>
            </a:pPr>
            <a:endParaRPr lang="en-CA" sz="1600" b="1" dirty="0">
              <a:solidFill>
                <a:schemeClr val="bg1"/>
              </a:solidFill>
              <a:latin typeface="+mj-lt"/>
            </a:endParaRPr>
          </a:p>
        </p:txBody>
      </p:sp>
      <p:pic>
        <p:nvPicPr>
          <p:cNvPr id="9" name="Graphique 8">
            <a:extLst>
              <a:ext uri="{FF2B5EF4-FFF2-40B4-BE49-F238E27FC236}">
                <a16:creationId xmlns:a16="http://schemas.microsoft.com/office/drawing/2014/main" id="{757A5A21-64E0-B226-AF05-BD14D276E88F}"/>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715" t="17035" b="18846"/>
          <a:stretch/>
        </p:blipFill>
        <p:spPr>
          <a:xfrm>
            <a:off x="0" y="0"/>
            <a:ext cx="11510768" cy="6858000"/>
          </a:xfrm>
          <a:prstGeom prst="rect">
            <a:avLst/>
          </a:prstGeom>
        </p:spPr>
      </p:pic>
      <p:graphicFrame>
        <p:nvGraphicFramePr>
          <p:cNvPr id="6" name="Table 12">
            <a:extLst>
              <a:ext uri="{FF2B5EF4-FFF2-40B4-BE49-F238E27FC236}">
                <a16:creationId xmlns:a16="http://schemas.microsoft.com/office/drawing/2014/main" id="{445820B3-AA55-4BA4-8643-5A58E75CAEC7}"/>
              </a:ext>
            </a:extLst>
          </p:cNvPr>
          <p:cNvGraphicFramePr>
            <a:graphicFrameLocks noGrp="1"/>
          </p:cNvGraphicFramePr>
          <p:nvPr userDrawn="1">
            <p:extLst>
              <p:ext uri="{D42A27DB-BD31-4B8C-83A1-F6EECF244321}">
                <p14:modId xmlns:p14="http://schemas.microsoft.com/office/powerpoint/2010/main" val="1022306280"/>
              </p:ext>
            </p:extLst>
          </p:nvPr>
        </p:nvGraphicFramePr>
        <p:xfrm>
          <a:off x="1199456" y="2265784"/>
          <a:ext cx="10426336" cy="1783080"/>
        </p:xfrm>
        <a:graphic>
          <a:graphicData uri="http://schemas.openxmlformats.org/drawingml/2006/table">
            <a:tbl>
              <a:tblPr firstRow="1" bandRow="1">
                <a:tableStyleId>{2D5ABB26-0587-4C30-8999-92F81FD0307C}</a:tableStyleId>
              </a:tblPr>
              <a:tblGrid>
                <a:gridCol w="10426336">
                  <a:extLst>
                    <a:ext uri="{9D8B030D-6E8A-4147-A177-3AD203B41FA5}">
                      <a16:colId xmlns:a16="http://schemas.microsoft.com/office/drawing/2014/main" val="3239141816"/>
                    </a:ext>
                  </a:extLst>
                </a:gridCol>
              </a:tblGrid>
              <a:tr h="370840">
                <a:tc>
                  <a:txBody>
                    <a:bodyPr/>
                    <a:lstStyle/>
                    <a:p>
                      <a:pPr>
                        <a:lnSpc>
                          <a:spcPct val="100000"/>
                        </a:lnSpc>
                      </a:pPr>
                      <a:r>
                        <a:rPr lang="en-US" sz="3400"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We deliver cutting-edge </a:t>
                      </a:r>
                      <a:r>
                        <a:rPr lang="en-US" sz="3400" b="1"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training, simulation and critical operations solutions </a:t>
                      </a:r>
                      <a:r>
                        <a:rPr lang="en-US" sz="3400"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to prepare aviation professionals and </a:t>
                      </a:r>
                      <a:r>
                        <a:rPr lang="en-US" sz="3400" kern="0" spc="20" baseline="0" noProof="0" dirty="0" err="1">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defence</a:t>
                      </a:r>
                      <a:r>
                        <a:rPr lang="en-US" sz="3400"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 forces for the </a:t>
                      </a:r>
                      <a:r>
                        <a:rPr lang="en-US" sz="3400" b="1"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moments that matter</a:t>
                      </a:r>
                      <a:endParaRPr lang="en-CA" sz="3400" b="1"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endParaRPr>
                    </a:p>
                  </a:txBody>
                  <a:tcPr marL="137160" marT="182880"/>
                </a:tc>
                <a:extLst>
                  <a:ext uri="{0D108BD9-81ED-4DB2-BD59-A6C34878D82A}">
                    <a16:rowId xmlns:a16="http://schemas.microsoft.com/office/drawing/2014/main" val="3005408454"/>
                  </a:ext>
                </a:extLst>
              </a:tr>
            </a:tbl>
          </a:graphicData>
        </a:graphic>
      </p:graphicFrame>
    </p:spTree>
    <p:extLst>
      <p:ext uri="{BB962C8B-B14F-4D97-AF65-F5344CB8AC3E}">
        <p14:creationId xmlns:p14="http://schemas.microsoft.com/office/powerpoint/2010/main" val="3345531810"/>
      </p:ext>
    </p:extLst>
  </p:cSld>
  <p:clrMapOvr>
    <a:masterClrMapping/>
  </p:clrMapOvr>
  <p:transition spd="med">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Mission, vision and values">
    <p:bg>
      <p:bgPr>
        <a:solidFill>
          <a:schemeClr val="tx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27C8C13-256B-535E-C496-38DE9E492809}"/>
              </a:ext>
            </a:extLst>
          </p:cNvPr>
          <p:cNvSpPr/>
          <p:nvPr userDrawn="1"/>
        </p:nvSpPr>
        <p:spPr bwMode="auto">
          <a:xfrm>
            <a:off x="0" y="0"/>
            <a:ext cx="12192000" cy="6858000"/>
          </a:xfrm>
          <a:prstGeom prst="rect">
            <a:avLst/>
          </a:prstGeom>
          <a:solidFill>
            <a:schemeClr val="accent1"/>
          </a:solidFill>
          <a:ln>
            <a:noFill/>
          </a:ln>
        </p:spPr>
        <p:txBody>
          <a:bodyPr lIns="144000" tIns="72000" rIns="144000" bIns="72000" rtlCol="0" anchor="ctr"/>
          <a:lstStyle/>
          <a:p>
            <a:pPr algn="ctr">
              <a:spcBef>
                <a:spcPts val="800"/>
              </a:spcBef>
            </a:pPr>
            <a:endParaRPr lang="en-CA" sz="1600" b="1" dirty="0">
              <a:solidFill>
                <a:schemeClr val="bg1"/>
              </a:solidFill>
              <a:latin typeface="+mj-lt"/>
            </a:endParaRPr>
          </a:p>
        </p:txBody>
      </p:sp>
      <p:pic>
        <p:nvPicPr>
          <p:cNvPr id="16" name="Graphique 15">
            <a:extLst>
              <a:ext uri="{FF2B5EF4-FFF2-40B4-BE49-F238E27FC236}">
                <a16:creationId xmlns:a16="http://schemas.microsoft.com/office/drawing/2014/main" id="{6CDDEDAF-0D1D-51CB-75AC-EE91EC0054A5}"/>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t="22172" b="8972"/>
          <a:stretch/>
        </p:blipFill>
        <p:spPr>
          <a:xfrm>
            <a:off x="678589" y="1"/>
            <a:ext cx="10108800" cy="6858000"/>
          </a:xfrm>
          <a:prstGeom prst="rect">
            <a:avLst/>
          </a:prstGeom>
        </p:spPr>
      </p:pic>
      <p:graphicFrame>
        <p:nvGraphicFramePr>
          <p:cNvPr id="6" name="Table 12">
            <a:extLst>
              <a:ext uri="{FF2B5EF4-FFF2-40B4-BE49-F238E27FC236}">
                <a16:creationId xmlns:a16="http://schemas.microsoft.com/office/drawing/2014/main" id="{445820B3-AA55-4BA4-8643-5A58E75CAEC7}"/>
              </a:ext>
            </a:extLst>
          </p:cNvPr>
          <p:cNvGraphicFramePr>
            <a:graphicFrameLocks noGrp="1"/>
          </p:cNvGraphicFramePr>
          <p:nvPr userDrawn="1">
            <p:extLst>
              <p:ext uri="{D42A27DB-BD31-4B8C-83A1-F6EECF244321}">
                <p14:modId xmlns:p14="http://schemas.microsoft.com/office/powerpoint/2010/main" val="3857071840"/>
              </p:ext>
            </p:extLst>
          </p:nvPr>
        </p:nvGraphicFramePr>
        <p:xfrm>
          <a:off x="557509" y="2273203"/>
          <a:ext cx="11059584" cy="2931160"/>
        </p:xfrm>
        <a:graphic>
          <a:graphicData uri="http://schemas.openxmlformats.org/drawingml/2006/table">
            <a:tbl>
              <a:tblPr firstRow="1" bandRow="1">
                <a:tableStyleId>{2D5ABB26-0587-4C30-8999-92F81FD0307C}</a:tableStyleId>
              </a:tblPr>
              <a:tblGrid>
                <a:gridCol w="3523343">
                  <a:extLst>
                    <a:ext uri="{9D8B030D-6E8A-4147-A177-3AD203B41FA5}">
                      <a16:colId xmlns:a16="http://schemas.microsoft.com/office/drawing/2014/main" val="3239141816"/>
                    </a:ext>
                  </a:extLst>
                </a:gridCol>
                <a:gridCol w="4061198">
                  <a:extLst>
                    <a:ext uri="{9D8B030D-6E8A-4147-A177-3AD203B41FA5}">
                      <a16:colId xmlns:a16="http://schemas.microsoft.com/office/drawing/2014/main" val="2019727386"/>
                    </a:ext>
                  </a:extLst>
                </a:gridCol>
                <a:gridCol w="3475043">
                  <a:extLst>
                    <a:ext uri="{9D8B030D-6E8A-4147-A177-3AD203B41FA5}">
                      <a16:colId xmlns:a16="http://schemas.microsoft.com/office/drawing/2014/main" val="3019667352"/>
                    </a:ext>
                  </a:extLst>
                </a:gridCol>
              </a:tblGrid>
              <a:tr h="370840">
                <a:tc>
                  <a:txBody>
                    <a:bodyPr/>
                    <a:lstStyle/>
                    <a:p>
                      <a:r>
                        <a:rPr lang="en-CA" sz="1800" spc="10" baseline="0" noProof="0" dirty="0">
                          <a:solidFill>
                            <a:schemeClr val="bg1"/>
                          </a:solidFill>
                          <a:latin typeface="Red Hat Display" panose="02010303040201060303" pitchFamily="2" charset="0"/>
                          <a:ea typeface="Red Hat Display" panose="02010303040201060303" pitchFamily="2" charset="0"/>
                          <a:cs typeface="Red Hat Display" panose="02010303040201060303" pitchFamily="2" charset="0"/>
                        </a:rPr>
                        <a:t>Mission</a:t>
                      </a:r>
                    </a:p>
                  </a:txBody>
                  <a:tcPr marL="137160"/>
                </a:tc>
                <a:tc>
                  <a:txBody>
                    <a:bodyPr/>
                    <a:lstStyle/>
                    <a:p>
                      <a:r>
                        <a:rPr lang="en-CA" sz="1800" spc="10" baseline="0" noProof="0" dirty="0">
                          <a:solidFill>
                            <a:schemeClr val="bg1"/>
                          </a:solidFill>
                          <a:latin typeface="Red Hat Display" panose="02010303040201060303" pitchFamily="2" charset="0"/>
                          <a:ea typeface="Red Hat Display" panose="02010303040201060303" pitchFamily="2" charset="0"/>
                          <a:cs typeface="Red Hat Display" panose="02010303040201060303" pitchFamily="2" charset="0"/>
                        </a:rPr>
                        <a:t>Vision</a:t>
                      </a:r>
                    </a:p>
                  </a:txBody>
                  <a:tcPr marL="137160"/>
                </a:tc>
                <a:tc>
                  <a:txBody>
                    <a:bodyPr/>
                    <a:lstStyle/>
                    <a:p>
                      <a:r>
                        <a:rPr lang="en-CA" sz="1800" spc="10" baseline="0" noProof="0" dirty="0">
                          <a:solidFill>
                            <a:schemeClr val="bg1"/>
                          </a:solidFill>
                          <a:latin typeface="Red Hat Display" panose="02010303040201060303" pitchFamily="2" charset="0"/>
                          <a:ea typeface="Red Hat Display" panose="02010303040201060303" pitchFamily="2" charset="0"/>
                          <a:cs typeface="Red Hat Display" panose="02010303040201060303" pitchFamily="2" charset="0"/>
                        </a:rPr>
                        <a:t>Values</a:t>
                      </a:r>
                    </a:p>
                  </a:txBody>
                  <a:tcPr marL="137160"/>
                </a:tc>
                <a:extLst>
                  <a:ext uri="{0D108BD9-81ED-4DB2-BD59-A6C34878D82A}">
                    <a16:rowId xmlns:a16="http://schemas.microsoft.com/office/drawing/2014/main" val="1144360275"/>
                  </a:ext>
                </a:extLst>
              </a:tr>
              <a:tr h="370840">
                <a:tc>
                  <a:txBody>
                    <a:bodyPr/>
                    <a:lstStyle/>
                    <a:p>
                      <a:pPr>
                        <a:lnSpc>
                          <a:spcPct val="90000"/>
                        </a:lnSpc>
                      </a:pPr>
                      <a:r>
                        <a:rPr lang="en-CA" sz="1700"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We deliver cutting-edge </a:t>
                      </a:r>
                      <a:r>
                        <a:rPr lang="en-CA" sz="1700" b="1"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training, simulation and critical operations solutions</a:t>
                      </a:r>
                      <a:r>
                        <a:rPr lang="en-CA" sz="1700"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 to prepare aviation professionals and defence forces for the </a:t>
                      </a:r>
                      <a:r>
                        <a:rPr lang="en-CA" sz="1700" b="1"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moments that matter</a:t>
                      </a:r>
                      <a:endParaRPr lang="en-CA" sz="1700" b="1" spc="20" baseline="0" noProof="0" dirty="0">
                        <a:solidFill>
                          <a:schemeClr val="bg1"/>
                        </a:solidFill>
                        <a:latin typeface="Red Hat Display" panose="02010303040201060303" pitchFamily="2" charset="0"/>
                        <a:ea typeface="Red Hat Display" panose="02010303040201060303" pitchFamily="2" charset="0"/>
                        <a:cs typeface="Red Hat Display" panose="02010303040201060303" pitchFamily="2" charset="0"/>
                      </a:endParaRPr>
                    </a:p>
                  </a:txBody>
                  <a:tcPr marL="137160" marT="182880"/>
                </a:tc>
                <a:tc>
                  <a:txBody>
                    <a:bodyPr/>
                    <a:lstStyle/>
                    <a:p>
                      <a:pPr>
                        <a:lnSpc>
                          <a:spcPct val="90000"/>
                        </a:lnSpc>
                      </a:pPr>
                      <a:r>
                        <a:rPr lang="en-US" sz="1700"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To be the </a:t>
                      </a:r>
                      <a:r>
                        <a:rPr lang="en-US" sz="1700" b="1"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trusted partner </a:t>
                      </a:r>
                      <a:r>
                        <a:rPr lang="en-US" sz="1700"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in </a:t>
                      </a:r>
                      <a:r>
                        <a:rPr lang="en-US" sz="1700" b="1"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advancing safety </a:t>
                      </a:r>
                      <a:r>
                        <a:rPr lang="en-US" sz="1700"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and </a:t>
                      </a:r>
                      <a:r>
                        <a:rPr lang="en-US" sz="1700" b="1"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mission</a:t>
                      </a:r>
                      <a:r>
                        <a:rPr lang="en-US" sz="1700"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 </a:t>
                      </a:r>
                      <a:r>
                        <a:rPr lang="en-US" sz="1700" b="1"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readiness</a:t>
                      </a:r>
                      <a:r>
                        <a:rPr lang="en-US" sz="1700"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 </a:t>
                      </a:r>
                      <a:r>
                        <a:rPr lang="en-US" sz="1700" b="1"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defining the standard of excellence in training</a:t>
                      </a:r>
                      <a:r>
                        <a:rPr lang="en-US" sz="1700"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 and </a:t>
                      </a:r>
                      <a:r>
                        <a:rPr lang="en-US" sz="1700" b="1"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critical</a:t>
                      </a:r>
                      <a:r>
                        <a:rPr lang="en-US" sz="1700"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 </a:t>
                      </a:r>
                      <a:r>
                        <a:rPr lang="en-US" sz="1700" b="1"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operations</a:t>
                      </a:r>
                      <a:r>
                        <a:rPr lang="en-US" sz="1700"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 by harnessing </a:t>
                      </a:r>
                      <a:r>
                        <a:rPr lang="en-US" sz="1700" b="1"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technology</a:t>
                      </a:r>
                      <a:r>
                        <a:rPr lang="en-US" sz="1700"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 and enhancing </a:t>
                      </a:r>
                      <a:r>
                        <a:rPr lang="en-US" sz="1700" b="1" kern="0" spc="2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human performance</a:t>
                      </a:r>
                      <a:endParaRPr lang="en-CA" sz="1700" b="1" spc="20" baseline="0" noProof="0" dirty="0">
                        <a:solidFill>
                          <a:schemeClr val="bg1"/>
                        </a:solidFill>
                        <a:latin typeface="Red Hat Display" panose="02010303040201060303" pitchFamily="2" charset="0"/>
                        <a:ea typeface="Red Hat Display" panose="02010303040201060303" pitchFamily="2" charset="0"/>
                        <a:cs typeface="Red Hat Display" panose="02010303040201060303" pitchFamily="2" charset="0"/>
                      </a:endParaRPr>
                    </a:p>
                  </a:txBody>
                  <a:tcPr marL="137160" marT="182880"/>
                </a:tc>
                <a:tc>
                  <a:txBody>
                    <a:bodyPr/>
                    <a:lstStyle/>
                    <a:p>
                      <a:pPr>
                        <a:lnSpc>
                          <a:spcPct val="90000"/>
                        </a:lnSpc>
                      </a:pPr>
                      <a:r>
                        <a:rPr lang="en-CA" sz="3400" kern="1200" spc="3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One CAE</a:t>
                      </a:r>
                    </a:p>
                    <a:p>
                      <a:pPr>
                        <a:lnSpc>
                          <a:spcPct val="90000"/>
                        </a:lnSpc>
                      </a:pPr>
                      <a:r>
                        <a:rPr lang="en-CA" sz="3400" kern="1200" spc="3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Empowerment</a:t>
                      </a:r>
                    </a:p>
                    <a:p>
                      <a:pPr>
                        <a:lnSpc>
                          <a:spcPct val="90000"/>
                        </a:lnSpc>
                      </a:pPr>
                      <a:r>
                        <a:rPr lang="en-CA" sz="3400" kern="1200" spc="3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Innovation</a:t>
                      </a:r>
                    </a:p>
                    <a:p>
                      <a:pPr>
                        <a:lnSpc>
                          <a:spcPct val="90000"/>
                        </a:lnSpc>
                      </a:pPr>
                      <a:r>
                        <a:rPr lang="en-CA" sz="3400" kern="1200" spc="3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Excellence</a:t>
                      </a:r>
                    </a:p>
                    <a:p>
                      <a:pPr>
                        <a:lnSpc>
                          <a:spcPct val="90000"/>
                        </a:lnSpc>
                      </a:pPr>
                      <a:r>
                        <a:rPr lang="en-CA" sz="3400" kern="1200" spc="30" baseline="0" noProof="0" dirty="0">
                          <a:solidFill>
                            <a:schemeClr val="bg1"/>
                          </a:solidFill>
                          <a:effectLst/>
                          <a:latin typeface="Red Hat Display" panose="02010303040201060303" pitchFamily="2" charset="0"/>
                          <a:ea typeface="Red Hat Display" panose="02010303040201060303" pitchFamily="2" charset="0"/>
                          <a:cs typeface="Red Hat Display" panose="02010303040201060303" pitchFamily="2" charset="0"/>
                        </a:rPr>
                        <a:t>Integrity</a:t>
                      </a:r>
                    </a:p>
                  </a:txBody>
                  <a:tcPr marL="137160" marR="0" marT="182880"/>
                </a:tc>
                <a:extLst>
                  <a:ext uri="{0D108BD9-81ED-4DB2-BD59-A6C34878D82A}">
                    <a16:rowId xmlns:a16="http://schemas.microsoft.com/office/drawing/2014/main" val="3005408454"/>
                  </a:ext>
                </a:extLst>
              </a:tr>
            </a:tbl>
          </a:graphicData>
        </a:graphic>
      </p:graphicFrame>
      <p:sp>
        <p:nvSpPr>
          <p:cNvPr id="7" name="Rectangle 6">
            <a:extLst>
              <a:ext uri="{FF2B5EF4-FFF2-40B4-BE49-F238E27FC236}">
                <a16:creationId xmlns:a16="http://schemas.microsoft.com/office/drawing/2014/main" id="{2D926A49-6E92-4480-817A-65DF3E50D734}"/>
              </a:ext>
            </a:extLst>
          </p:cNvPr>
          <p:cNvSpPr/>
          <p:nvPr userDrawn="1"/>
        </p:nvSpPr>
        <p:spPr>
          <a:xfrm>
            <a:off x="679159" y="336127"/>
            <a:ext cx="10946633" cy="860625"/>
          </a:xfrm>
          <a:prstGeom prst="rect">
            <a:avLst/>
          </a:prstGeom>
        </p:spPr>
        <p:txBody>
          <a:bodyPr wrap="square" lIns="0" tIns="0" rIns="0" bIns="0" anchor="b">
            <a:noAutofit/>
          </a:bodyPr>
          <a:lstStyle/>
          <a:p>
            <a:pPr algn="l">
              <a:lnSpc>
                <a:spcPct val="89000"/>
              </a:lnSpc>
              <a:spcBef>
                <a:spcPts val="0"/>
              </a:spcBef>
            </a:pPr>
            <a:r>
              <a:rPr kumimoji="0" lang="en-CA" sz="3600" b="0" i="0" u="none" strike="noStrike" kern="0" cap="none" spc="20" normalizeH="0" baseline="0" noProof="0" dirty="0">
                <a:ln>
                  <a:noFill/>
                </a:ln>
                <a:solidFill>
                  <a:schemeClr val="bg1"/>
                </a:solidFill>
                <a:effectLst/>
                <a:uLnTx/>
                <a:uFillTx/>
                <a:latin typeface="Red Hat Display" panose="02010303040201060303" pitchFamily="2" charset="0"/>
                <a:ea typeface="Red Hat Display" panose="02010303040201060303" pitchFamily="2" charset="0"/>
                <a:cs typeface="Red Hat Display" panose="02010303040201060303" pitchFamily="2" charset="0"/>
              </a:rPr>
              <a:t>CAE mission, vision and values</a:t>
            </a:r>
          </a:p>
        </p:txBody>
      </p:sp>
    </p:spTree>
    <p:extLst>
      <p:ext uri="{BB962C8B-B14F-4D97-AF65-F5344CB8AC3E}">
        <p14:creationId xmlns:p14="http://schemas.microsoft.com/office/powerpoint/2010/main" val="3549367074"/>
      </p:ext>
    </p:extLst>
  </p:cSld>
  <p:clrMapOvr>
    <a:masterClrMapping/>
  </p:clrMapOvr>
  <p:transition spd="med">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p:cSld name="Closing page layout">
    <p:bg>
      <p:bgPr>
        <a:solidFill>
          <a:schemeClr val="tx1"/>
        </a:solidFill>
        <a:effectLst/>
      </p:bgPr>
    </p:bg>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3BDD778D-E607-4B99-9DB8-D3278408EF09}"/>
              </a:ext>
            </a:extLst>
          </p:cNvPr>
          <p:cNvSpPr txBox="1"/>
          <p:nvPr/>
        </p:nvSpPr>
        <p:spPr>
          <a:xfrm>
            <a:off x="2" y="1720841"/>
            <a:ext cx="12191999" cy="3416320"/>
          </a:xfrm>
          <a:prstGeom prst="rect">
            <a:avLst/>
          </a:prstGeom>
          <a:noFill/>
        </p:spPr>
        <p:txBody>
          <a:bodyPr wrap="square" lIns="337500" rIns="337500" rtlCol="0" anchor="ctr" anchorCtr="0">
            <a:spAutoFit/>
          </a:bodyPr>
          <a:lstStyle/>
          <a:p>
            <a:pPr algn="ctr"/>
            <a:r>
              <a:rPr lang="en-CA" sz="8800" b="1" i="0" noProof="0" dirty="0">
                <a:solidFill>
                  <a:schemeClr val="bg1"/>
                </a:solidFill>
                <a:latin typeface="+mj-lt"/>
              </a:rPr>
              <a:t>Closing page </a:t>
            </a:r>
            <a:br>
              <a:rPr lang="en-CA" sz="8800" b="1" i="0" noProof="0" dirty="0">
                <a:solidFill>
                  <a:schemeClr val="bg1"/>
                </a:solidFill>
                <a:latin typeface="+mj-lt"/>
              </a:rPr>
            </a:br>
            <a:r>
              <a:rPr lang="en-CA" sz="8800" b="1" i="0" noProof="0" dirty="0">
                <a:solidFill>
                  <a:schemeClr val="bg1"/>
                </a:solidFill>
                <a:latin typeface="+mj-lt"/>
              </a:rPr>
              <a:t>layout</a:t>
            </a:r>
          </a:p>
          <a:p>
            <a:pPr marL="0" marR="0" lvl="0" indent="0" algn="ctr" defTabSz="913614" rtl="0" eaLnBrk="1" fontAlgn="base" latinLnBrk="0" hangingPunct="1">
              <a:lnSpc>
                <a:spcPct val="100000"/>
              </a:lnSpc>
              <a:spcBef>
                <a:spcPct val="0"/>
              </a:spcBef>
              <a:spcAft>
                <a:spcPct val="0"/>
              </a:spcAft>
              <a:buClrTx/>
              <a:buSzTx/>
              <a:buFontTx/>
              <a:buNone/>
              <a:tabLst/>
              <a:defRPr/>
            </a:pPr>
            <a:endParaRPr lang="en-CA" sz="2000" i="0" kern="1200" noProof="0" dirty="0">
              <a:solidFill>
                <a:schemeClr val="bg1"/>
              </a:solidFill>
              <a:latin typeface="+mj-lt"/>
              <a:ea typeface="+mn-ea"/>
              <a:cs typeface="+mn-cs"/>
            </a:endParaRPr>
          </a:p>
          <a:p>
            <a:pPr marL="0" marR="0" lvl="0" indent="0" algn="ctr" defTabSz="913614" rtl="0" eaLnBrk="1" fontAlgn="base" latinLnBrk="0" hangingPunct="1">
              <a:lnSpc>
                <a:spcPct val="100000"/>
              </a:lnSpc>
              <a:spcBef>
                <a:spcPct val="0"/>
              </a:spcBef>
              <a:spcAft>
                <a:spcPct val="0"/>
              </a:spcAft>
              <a:buClrTx/>
              <a:buSzTx/>
              <a:buFontTx/>
              <a:buNone/>
              <a:tabLst/>
              <a:defRPr/>
            </a:pPr>
            <a:r>
              <a:rPr lang="en-CA" sz="2000" i="1" kern="1200" noProof="0" dirty="0">
                <a:solidFill>
                  <a:schemeClr val="bg1"/>
                </a:solidFill>
                <a:latin typeface="+mj-lt"/>
                <a:ea typeface="+mn-ea"/>
                <a:cs typeface="+mn-cs"/>
              </a:rPr>
              <a:t>- Never use this page in your presentation -</a:t>
            </a:r>
          </a:p>
        </p:txBody>
      </p:sp>
    </p:spTree>
    <p:extLst>
      <p:ext uri="{BB962C8B-B14F-4D97-AF65-F5344CB8AC3E}">
        <p14:creationId xmlns:p14="http://schemas.microsoft.com/office/powerpoint/2010/main" val="2797930276"/>
      </p:ext>
    </p:extLst>
  </p:cSld>
  <p:clrMapOvr>
    <a:masterClrMapping/>
  </p:clrMapOvr>
  <p:transition spd="med">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Closing page - CORP">
    <p:bg>
      <p:bgPr>
        <a:solidFill>
          <a:schemeClr val="tx2"/>
        </a:solidFill>
        <a:effectLst/>
      </p:bgPr>
    </p:bg>
    <p:spTree>
      <p:nvGrpSpPr>
        <p:cNvPr id="1" name=""/>
        <p:cNvGrpSpPr/>
        <p:nvPr/>
      </p:nvGrpSpPr>
      <p:grpSpPr>
        <a:xfrm>
          <a:off x="0" y="0"/>
          <a:ext cx="0" cy="0"/>
          <a:chOff x="0" y="0"/>
          <a:chExt cx="0" cy="0"/>
        </a:xfrm>
      </p:grpSpPr>
      <p:pic>
        <p:nvPicPr>
          <p:cNvPr id="7" name="Graphique 6">
            <a:extLst>
              <a:ext uri="{FF2B5EF4-FFF2-40B4-BE49-F238E27FC236}">
                <a16:creationId xmlns:a16="http://schemas.microsoft.com/office/drawing/2014/main" id="{5E3ABE71-0BB5-1226-6A54-C9D0A6E075CC}"/>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41477"/>
          <a:stretch/>
        </p:blipFill>
        <p:spPr>
          <a:xfrm>
            <a:off x="0" y="800024"/>
            <a:ext cx="4776928" cy="5936400"/>
          </a:xfrm>
          <a:prstGeom prst="rect">
            <a:avLst/>
          </a:prstGeom>
        </p:spPr>
      </p:pic>
      <p:sp>
        <p:nvSpPr>
          <p:cNvPr id="10" name="Subtitle 2"/>
          <p:cNvSpPr>
            <a:spLocks noGrp="1"/>
          </p:cNvSpPr>
          <p:nvPr>
            <p:ph type="subTitle" idx="1" hasCustomPrompt="1"/>
          </p:nvPr>
        </p:nvSpPr>
        <p:spPr>
          <a:xfrm>
            <a:off x="1080000" y="3780000"/>
            <a:ext cx="7992000" cy="864000"/>
          </a:xfrm>
          <a:prstGeom prst="rect">
            <a:avLst/>
          </a:prstGeom>
        </p:spPr>
        <p:txBody>
          <a:bodyPr lIns="36000" rIns="36000">
            <a:noAutofit/>
          </a:bodyPr>
          <a:lstStyle>
            <a:lvl1pPr marL="0" indent="0" algn="l">
              <a:lnSpc>
                <a:spcPct val="100000"/>
              </a:lnSpc>
              <a:spcAft>
                <a:spcPts val="0"/>
              </a:spcAft>
              <a:buNone/>
              <a:defRPr lang="en-US" sz="1800" kern="1200" dirty="0">
                <a:solidFill>
                  <a:schemeClr val="bg1"/>
                </a:solidFill>
                <a:latin typeface="+mn-lt"/>
                <a:ea typeface="+mn-ea"/>
                <a:cs typeface="+mn-cs"/>
              </a:defRPr>
            </a:lvl1pPr>
            <a:lvl2pPr marL="342901" indent="0" algn="ctr">
              <a:buNone/>
              <a:defRPr>
                <a:solidFill>
                  <a:schemeClr val="tx1">
                    <a:tint val="75000"/>
                  </a:schemeClr>
                </a:solidFill>
              </a:defRPr>
            </a:lvl2pPr>
            <a:lvl3pPr marL="685803" indent="0" algn="ctr">
              <a:buNone/>
              <a:defRPr>
                <a:solidFill>
                  <a:schemeClr val="tx1">
                    <a:tint val="75000"/>
                  </a:schemeClr>
                </a:solidFill>
              </a:defRPr>
            </a:lvl3pPr>
            <a:lvl4pPr marL="1028705" indent="0" algn="ctr">
              <a:buNone/>
              <a:defRPr>
                <a:solidFill>
                  <a:schemeClr val="tx1">
                    <a:tint val="75000"/>
                  </a:schemeClr>
                </a:solidFill>
              </a:defRPr>
            </a:lvl4pPr>
            <a:lvl5pPr marL="1371606" indent="0" algn="ctr">
              <a:buNone/>
              <a:defRPr>
                <a:solidFill>
                  <a:schemeClr val="tx1">
                    <a:tint val="75000"/>
                  </a:schemeClr>
                </a:solidFill>
              </a:defRPr>
            </a:lvl5pPr>
            <a:lvl6pPr marL="1714508" indent="0" algn="ctr">
              <a:buNone/>
              <a:defRPr>
                <a:solidFill>
                  <a:schemeClr val="tx1">
                    <a:tint val="75000"/>
                  </a:schemeClr>
                </a:solidFill>
              </a:defRPr>
            </a:lvl6pPr>
            <a:lvl7pPr marL="2057408" indent="0" algn="ctr">
              <a:buNone/>
              <a:defRPr>
                <a:solidFill>
                  <a:schemeClr val="tx1">
                    <a:tint val="75000"/>
                  </a:schemeClr>
                </a:solidFill>
              </a:defRPr>
            </a:lvl7pPr>
            <a:lvl8pPr marL="2400310" indent="0" algn="ctr">
              <a:buNone/>
              <a:defRPr>
                <a:solidFill>
                  <a:schemeClr val="tx1">
                    <a:tint val="75000"/>
                  </a:schemeClr>
                </a:solidFill>
              </a:defRPr>
            </a:lvl8pPr>
            <a:lvl9pPr marL="2743212" indent="0" algn="ctr">
              <a:buNone/>
              <a:defRPr>
                <a:solidFill>
                  <a:schemeClr val="tx1">
                    <a:tint val="75000"/>
                  </a:schemeClr>
                </a:solidFill>
              </a:defRPr>
            </a:lvl9pPr>
          </a:lstStyle>
          <a:p>
            <a:pPr lvl="0"/>
            <a:r>
              <a:rPr lang="en-CA" noProof="0" dirty="0"/>
              <a:t>Click to add text</a:t>
            </a:r>
          </a:p>
        </p:txBody>
      </p:sp>
      <p:sp>
        <p:nvSpPr>
          <p:cNvPr id="6" name="Title 1">
            <a:extLst>
              <a:ext uri="{FF2B5EF4-FFF2-40B4-BE49-F238E27FC236}">
                <a16:creationId xmlns:a16="http://schemas.microsoft.com/office/drawing/2014/main" id="{06F1A723-1672-44DA-8848-E48E0E899E38}"/>
              </a:ext>
            </a:extLst>
          </p:cNvPr>
          <p:cNvSpPr>
            <a:spLocks noGrp="1"/>
          </p:cNvSpPr>
          <p:nvPr>
            <p:ph type="ctrTitle" hasCustomPrompt="1"/>
          </p:nvPr>
        </p:nvSpPr>
        <p:spPr>
          <a:xfrm>
            <a:off x="1080000" y="908720"/>
            <a:ext cx="7992000" cy="2619280"/>
          </a:xfrm>
        </p:spPr>
        <p:txBody>
          <a:bodyPr anchor="b">
            <a:normAutofit/>
          </a:bodyPr>
          <a:lstStyle>
            <a:lvl1pPr algn="l">
              <a:defRPr sz="6600" b="0">
                <a:solidFill>
                  <a:schemeClr val="bg1"/>
                </a:solidFill>
              </a:defRPr>
            </a:lvl1pPr>
          </a:lstStyle>
          <a:p>
            <a:r>
              <a:rPr lang="en-CA" dirty="0"/>
              <a:t>Click to add “Thank you!” or another message</a:t>
            </a:r>
          </a:p>
        </p:txBody>
      </p:sp>
      <p:pic>
        <p:nvPicPr>
          <p:cNvPr id="2" name="Graphic 9">
            <a:extLst>
              <a:ext uri="{FF2B5EF4-FFF2-40B4-BE49-F238E27FC236}">
                <a16:creationId xmlns:a16="http://schemas.microsoft.com/office/drawing/2014/main" id="{2941EF8E-11CC-24C3-CB3F-0AE5EFA7EEF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96600" y="6248400"/>
            <a:ext cx="903783" cy="338919"/>
          </a:xfrm>
          <a:prstGeom prst="rect">
            <a:avLst/>
          </a:prstGeom>
        </p:spPr>
      </p:pic>
    </p:spTree>
    <p:extLst>
      <p:ext uri="{BB962C8B-B14F-4D97-AF65-F5344CB8AC3E}">
        <p14:creationId xmlns:p14="http://schemas.microsoft.com/office/powerpoint/2010/main" val="2359775889"/>
      </p:ext>
    </p:extLst>
  </p:cSld>
  <p:clrMapOvr>
    <a:masterClrMapping/>
  </p:clrMapOvr>
  <p:transition spd="med">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p:cSld name="Other layouts">
    <p:bg>
      <p:bgPr>
        <a:solidFill>
          <a:schemeClr val="tx1"/>
        </a:solidFill>
        <a:effectLst/>
      </p:bgPr>
    </p:bg>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4CDBD09A-C850-4625-902E-40D490228FC5}"/>
              </a:ext>
            </a:extLst>
          </p:cNvPr>
          <p:cNvSpPr txBox="1"/>
          <p:nvPr userDrawn="1"/>
        </p:nvSpPr>
        <p:spPr>
          <a:xfrm>
            <a:off x="2" y="2397949"/>
            <a:ext cx="12191999" cy="2062103"/>
          </a:xfrm>
          <a:prstGeom prst="rect">
            <a:avLst/>
          </a:prstGeom>
          <a:noFill/>
        </p:spPr>
        <p:txBody>
          <a:bodyPr wrap="square" lIns="337500" rIns="337500" rtlCol="0" anchor="ctr" anchorCtr="0">
            <a:spAutoFit/>
          </a:bodyPr>
          <a:lstStyle/>
          <a:p>
            <a:pPr algn="ctr"/>
            <a:r>
              <a:rPr lang="en-CA" sz="8800" b="1" i="0" noProof="0" dirty="0">
                <a:solidFill>
                  <a:schemeClr val="bg1"/>
                </a:solidFill>
                <a:latin typeface="+mj-lt"/>
              </a:rPr>
              <a:t>Other layouts</a:t>
            </a:r>
            <a:endParaRPr lang="en-CA" sz="2000" b="1" i="1" kern="1200" noProof="0" dirty="0">
              <a:solidFill>
                <a:schemeClr val="bg1"/>
              </a:solidFill>
              <a:latin typeface="+mj-lt"/>
              <a:ea typeface="+mn-ea"/>
              <a:cs typeface="+mn-cs"/>
            </a:endParaRPr>
          </a:p>
          <a:p>
            <a:pPr marL="0" marR="0" lvl="0" indent="0" algn="ctr" defTabSz="913614" rtl="0" eaLnBrk="1" fontAlgn="base" latinLnBrk="0" hangingPunct="1">
              <a:lnSpc>
                <a:spcPct val="100000"/>
              </a:lnSpc>
              <a:spcBef>
                <a:spcPct val="0"/>
              </a:spcBef>
              <a:spcAft>
                <a:spcPct val="0"/>
              </a:spcAft>
              <a:buClrTx/>
              <a:buSzTx/>
              <a:buFontTx/>
              <a:buNone/>
              <a:tabLst/>
              <a:defRPr/>
            </a:pPr>
            <a:endParaRPr lang="en-CA" sz="2000" i="1" kern="1200" noProof="0" dirty="0">
              <a:solidFill>
                <a:schemeClr val="bg1"/>
              </a:solidFill>
              <a:latin typeface="+mj-lt"/>
              <a:ea typeface="+mn-ea"/>
              <a:cs typeface="+mn-cs"/>
            </a:endParaRPr>
          </a:p>
          <a:p>
            <a:pPr marL="0" marR="0" lvl="0" indent="0" algn="ctr" defTabSz="913614" rtl="0" eaLnBrk="1" fontAlgn="base" latinLnBrk="0" hangingPunct="1">
              <a:lnSpc>
                <a:spcPct val="100000"/>
              </a:lnSpc>
              <a:spcBef>
                <a:spcPct val="0"/>
              </a:spcBef>
              <a:spcAft>
                <a:spcPct val="0"/>
              </a:spcAft>
              <a:buClrTx/>
              <a:buSzTx/>
              <a:buFontTx/>
              <a:buNone/>
              <a:tabLst/>
              <a:defRPr/>
            </a:pPr>
            <a:r>
              <a:rPr lang="en-CA" sz="2000" i="1" kern="1200" noProof="0" dirty="0">
                <a:solidFill>
                  <a:schemeClr val="bg1"/>
                </a:solidFill>
                <a:latin typeface="+mj-lt"/>
                <a:ea typeface="+mn-ea"/>
                <a:cs typeface="+mn-cs"/>
              </a:rPr>
              <a:t>- Never use this page in your presentation -</a:t>
            </a:r>
          </a:p>
        </p:txBody>
      </p:sp>
    </p:spTree>
    <p:extLst>
      <p:ext uri="{BB962C8B-B14F-4D97-AF65-F5344CB8AC3E}">
        <p14:creationId xmlns:p14="http://schemas.microsoft.com/office/powerpoint/2010/main" val="1048854032"/>
      </p:ext>
    </p:extLst>
  </p:cSld>
  <p:clrMapOvr>
    <a:masterClrMapping/>
  </p:clrMapOvr>
  <p:transition spd="med">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Large statement - Dark">
    <p:bg>
      <p:bgPr>
        <a:solidFill>
          <a:schemeClr val="tx2"/>
        </a:solidFill>
        <a:effectLst/>
      </p:bgPr>
    </p:bg>
    <p:spTree>
      <p:nvGrpSpPr>
        <p:cNvPr id="1" name=""/>
        <p:cNvGrpSpPr/>
        <p:nvPr/>
      </p:nvGrpSpPr>
      <p:grpSpPr>
        <a:xfrm>
          <a:off x="0" y="0"/>
          <a:ext cx="0" cy="0"/>
          <a:chOff x="0" y="0"/>
          <a:chExt cx="0" cy="0"/>
        </a:xfrm>
      </p:grpSpPr>
      <p:pic>
        <p:nvPicPr>
          <p:cNvPr id="18" name="Graphique 17">
            <a:extLst>
              <a:ext uri="{FF2B5EF4-FFF2-40B4-BE49-F238E27FC236}">
                <a16:creationId xmlns:a16="http://schemas.microsoft.com/office/drawing/2014/main" id="{5DBED057-B8D6-D036-16E6-78E27966129B}"/>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b="12377"/>
          <a:stretch/>
        </p:blipFill>
        <p:spPr>
          <a:xfrm>
            <a:off x="3773016" y="927574"/>
            <a:ext cx="7848746" cy="5930327"/>
          </a:xfrm>
          <a:prstGeom prst="rect">
            <a:avLst/>
          </a:prstGeom>
        </p:spPr>
      </p:pic>
      <p:sp>
        <p:nvSpPr>
          <p:cNvPr id="2" name="Title 1">
            <a:extLst>
              <a:ext uri="{FF2B5EF4-FFF2-40B4-BE49-F238E27FC236}">
                <a16:creationId xmlns:a16="http://schemas.microsoft.com/office/drawing/2014/main" id="{00106B43-DE48-44B6-ABCB-BB8A323E78D9}"/>
              </a:ext>
            </a:extLst>
          </p:cNvPr>
          <p:cNvSpPr>
            <a:spLocks noGrp="1"/>
          </p:cNvSpPr>
          <p:nvPr>
            <p:ph type="title" hasCustomPrompt="1"/>
          </p:nvPr>
        </p:nvSpPr>
        <p:spPr/>
        <p:txBody>
          <a:bodyPr/>
          <a:lstStyle>
            <a:lvl1pPr>
              <a:defRPr>
                <a:solidFill>
                  <a:schemeClr val="bg1"/>
                </a:solidFill>
              </a:defRPr>
            </a:lvl1pPr>
          </a:lstStyle>
          <a:p>
            <a:r>
              <a:rPr lang="en-CA" noProof="0" dirty="0"/>
              <a:t>Click to add a headline</a:t>
            </a:r>
            <a:endParaRPr lang="en-CA" dirty="0"/>
          </a:p>
        </p:txBody>
      </p:sp>
      <p:sp>
        <p:nvSpPr>
          <p:cNvPr id="3" name="Slide Number Placeholder 2">
            <a:extLst>
              <a:ext uri="{FF2B5EF4-FFF2-40B4-BE49-F238E27FC236}">
                <a16:creationId xmlns:a16="http://schemas.microsoft.com/office/drawing/2014/main" id="{7BBA7EA2-3271-4858-9C4C-5FAAB4DD444E}"/>
              </a:ext>
            </a:extLst>
          </p:cNvPr>
          <p:cNvSpPr>
            <a:spLocks noGrp="1"/>
          </p:cNvSpPr>
          <p:nvPr>
            <p:ph type="sldNum" sz="quarter" idx="10"/>
          </p:nvPr>
        </p:nvSpPr>
        <p:spPr/>
        <p:txBody>
          <a:bodyPr/>
          <a:lstStyle>
            <a:lvl1pPr>
              <a:defRPr>
                <a:solidFill>
                  <a:schemeClr val="bg1"/>
                </a:solidFill>
              </a:defRPr>
            </a:lvl1pPr>
          </a:lstStyle>
          <a:p>
            <a:fld id="{9F13E4E3-EA9B-4FF8-B6C4-2516ED16E94E}" type="slidenum">
              <a:rPr lang="en-CA" smtClean="0"/>
              <a:pPr/>
              <a:t>‹#›</a:t>
            </a:fld>
            <a:endParaRPr lang="en-CA" dirty="0"/>
          </a:p>
        </p:txBody>
      </p:sp>
      <p:sp>
        <p:nvSpPr>
          <p:cNvPr id="4" name="Text Placeholder 5">
            <a:extLst>
              <a:ext uri="{FF2B5EF4-FFF2-40B4-BE49-F238E27FC236}">
                <a16:creationId xmlns:a16="http://schemas.microsoft.com/office/drawing/2014/main" id="{2C83DF85-1260-446D-89D6-49D5885FCDDF}"/>
              </a:ext>
            </a:extLst>
          </p:cNvPr>
          <p:cNvSpPr>
            <a:spLocks noGrp="1"/>
          </p:cNvSpPr>
          <p:nvPr>
            <p:ph type="body" sz="quarter" idx="15" hasCustomPrompt="1"/>
          </p:nvPr>
        </p:nvSpPr>
        <p:spPr>
          <a:xfrm>
            <a:off x="550863" y="1700808"/>
            <a:ext cx="6265217" cy="4607916"/>
          </a:xfrm>
        </p:spPr>
        <p:txBody>
          <a:bodyPr/>
          <a:lstStyle>
            <a:lvl1pPr>
              <a:spcBef>
                <a:spcPts val="2400"/>
              </a:spcBef>
              <a:defRPr sz="3000">
                <a:solidFill>
                  <a:schemeClr val="bg1"/>
                </a:solidFill>
              </a:defRPr>
            </a:lvl1pPr>
            <a:lvl2pPr>
              <a:buClr>
                <a:schemeClr val="bg1"/>
              </a:buClr>
              <a:defRPr sz="2400">
                <a:solidFill>
                  <a:schemeClr val="bg1"/>
                </a:solidFill>
              </a:defRPr>
            </a:lvl2pPr>
            <a:lvl3pPr>
              <a:defRPr sz="2400"/>
            </a:lvl3pPr>
            <a:lvl4pPr>
              <a:defRPr sz="2000"/>
            </a:lvl4pPr>
            <a:lvl5pPr>
              <a:defRPr sz="2800"/>
            </a:lvl5pPr>
          </a:lstStyle>
          <a:p>
            <a:pPr lvl="0"/>
            <a:r>
              <a:rPr lang="en-CA" dirty="0"/>
              <a:t>Click to add a large statement</a:t>
            </a:r>
          </a:p>
          <a:p>
            <a:pPr lvl="1"/>
            <a:r>
              <a:rPr lang="en-CA" dirty="0"/>
              <a:t>Second level</a:t>
            </a:r>
          </a:p>
        </p:txBody>
      </p:sp>
      <p:cxnSp>
        <p:nvCxnSpPr>
          <p:cNvPr id="6" name="Connecteur droit 3">
            <a:extLst>
              <a:ext uri="{FF2B5EF4-FFF2-40B4-BE49-F238E27FC236}">
                <a16:creationId xmlns:a16="http://schemas.microsoft.com/office/drawing/2014/main" id="{688F43A9-B57A-4F85-850B-0DF712CAAE52}"/>
              </a:ext>
            </a:extLst>
          </p:cNvPr>
          <p:cNvCxnSpPr/>
          <p:nvPr userDrawn="1"/>
        </p:nvCxnSpPr>
        <p:spPr>
          <a:xfrm flipV="1">
            <a:off x="551384" y="-315416"/>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 name="Connecteur droit 10">
            <a:extLst>
              <a:ext uri="{FF2B5EF4-FFF2-40B4-BE49-F238E27FC236}">
                <a16:creationId xmlns:a16="http://schemas.microsoft.com/office/drawing/2014/main" id="{F484A65B-0484-4518-96EB-B21A75FCE2E7}"/>
              </a:ext>
            </a:extLst>
          </p:cNvPr>
          <p:cNvCxnSpPr/>
          <p:nvPr userDrawn="1"/>
        </p:nvCxnSpPr>
        <p:spPr>
          <a:xfrm flipV="1">
            <a:off x="11640616" y="-315416"/>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 name="Connecteur droit 11">
            <a:extLst>
              <a:ext uri="{FF2B5EF4-FFF2-40B4-BE49-F238E27FC236}">
                <a16:creationId xmlns:a16="http://schemas.microsoft.com/office/drawing/2014/main" id="{9D884AFE-AA0E-450C-9FB8-95F41D82130E}"/>
              </a:ext>
            </a:extLst>
          </p:cNvPr>
          <p:cNvCxnSpPr/>
          <p:nvPr userDrawn="1"/>
        </p:nvCxnSpPr>
        <p:spPr>
          <a:xfrm flipV="1">
            <a:off x="551384" y="6957392"/>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 name="Connecteur droit 12">
            <a:extLst>
              <a:ext uri="{FF2B5EF4-FFF2-40B4-BE49-F238E27FC236}">
                <a16:creationId xmlns:a16="http://schemas.microsoft.com/office/drawing/2014/main" id="{5A771312-97A9-4FAB-8E24-F42D71D7208C}"/>
              </a:ext>
            </a:extLst>
          </p:cNvPr>
          <p:cNvCxnSpPr/>
          <p:nvPr userDrawn="1"/>
        </p:nvCxnSpPr>
        <p:spPr>
          <a:xfrm flipV="1">
            <a:off x="11640616" y="6957392"/>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 name="Connecteur droit 5">
            <a:extLst>
              <a:ext uri="{FF2B5EF4-FFF2-40B4-BE49-F238E27FC236}">
                <a16:creationId xmlns:a16="http://schemas.microsoft.com/office/drawing/2014/main" id="{1E24A4EC-9BF3-4F31-8F9B-7503DA7D1811}"/>
              </a:ext>
            </a:extLst>
          </p:cNvPr>
          <p:cNvCxnSpPr/>
          <p:nvPr userDrawn="1"/>
        </p:nvCxnSpPr>
        <p:spPr>
          <a:xfrm>
            <a:off x="-312712" y="1412776"/>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 name="Connecteur droit 18">
            <a:extLst>
              <a:ext uri="{FF2B5EF4-FFF2-40B4-BE49-F238E27FC236}">
                <a16:creationId xmlns:a16="http://schemas.microsoft.com/office/drawing/2014/main" id="{BBD97CCC-E501-40A5-9A0E-D29F30B6743C}"/>
              </a:ext>
            </a:extLst>
          </p:cNvPr>
          <p:cNvCxnSpPr/>
          <p:nvPr userDrawn="1"/>
        </p:nvCxnSpPr>
        <p:spPr>
          <a:xfrm>
            <a:off x="12288688" y="1412776"/>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Connecteur droit 19">
            <a:extLst>
              <a:ext uri="{FF2B5EF4-FFF2-40B4-BE49-F238E27FC236}">
                <a16:creationId xmlns:a16="http://schemas.microsoft.com/office/drawing/2014/main" id="{66DECCC8-9474-4F2F-BEB6-9A9570854C65}"/>
              </a:ext>
            </a:extLst>
          </p:cNvPr>
          <p:cNvCxnSpPr/>
          <p:nvPr userDrawn="1"/>
        </p:nvCxnSpPr>
        <p:spPr>
          <a:xfrm>
            <a:off x="-312712" y="6309221"/>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Connecteur droit 20">
            <a:extLst>
              <a:ext uri="{FF2B5EF4-FFF2-40B4-BE49-F238E27FC236}">
                <a16:creationId xmlns:a16="http://schemas.microsoft.com/office/drawing/2014/main" id="{31DA2E5E-F6BE-4296-955C-FDBCD25C4623}"/>
              </a:ext>
            </a:extLst>
          </p:cNvPr>
          <p:cNvCxnSpPr/>
          <p:nvPr userDrawn="1"/>
        </p:nvCxnSpPr>
        <p:spPr>
          <a:xfrm>
            <a:off x="12288688" y="6309221"/>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Text Placeholder 9">
            <a:extLst>
              <a:ext uri="{FF2B5EF4-FFF2-40B4-BE49-F238E27FC236}">
                <a16:creationId xmlns:a16="http://schemas.microsoft.com/office/drawing/2014/main" id="{10C79AA0-7FE3-4658-A0FC-6358A0F1E6A6}"/>
              </a:ext>
            </a:extLst>
          </p:cNvPr>
          <p:cNvSpPr>
            <a:spLocks noGrp="1"/>
          </p:cNvSpPr>
          <p:nvPr>
            <p:ph type="body" sz="quarter" idx="23" hasCustomPrompt="1"/>
          </p:nvPr>
        </p:nvSpPr>
        <p:spPr>
          <a:xfrm>
            <a:off x="6816080" y="0"/>
            <a:ext cx="5375920" cy="288000"/>
          </a:xfrm>
        </p:spPr>
        <p:txBody>
          <a:bodyPr wrap="none" lIns="90000" tIns="0" rIns="90000" anchor="ctr"/>
          <a:lstStyle>
            <a:lvl1pPr algn="r">
              <a:buNone/>
              <a:defRPr sz="1400" b="0">
                <a:solidFill>
                  <a:schemeClr val="bg1"/>
                </a:solidFill>
              </a:defRPr>
            </a:lvl1pPr>
            <a:lvl2pPr algn="r">
              <a:defRPr/>
            </a:lvl2pPr>
            <a:lvl3pPr algn="r">
              <a:defRPr/>
            </a:lvl3pPr>
            <a:lvl4pPr algn="r">
              <a:defRPr/>
            </a:lvl4pPr>
            <a:lvl5pPr algn="r">
              <a:defRPr/>
            </a:lvl5pPr>
          </a:lstStyle>
          <a:p>
            <a:pPr lvl="0"/>
            <a:r>
              <a:rPr lang="en-CA" dirty="0"/>
              <a:t>Click to add a section title</a:t>
            </a:r>
          </a:p>
        </p:txBody>
      </p:sp>
      <p:sp>
        <p:nvSpPr>
          <p:cNvPr id="15" name="Text Placeholder 2">
            <a:extLst>
              <a:ext uri="{FF2B5EF4-FFF2-40B4-BE49-F238E27FC236}">
                <a16:creationId xmlns:a16="http://schemas.microsoft.com/office/drawing/2014/main" id="{76B55434-1ED5-04A6-90B7-05FCC610607B}"/>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Tree>
    <p:extLst>
      <p:ext uri="{BB962C8B-B14F-4D97-AF65-F5344CB8AC3E}">
        <p14:creationId xmlns:p14="http://schemas.microsoft.com/office/powerpoint/2010/main" val="3216043329"/>
      </p:ext>
    </p:extLst>
  </p:cSld>
  <p:clrMapOvr>
    <a:masterClrMapping/>
  </p:clrMapOvr>
  <p:transition spd="med">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Large statement +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EB42E87B-4ABF-4176-8286-A953EAD7052B}"/>
              </a:ext>
            </a:extLst>
          </p:cNvPr>
          <p:cNvSpPr>
            <a:spLocks noGrp="1"/>
          </p:cNvSpPr>
          <p:nvPr>
            <p:ph type="pic" sz="quarter" idx="13" hasCustomPrompt="1"/>
          </p:nvPr>
        </p:nvSpPr>
        <p:spPr>
          <a:xfrm>
            <a:off x="0" y="0"/>
            <a:ext cx="12192000" cy="6308625"/>
          </a:xfrm>
        </p:spPr>
        <p:txBody>
          <a:bodyPr lIns="4320000" tIns="0" anchor="ctr"/>
          <a:lstStyle>
            <a:lvl1pPr algn="ctr">
              <a:buNone/>
              <a:defRPr/>
            </a:lvl1pPr>
          </a:lstStyle>
          <a:p>
            <a:pPr marL="0" marR="0" lvl="0" indent="0" algn="ctr" defTabSz="612019" rtl="0" eaLnBrk="1" fontAlgn="base" latinLnBrk="0" hangingPunct="1">
              <a:lnSpc>
                <a:spcPct val="100000"/>
              </a:lnSpc>
              <a:spcBef>
                <a:spcPts val="1400"/>
              </a:spcBef>
              <a:spcAft>
                <a:spcPts val="0"/>
              </a:spcAft>
              <a:buClrTx/>
              <a:buSzTx/>
              <a:buFont typeface="Arial" panose="020B0604020202020204" pitchFamily="34" charset="0"/>
              <a:buChar char="​"/>
              <a:tabLst/>
              <a:defRPr/>
            </a:pPr>
            <a:r>
              <a:rPr lang="en-CA" noProof="0" dirty="0"/>
              <a:t>Click on icon to add an image</a:t>
            </a:r>
          </a:p>
        </p:txBody>
      </p:sp>
      <p:sp>
        <p:nvSpPr>
          <p:cNvPr id="6" name="Text Placeholder 5">
            <a:extLst>
              <a:ext uri="{FF2B5EF4-FFF2-40B4-BE49-F238E27FC236}">
                <a16:creationId xmlns:a16="http://schemas.microsoft.com/office/drawing/2014/main" id="{EC9342E8-DF46-4AB8-A88C-A83A3D064156}"/>
              </a:ext>
            </a:extLst>
          </p:cNvPr>
          <p:cNvSpPr>
            <a:spLocks noGrp="1"/>
          </p:cNvSpPr>
          <p:nvPr>
            <p:ph type="body" sz="quarter" idx="15" hasCustomPrompt="1"/>
          </p:nvPr>
        </p:nvSpPr>
        <p:spPr>
          <a:xfrm>
            <a:off x="550863" y="1700808"/>
            <a:ext cx="5257105" cy="4104456"/>
          </a:xfrm>
        </p:spPr>
        <p:txBody>
          <a:bodyPr/>
          <a:lstStyle>
            <a:lvl1pPr>
              <a:spcBef>
                <a:spcPts val="2400"/>
              </a:spcBef>
              <a:defRPr sz="3000"/>
            </a:lvl1pPr>
            <a:lvl2pPr>
              <a:defRPr sz="2400"/>
            </a:lvl2pPr>
            <a:lvl3pPr>
              <a:defRPr sz="2400"/>
            </a:lvl3pPr>
            <a:lvl4pPr>
              <a:defRPr sz="2000"/>
            </a:lvl4pPr>
            <a:lvl5pPr>
              <a:defRPr sz="2800"/>
            </a:lvl5pPr>
          </a:lstStyle>
          <a:p>
            <a:pPr lvl="0"/>
            <a:r>
              <a:rPr lang="en-CA" dirty="0"/>
              <a:t>Click to add a large statement</a:t>
            </a:r>
          </a:p>
          <a:p>
            <a:pPr lvl="1"/>
            <a:r>
              <a:rPr lang="en-CA" dirty="0"/>
              <a:t>Second level</a:t>
            </a:r>
          </a:p>
        </p:txBody>
      </p:sp>
      <p:sp>
        <p:nvSpPr>
          <p:cNvPr id="2" name="Title 1">
            <a:extLst>
              <a:ext uri="{FF2B5EF4-FFF2-40B4-BE49-F238E27FC236}">
                <a16:creationId xmlns:a16="http://schemas.microsoft.com/office/drawing/2014/main" id="{00106B43-DE48-44B6-ABCB-BB8A323E78D9}"/>
              </a:ext>
            </a:extLst>
          </p:cNvPr>
          <p:cNvSpPr>
            <a:spLocks noGrp="1"/>
          </p:cNvSpPr>
          <p:nvPr>
            <p:ph type="title" hasCustomPrompt="1"/>
          </p:nvPr>
        </p:nvSpPr>
        <p:spPr/>
        <p:txBody>
          <a:bodyPr/>
          <a:lstStyle/>
          <a:p>
            <a:r>
              <a:rPr lang="en-CA" noProof="0" dirty="0"/>
              <a:t>Click to add a headline</a:t>
            </a:r>
            <a:endParaRPr lang="en-CA" dirty="0"/>
          </a:p>
        </p:txBody>
      </p:sp>
      <p:sp>
        <p:nvSpPr>
          <p:cNvPr id="3" name="Slide Number Placeholder 2">
            <a:extLst>
              <a:ext uri="{FF2B5EF4-FFF2-40B4-BE49-F238E27FC236}">
                <a16:creationId xmlns:a16="http://schemas.microsoft.com/office/drawing/2014/main" id="{7BBA7EA2-3271-4858-9C4C-5FAAB4DD444E}"/>
              </a:ext>
            </a:extLst>
          </p:cNvPr>
          <p:cNvSpPr>
            <a:spLocks noGrp="1"/>
          </p:cNvSpPr>
          <p:nvPr>
            <p:ph type="sldNum" sz="quarter" idx="10"/>
          </p:nvPr>
        </p:nvSpPr>
        <p:spPr/>
        <p:txBody>
          <a:bodyPr/>
          <a:lstStyle/>
          <a:p>
            <a:fld id="{9F13E4E3-EA9B-4FF8-B6C4-2516ED16E94E}" type="slidenum">
              <a:rPr lang="en-CA" smtClean="0"/>
              <a:t>‹#›</a:t>
            </a:fld>
            <a:endParaRPr lang="en-CA" dirty="0"/>
          </a:p>
        </p:txBody>
      </p:sp>
      <p:cxnSp>
        <p:nvCxnSpPr>
          <p:cNvPr id="8" name="Connecteur droit 3">
            <a:extLst>
              <a:ext uri="{FF2B5EF4-FFF2-40B4-BE49-F238E27FC236}">
                <a16:creationId xmlns:a16="http://schemas.microsoft.com/office/drawing/2014/main" id="{0540095B-9642-4F28-AEDA-A3221199FE50}"/>
              </a:ext>
            </a:extLst>
          </p:cNvPr>
          <p:cNvCxnSpPr/>
          <p:nvPr userDrawn="1"/>
        </p:nvCxnSpPr>
        <p:spPr>
          <a:xfrm flipV="1">
            <a:off x="551384" y="-315416"/>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 name="Connecteur droit 10">
            <a:extLst>
              <a:ext uri="{FF2B5EF4-FFF2-40B4-BE49-F238E27FC236}">
                <a16:creationId xmlns:a16="http://schemas.microsoft.com/office/drawing/2014/main" id="{52EC2025-DA31-459D-BBC9-304270D6CC4F}"/>
              </a:ext>
            </a:extLst>
          </p:cNvPr>
          <p:cNvCxnSpPr/>
          <p:nvPr userDrawn="1"/>
        </p:nvCxnSpPr>
        <p:spPr>
          <a:xfrm flipV="1">
            <a:off x="11640616" y="-315416"/>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 name="Connecteur droit 11">
            <a:extLst>
              <a:ext uri="{FF2B5EF4-FFF2-40B4-BE49-F238E27FC236}">
                <a16:creationId xmlns:a16="http://schemas.microsoft.com/office/drawing/2014/main" id="{75A230CF-2974-4543-AA42-CEAC304E169C}"/>
              </a:ext>
            </a:extLst>
          </p:cNvPr>
          <p:cNvCxnSpPr/>
          <p:nvPr userDrawn="1"/>
        </p:nvCxnSpPr>
        <p:spPr>
          <a:xfrm flipV="1">
            <a:off x="551384" y="6957392"/>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 name="Connecteur droit 12">
            <a:extLst>
              <a:ext uri="{FF2B5EF4-FFF2-40B4-BE49-F238E27FC236}">
                <a16:creationId xmlns:a16="http://schemas.microsoft.com/office/drawing/2014/main" id="{7DAD63C3-B464-4EE8-9886-6B615F3F7BB5}"/>
              </a:ext>
            </a:extLst>
          </p:cNvPr>
          <p:cNvCxnSpPr/>
          <p:nvPr userDrawn="1"/>
        </p:nvCxnSpPr>
        <p:spPr>
          <a:xfrm flipV="1">
            <a:off x="11640616" y="6957392"/>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Connecteur droit 5">
            <a:extLst>
              <a:ext uri="{FF2B5EF4-FFF2-40B4-BE49-F238E27FC236}">
                <a16:creationId xmlns:a16="http://schemas.microsoft.com/office/drawing/2014/main" id="{25742EAA-F82B-4D86-8A4D-1B9FB9F5C48C}"/>
              </a:ext>
            </a:extLst>
          </p:cNvPr>
          <p:cNvCxnSpPr/>
          <p:nvPr userDrawn="1"/>
        </p:nvCxnSpPr>
        <p:spPr>
          <a:xfrm>
            <a:off x="-312712" y="1412776"/>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Connecteur droit 18">
            <a:extLst>
              <a:ext uri="{FF2B5EF4-FFF2-40B4-BE49-F238E27FC236}">
                <a16:creationId xmlns:a16="http://schemas.microsoft.com/office/drawing/2014/main" id="{4E444EE8-D339-44A0-B434-F28105DA9FBC}"/>
              </a:ext>
            </a:extLst>
          </p:cNvPr>
          <p:cNvCxnSpPr/>
          <p:nvPr userDrawn="1"/>
        </p:nvCxnSpPr>
        <p:spPr>
          <a:xfrm>
            <a:off x="12288688" y="1412776"/>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Connecteur droit 19">
            <a:extLst>
              <a:ext uri="{FF2B5EF4-FFF2-40B4-BE49-F238E27FC236}">
                <a16:creationId xmlns:a16="http://schemas.microsoft.com/office/drawing/2014/main" id="{FD913C3E-316A-4F8C-9F82-76DEFD8A8AAE}"/>
              </a:ext>
            </a:extLst>
          </p:cNvPr>
          <p:cNvCxnSpPr/>
          <p:nvPr userDrawn="1"/>
        </p:nvCxnSpPr>
        <p:spPr>
          <a:xfrm>
            <a:off x="-312712" y="6309221"/>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Connecteur droit 20">
            <a:extLst>
              <a:ext uri="{FF2B5EF4-FFF2-40B4-BE49-F238E27FC236}">
                <a16:creationId xmlns:a16="http://schemas.microsoft.com/office/drawing/2014/main" id="{3F7D6B6A-A579-4FFD-9888-757CB8AC9E90}"/>
              </a:ext>
            </a:extLst>
          </p:cNvPr>
          <p:cNvCxnSpPr/>
          <p:nvPr userDrawn="1"/>
        </p:nvCxnSpPr>
        <p:spPr>
          <a:xfrm>
            <a:off x="12288688" y="6309221"/>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Text Placeholder 2">
            <a:extLst>
              <a:ext uri="{FF2B5EF4-FFF2-40B4-BE49-F238E27FC236}">
                <a16:creationId xmlns:a16="http://schemas.microsoft.com/office/drawing/2014/main" id="{61FB25E2-AB7C-7F64-5A08-273B56BEBE2E}"/>
              </a:ext>
            </a:extLst>
          </p:cNvPr>
          <p:cNvSpPr>
            <a:spLocks noGrp="1"/>
          </p:cNvSpPr>
          <p:nvPr>
            <p:ph type="body" sz="quarter" idx="12" hasCustomPrompt="1"/>
          </p:nvPr>
        </p:nvSpPr>
        <p:spPr>
          <a:xfrm>
            <a:off x="551384" y="115367"/>
            <a:ext cx="5544616" cy="217289"/>
          </a:xfrm>
        </p:spPr>
        <p:txBody>
          <a:bodyPr wrap="none" lIns="14400" anchor="b" anchorCtr="0"/>
          <a:lstStyle>
            <a:lvl1pPr marL="0" indent="0" algn="l">
              <a:spcBef>
                <a:spcPts val="0"/>
              </a:spcBef>
              <a:spcAft>
                <a:spcPts val="0"/>
              </a:spcAft>
              <a:buNone/>
              <a:defRPr sz="1200" cap="all" baseline="0">
                <a:solidFill>
                  <a:schemeClr val="accent2"/>
                </a:solidFill>
              </a:defRPr>
            </a:lvl1pPr>
          </a:lstStyle>
          <a:p>
            <a:pPr lvl="0"/>
            <a:r>
              <a:rPr lang="en-CA" noProof="0" dirty="0"/>
              <a:t>Business unit name (optional)</a:t>
            </a:r>
          </a:p>
        </p:txBody>
      </p:sp>
    </p:spTree>
    <p:extLst>
      <p:ext uri="{BB962C8B-B14F-4D97-AF65-F5344CB8AC3E}">
        <p14:creationId xmlns:p14="http://schemas.microsoft.com/office/powerpoint/2010/main" val="3081682553"/>
      </p:ext>
    </p:extLst>
  </p:cSld>
  <p:clrMapOvr>
    <a:masterClrMapping/>
  </p:clrMapOvr>
  <p:transition spd="med">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Special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F2922-9B16-4527-A283-3CA95284CA0D}"/>
              </a:ext>
            </a:extLst>
          </p:cNvPr>
          <p:cNvSpPr>
            <a:spLocks noGrp="1"/>
          </p:cNvSpPr>
          <p:nvPr>
            <p:ph type="title" hasCustomPrompt="1"/>
          </p:nvPr>
        </p:nvSpPr>
        <p:spPr>
          <a:xfrm>
            <a:off x="551384" y="332656"/>
            <a:ext cx="3024336" cy="1368152"/>
          </a:xfrm>
        </p:spPr>
        <p:txBody>
          <a:bodyPr/>
          <a:lstStyle/>
          <a:p>
            <a:r>
              <a:rPr lang="en-CA" noProof="0" dirty="0"/>
              <a:t>Click to add a headline</a:t>
            </a:r>
            <a:endParaRPr lang="en-CA" dirty="0"/>
          </a:p>
        </p:txBody>
      </p:sp>
      <p:sp>
        <p:nvSpPr>
          <p:cNvPr id="3" name="Slide Number Placeholder 2">
            <a:extLst>
              <a:ext uri="{FF2B5EF4-FFF2-40B4-BE49-F238E27FC236}">
                <a16:creationId xmlns:a16="http://schemas.microsoft.com/office/drawing/2014/main" id="{C39A70D1-DBCC-43CA-AD8C-6F36FD0D1C46}"/>
              </a:ext>
            </a:extLst>
          </p:cNvPr>
          <p:cNvSpPr>
            <a:spLocks noGrp="1"/>
          </p:cNvSpPr>
          <p:nvPr>
            <p:ph type="sldNum" sz="quarter" idx="10"/>
          </p:nvPr>
        </p:nvSpPr>
        <p:spPr/>
        <p:txBody>
          <a:bodyPr/>
          <a:lstStyle/>
          <a:p>
            <a:fld id="{9F13E4E3-EA9B-4FF8-B6C4-2516ED16E94E}" type="slidenum">
              <a:rPr lang="en-CA" smtClean="0"/>
              <a:t>‹#›</a:t>
            </a:fld>
            <a:endParaRPr lang="en-CA" dirty="0"/>
          </a:p>
        </p:txBody>
      </p:sp>
      <p:sp>
        <p:nvSpPr>
          <p:cNvPr id="8" name="Espace réservé du contenu 8">
            <a:extLst>
              <a:ext uri="{FF2B5EF4-FFF2-40B4-BE49-F238E27FC236}">
                <a16:creationId xmlns:a16="http://schemas.microsoft.com/office/drawing/2014/main" id="{5B7DA079-94CC-4A72-B334-76E3382A9D33}"/>
              </a:ext>
            </a:extLst>
          </p:cNvPr>
          <p:cNvSpPr>
            <a:spLocks noGrp="1"/>
          </p:cNvSpPr>
          <p:nvPr>
            <p:ph sz="quarter" idx="14" hasCustomPrompt="1"/>
          </p:nvPr>
        </p:nvSpPr>
        <p:spPr>
          <a:xfrm>
            <a:off x="4008368" y="-1"/>
            <a:ext cx="8183632" cy="6308725"/>
          </a:xfrm>
          <a:solidFill>
            <a:schemeClr val="accent5"/>
          </a:solidFill>
        </p:spPr>
        <p:txBody>
          <a:bodyPr lIns="648000" tIns="396000" rIns="648000" bIns="396000"/>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800">
                <a:solidFill>
                  <a:schemeClr val="tx2"/>
                </a:solidFill>
              </a:defRPr>
            </a:lvl5pPr>
            <a:lvl6pPr>
              <a:defRPr sz="1600">
                <a:solidFill>
                  <a:schemeClr val="tx2"/>
                </a:solidFill>
              </a:defRPr>
            </a:lvl6pPr>
            <a:lvl7pPr>
              <a:defRPr sz="2000">
                <a:solidFill>
                  <a:schemeClr val="accent2"/>
                </a:solidFill>
              </a:defRPr>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9" name="Espace réservé du contenu 8">
            <a:extLst>
              <a:ext uri="{FF2B5EF4-FFF2-40B4-BE49-F238E27FC236}">
                <a16:creationId xmlns:a16="http://schemas.microsoft.com/office/drawing/2014/main" id="{8900F8C9-2D78-449F-80F5-C0719599065E}"/>
              </a:ext>
            </a:extLst>
          </p:cNvPr>
          <p:cNvSpPr>
            <a:spLocks noGrp="1"/>
          </p:cNvSpPr>
          <p:nvPr>
            <p:ph sz="quarter" idx="15" hasCustomPrompt="1"/>
          </p:nvPr>
        </p:nvSpPr>
        <p:spPr>
          <a:xfrm>
            <a:off x="551384" y="1844824"/>
            <a:ext cx="3024336" cy="4463900"/>
          </a:xfrm>
        </p:spPr>
        <p:txBody>
          <a:bodyPr/>
          <a:lstStyle>
            <a:lvl1pPr>
              <a:defRPr sz="2000"/>
            </a:lvl1pPr>
            <a:lvl2pPr>
              <a:defRPr sz="1800"/>
            </a:lvl2pPr>
            <a:lvl3pPr>
              <a:defRPr sz="1600"/>
            </a:lvl3pPr>
            <a:lvl4pPr>
              <a:defRPr sz="1400"/>
            </a:lvl4pPr>
            <a:lvl5pPr>
              <a:defRPr sz="1800"/>
            </a:lvl5pPr>
            <a:lvl6pPr>
              <a:defRPr sz="1600"/>
            </a:lvl6pPr>
            <a:lvl7pPr>
              <a:defRPr sz="20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6" name="Text Placeholder 9">
            <a:extLst>
              <a:ext uri="{FF2B5EF4-FFF2-40B4-BE49-F238E27FC236}">
                <a16:creationId xmlns:a16="http://schemas.microsoft.com/office/drawing/2014/main" id="{525DA87E-29D3-44AB-9248-880B3E3F86F3}"/>
              </a:ext>
            </a:extLst>
          </p:cNvPr>
          <p:cNvSpPr>
            <a:spLocks noGrp="1"/>
          </p:cNvSpPr>
          <p:nvPr>
            <p:ph type="body" sz="quarter" idx="23" hasCustomPrompt="1"/>
          </p:nvPr>
        </p:nvSpPr>
        <p:spPr>
          <a:xfrm>
            <a:off x="6816080" y="0"/>
            <a:ext cx="5375920" cy="288000"/>
          </a:xfrm>
        </p:spPr>
        <p:txBody>
          <a:bodyPr wrap="none" lIns="90000" tIns="0" rIns="90000" anchor="ctr"/>
          <a:lstStyle>
            <a:lvl1pPr algn="r">
              <a:buNone/>
              <a:defRPr sz="1400" b="0"/>
            </a:lvl1pPr>
            <a:lvl2pPr algn="r">
              <a:defRPr/>
            </a:lvl2pPr>
            <a:lvl3pPr algn="r">
              <a:defRPr/>
            </a:lvl3pPr>
            <a:lvl4pPr algn="r">
              <a:defRPr/>
            </a:lvl4pPr>
            <a:lvl5pPr algn="r">
              <a:defRPr/>
            </a:lvl5pPr>
          </a:lstStyle>
          <a:p>
            <a:pPr lvl="0"/>
            <a:r>
              <a:rPr lang="en-CA" dirty="0"/>
              <a:t>Click to add a section title</a:t>
            </a:r>
          </a:p>
        </p:txBody>
      </p:sp>
    </p:spTree>
    <p:extLst>
      <p:ext uri="{BB962C8B-B14F-4D97-AF65-F5344CB8AC3E}">
        <p14:creationId xmlns:p14="http://schemas.microsoft.com/office/powerpoint/2010/main" val="3167040290"/>
      </p:ext>
    </p:extLst>
  </p:cSld>
  <p:clrMapOvr>
    <a:masterClrMapping/>
  </p:clrMapOvr>
  <p:transition spd="med">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Special layout #2">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59736715-F316-4619-881B-DB7CC395F9E1}"/>
              </a:ext>
            </a:extLst>
          </p:cNvPr>
          <p:cNvSpPr/>
          <p:nvPr userDrawn="1"/>
        </p:nvSpPr>
        <p:spPr bwMode="auto">
          <a:xfrm>
            <a:off x="4008368" y="3424500"/>
            <a:ext cx="8183632" cy="2884225"/>
          </a:xfrm>
          <a:prstGeom prst="rect">
            <a:avLst/>
          </a:prstGeom>
          <a:solidFill>
            <a:schemeClr val="bg2"/>
          </a:solidFill>
          <a:ln>
            <a:noFill/>
          </a:ln>
        </p:spPr>
        <p:txBody>
          <a:bodyPr lIns="144000" tIns="72000" rIns="144000" bIns="72000" rtlCol="0" anchor="ctr"/>
          <a:lstStyle/>
          <a:p>
            <a:pPr algn="ctr">
              <a:spcBef>
                <a:spcPts val="600"/>
              </a:spcBef>
            </a:pPr>
            <a:endParaRPr lang="en-CA" sz="1600" b="1" dirty="0">
              <a:solidFill>
                <a:schemeClr val="bg1"/>
              </a:solidFill>
              <a:latin typeface="+mj-lt"/>
            </a:endParaRPr>
          </a:p>
        </p:txBody>
      </p:sp>
      <p:sp>
        <p:nvSpPr>
          <p:cNvPr id="2" name="Title 1">
            <a:extLst>
              <a:ext uri="{FF2B5EF4-FFF2-40B4-BE49-F238E27FC236}">
                <a16:creationId xmlns:a16="http://schemas.microsoft.com/office/drawing/2014/main" id="{FA0F2922-9B16-4527-A283-3CA95284CA0D}"/>
              </a:ext>
            </a:extLst>
          </p:cNvPr>
          <p:cNvSpPr>
            <a:spLocks noGrp="1"/>
          </p:cNvSpPr>
          <p:nvPr>
            <p:ph type="title" hasCustomPrompt="1"/>
          </p:nvPr>
        </p:nvSpPr>
        <p:spPr>
          <a:xfrm>
            <a:off x="551384" y="332656"/>
            <a:ext cx="3024336" cy="1368152"/>
          </a:xfrm>
        </p:spPr>
        <p:txBody>
          <a:bodyPr/>
          <a:lstStyle/>
          <a:p>
            <a:r>
              <a:rPr lang="en-CA" noProof="0" dirty="0"/>
              <a:t>Click to add a headline</a:t>
            </a:r>
            <a:endParaRPr lang="en-CA" dirty="0"/>
          </a:p>
        </p:txBody>
      </p:sp>
      <p:sp>
        <p:nvSpPr>
          <p:cNvPr id="3" name="Slide Number Placeholder 2">
            <a:extLst>
              <a:ext uri="{FF2B5EF4-FFF2-40B4-BE49-F238E27FC236}">
                <a16:creationId xmlns:a16="http://schemas.microsoft.com/office/drawing/2014/main" id="{C39A70D1-DBCC-43CA-AD8C-6F36FD0D1C46}"/>
              </a:ext>
            </a:extLst>
          </p:cNvPr>
          <p:cNvSpPr>
            <a:spLocks noGrp="1"/>
          </p:cNvSpPr>
          <p:nvPr>
            <p:ph type="sldNum" sz="quarter" idx="10"/>
          </p:nvPr>
        </p:nvSpPr>
        <p:spPr/>
        <p:txBody>
          <a:bodyPr/>
          <a:lstStyle/>
          <a:p>
            <a:fld id="{9F13E4E3-EA9B-4FF8-B6C4-2516ED16E94E}" type="slidenum">
              <a:rPr lang="en-CA" smtClean="0"/>
              <a:t>‹#›</a:t>
            </a:fld>
            <a:endParaRPr lang="en-CA" dirty="0"/>
          </a:p>
        </p:txBody>
      </p:sp>
      <p:sp>
        <p:nvSpPr>
          <p:cNvPr id="8" name="Espace réservé du contenu 8">
            <a:extLst>
              <a:ext uri="{FF2B5EF4-FFF2-40B4-BE49-F238E27FC236}">
                <a16:creationId xmlns:a16="http://schemas.microsoft.com/office/drawing/2014/main" id="{5B7DA079-94CC-4A72-B334-76E3382A9D33}"/>
              </a:ext>
            </a:extLst>
          </p:cNvPr>
          <p:cNvSpPr>
            <a:spLocks noGrp="1"/>
          </p:cNvSpPr>
          <p:nvPr>
            <p:ph sz="quarter" idx="14" hasCustomPrompt="1"/>
          </p:nvPr>
        </p:nvSpPr>
        <p:spPr>
          <a:xfrm>
            <a:off x="4008368" y="0"/>
            <a:ext cx="5400000" cy="3430800"/>
          </a:xfrm>
          <a:solidFill>
            <a:schemeClr val="tx2"/>
          </a:solidFill>
        </p:spPr>
        <p:txBody>
          <a:bodyPr lIns="396000" tIns="396000" rIns="396000" bIns="396000"/>
          <a:lstStyle>
            <a:lvl1pPr>
              <a:defRPr sz="2000">
                <a:solidFill>
                  <a:schemeClr val="bg1"/>
                </a:solidFill>
              </a:defRPr>
            </a:lvl1pPr>
            <a:lvl2pPr>
              <a:buClr>
                <a:schemeClr val="bg1"/>
              </a:buClr>
              <a:defRPr sz="1800">
                <a:solidFill>
                  <a:schemeClr val="bg1"/>
                </a:solidFill>
              </a:defRPr>
            </a:lvl2pPr>
            <a:lvl3pPr>
              <a:buClr>
                <a:schemeClr val="accent4"/>
              </a:buClr>
              <a:defRPr sz="1600">
                <a:solidFill>
                  <a:schemeClr val="bg1"/>
                </a:solidFill>
              </a:defRPr>
            </a:lvl3pPr>
            <a:lvl4pPr>
              <a:buClr>
                <a:schemeClr val="accent4"/>
              </a:buClr>
              <a:defRPr sz="1400">
                <a:solidFill>
                  <a:schemeClr val="bg1"/>
                </a:solidFill>
              </a:defRPr>
            </a:lvl4pPr>
            <a:lvl5pPr>
              <a:defRPr sz="1800">
                <a:solidFill>
                  <a:schemeClr val="bg1"/>
                </a:solidFill>
              </a:defRPr>
            </a:lvl5pPr>
            <a:lvl6pPr>
              <a:defRPr sz="1600">
                <a:solidFill>
                  <a:schemeClr val="bg1"/>
                </a:solidFill>
              </a:defRPr>
            </a:lvl6pPr>
            <a:lvl7pPr>
              <a:defRPr sz="2000">
                <a:solidFill>
                  <a:schemeClr val="accent2"/>
                </a:solidFill>
              </a:defRPr>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9" name="Espace réservé du contenu 8">
            <a:extLst>
              <a:ext uri="{FF2B5EF4-FFF2-40B4-BE49-F238E27FC236}">
                <a16:creationId xmlns:a16="http://schemas.microsoft.com/office/drawing/2014/main" id="{8900F8C9-2D78-449F-80F5-C0719599065E}"/>
              </a:ext>
            </a:extLst>
          </p:cNvPr>
          <p:cNvSpPr>
            <a:spLocks noGrp="1"/>
          </p:cNvSpPr>
          <p:nvPr>
            <p:ph sz="quarter" idx="15" hasCustomPrompt="1"/>
          </p:nvPr>
        </p:nvSpPr>
        <p:spPr>
          <a:xfrm>
            <a:off x="551384" y="1844824"/>
            <a:ext cx="3024336" cy="4463901"/>
          </a:xfrm>
        </p:spPr>
        <p:txBody>
          <a:bodyPr/>
          <a:lstStyle>
            <a:lvl1pPr>
              <a:defRPr sz="2000"/>
            </a:lvl1pPr>
            <a:lvl2pPr>
              <a:defRPr sz="1800"/>
            </a:lvl2pPr>
            <a:lvl3pPr>
              <a:defRPr sz="1600"/>
            </a:lvl3pPr>
            <a:lvl4pPr>
              <a:defRPr sz="1400"/>
            </a:lvl4pPr>
            <a:lvl5pPr>
              <a:defRPr sz="1800"/>
            </a:lvl5pPr>
            <a:lvl6pPr>
              <a:defRPr sz="1600"/>
            </a:lvl6pPr>
            <a:lvl7pPr>
              <a:defRPr sz="20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1" name="Picture Placeholder 3">
            <a:extLst>
              <a:ext uri="{FF2B5EF4-FFF2-40B4-BE49-F238E27FC236}">
                <a16:creationId xmlns:a16="http://schemas.microsoft.com/office/drawing/2014/main" id="{5A79B970-3E8C-497D-AF25-817D2DDCD726}"/>
              </a:ext>
            </a:extLst>
          </p:cNvPr>
          <p:cNvSpPr>
            <a:spLocks noGrp="1"/>
          </p:cNvSpPr>
          <p:nvPr>
            <p:ph type="pic" sz="quarter" idx="16" hasCustomPrompt="1"/>
          </p:nvPr>
        </p:nvSpPr>
        <p:spPr>
          <a:xfrm>
            <a:off x="9408368" y="0"/>
            <a:ext cx="2783633" cy="1144800"/>
          </a:xfrm>
        </p:spPr>
        <p:txBody>
          <a:bodyPr lIns="72000" tIns="108000" rIns="72000" bIns="108000"/>
          <a:lstStyle>
            <a:lvl1pPr marL="0" marR="0" indent="0" algn="ctr" defTabSz="428625" rtl="0" eaLnBrk="1" fontAlgn="auto" latinLnBrk="0" hangingPunct="1">
              <a:lnSpc>
                <a:spcPct val="100000"/>
              </a:lnSpc>
              <a:spcBef>
                <a:spcPts val="281"/>
              </a:spcBef>
              <a:spcAft>
                <a:spcPts val="0"/>
              </a:spcAft>
              <a:buClrTx/>
              <a:buSzTx/>
              <a:buFont typeface="Arial"/>
              <a:buNone/>
              <a:tabLst/>
              <a:defRPr sz="1200"/>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12" name="Picture Placeholder 3">
            <a:extLst>
              <a:ext uri="{FF2B5EF4-FFF2-40B4-BE49-F238E27FC236}">
                <a16:creationId xmlns:a16="http://schemas.microsoft.com/office/drawing/2014/main" id="{E4259102-18BD-4576-9058-AD6C55DA1D0C}"/>
              </a:ext>
            </a:extLst>
          </p:cNvPr>
          <p:cNvSpPr>
            <a:spLocks noGrp="1"/>
          </p:cNvSpPr>
          <p:nvPr>
            <p:ph type="pic" sz="quarter" idx="17" hasCustomPrompt="1"/>
          </p:nvPr>
        </p:nvSpPr>
        <p:spPr>
          <a:xfrm>
            <a:off x="9408368" y="1143900"/>
            <a:ext cx="2783633" cy="1141200"/>
          </a:xfrm>
        </p:spPr>
        <p:txBody>
          <a:bodyPr lIns="72000" tIns="108000" rIns="72000" bIns="108000"/>
          <a:lstStyle>
            <a:lvl1pPr marL="0" marR="0" indent="0" algn="ctr" defTabSz="428625" rtl="0" eaLnBrk="1" fontAlgn="auto" latinLnBrk="0" hangingPunct="1">
              <a:lnSpc>
                <a:spcPct val="100000"/>
              </a:lnSpc>
              <a:spcBef>
                <a:spcPts val="281"/>
              </a:spcBef>
              <a:spcAft>
                <a:spcPts val="0"/>
              </a:spcAft>
              <a:buClrTx/>
              <a:buSzTx/>
              <a:buFont typeface="Arial"/>
              <a:buNone/>
              <a:tabLst/>
              <a:defRPr sz="1200"/>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13" name="Picture Placeholder 3">
            <a:extLst>
              <a:ext uri="{FF2B5EF4-FFF2-40B4-BE49-F238E27FC236}">
                <a16:creationId xmlns:a16="http://schemas.microsoft.com/office/drawing/2014/main" id="{358EAEC3-D61E-4F25-8916-F82244A699C2}"/>
              </a:ext>
            </a:extLst>
          </p:cNvPr>
          <p:cNvSpPr>
            <a:spLocks noGrp="1"/>
          </p:cNvSpPr>
          <p:nvPr>
            <p:ph type="pic" sz="quarter" idx="18" hasCustomPrompt="1"/>
          </p:nvPr>
        </p:nvSpPr>
        <p:spPr>
          <a:xfrm>
            <a:off x="9408368" y="2284200"/>
            <a:ext cx="2783633" cy="1144800"/>
          </a:xfrm>
        </p:spPr>
        <p:txBody>
          <a:bodyPr lIns="72000" tIns="108000" rIns="72000" bIns="108000"/>
          <a:lstStyle>
            <a:lvl1pPr marL="0" marR="0" indent="0" algn="ctr" defTabSz="428625" rtl="0" eaLnBrk="1" fontAlgn="auto" latinLnBrk="0" hangingPunct="1">
              <a:lnSpc>
                <a:spcPct val="100000"/>
              </a:lnSpc>
              <a:spcBef>
                <a:spcPts val="281"/>
              </a:spcBef>
              <a:spcAft>
                <a:spcPts val="0"/>
              </a:spcAft>
              <a:buClrTx/>
              <a:buSzTx/>
              <a:buFont typeface="Arial"/>
              <a:buNone/>
              <a:tabLst/>
              <a:defRPr sz="1200"/>
            </a:lvl1pPr>
          </a:lstStyle>
          <a:p>
            <a:pPr marL="0" marR="0" lvl="0" indent="0" algn="l" defTabSz="428625" rtl="0" eaLnBrk="1" fontAlgn="auto" latinLnBrk="0" hangingPunct="1">
              <a:lnSpc>
                <a:spcPct val="100000"/>
              </a:lnSpc>
              <a:spcBef>
                <a:spcPts val="281"/>
              </a:spcBef>
              <a:spcAft>
                <a:spcPts val="0"/>
              </a:spcAft>
              <a:buClrTx/>
              <a:buSzTx/>
              <a:buFont typeface="Arial"/>
              <a:buNone/>
              <a:tabLst/>
              <a:defRPr/>
            </a:pPr>
            <a:r>
              <a:rPr lang="en-CA" noProof="0" dirty="0"/>
              <a:t>Click on icon to add an image</a:t>
            </a:r>
          </a:p>
        </p:txBody>
      </p:sp>
      <p:sp>
        <p:nvSpPr>
          <p:cNvPr id="15" name="Espace réservé du contenu 8">
            <a:extLst>
              <a:ext uri="{FF2B5EF4-FFF2-40B4-BE49-F238E27FC236}">
                <a16:creationId xmlns:a16="http://schemas.microsoft.com/office/drawing/2014/main" id="{1068530C-D10B-45A7-BB9B-05A19FD0605C}"/>
              </a:ext>
            </a:extLst>
          </p:cNvPr>
          <p:cNvSpPr>
            <a:spLocks noGrp="1"/>
          </p:cNvSpPr>
          <p:nvPr>
            <p:ph sz="quarter" idx="19" hasCustomPrompt="1"/>
          </p:nvPr>
        </p:nvSpPr>
        <p:spPr>
          <a:xfrm>
            <a:off x="4439816" y="3786612"/>
            <a:ext cx="3024336" cy="2160000"/>
          </a:xfrm>
        </p:spPr>
        <p:txBody>
          <a:bodyPr tIns="0" bIns="0"/>
          <a:lstStyle>
            <a:lvl1pPr>
              <a:defRPr sz="2000"/>
            </a:lvl1pPr>
            <a:lvl2pPr>
              <a:defRPr sz="1800"/>
            </a:lvl2pPr>
            <a:lvl3pPr>
              <a:defRPr sz="1600"/>
            </a:lvl3pPr>
            <a:lvl4pPr>
              <a:defRPr sz="1400"/>
            </a:lvl4pPr>
            <a:lvl5pPr>
              <a:defRPr sz="1800"/>
            </a:lvl5pPr>
            <a:lvl6pPr>
              <a:defRPr sz="1600"/>
            </a:lvl6pPr>
            <a:lvl7pPr>
              <a:defRPr sz="20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6" name="Espace réservé du contenu 8">
            <a:extLst>
              <a:ext uri="{FF2B5EF4-FFF2-40B4-BE49-F238E27FC236}">
                <a16:creationId xmlns:a16="http://schemas.microsoft.com/office/drawing/2014/main" id="{01F06BD5-4E5C-4D64-9F1F-E9725C6AAB2F}"/>
              </a:ext>
            </a:extLst>
          </p:cNvPr>
          <p:cNvSpPr>
            <a:spLocks noGrp="1"/>
          </p:cNvSpPr>
          <p:nvPr>
            <p:ph sz="quarter" idx="20" hasCustomPrompt="1"/>
          </p:nvPr>
        </p:nvSpPr>
        <p:spPr>
          <a:xfrm>
            <a:off x="7752616" y="3786612"/>
            <a:ext cx="3888000" cy="2160000"/>
          </a:xfrm>
        </p:spPr>
        <p:txBody>
          <a:bodyPr tIns="0" bIns="0"/>
          <a:lstStyle>
            <a:lvl1pPr>
              <a:defRPr sz="2000"/>
            </a:lvl1pPr>
            <a:lvl2pPr>
              <a:defRPr sz="1800"/>
            </a:lvl2pPr>
            <a:lvl3pPr>
              <a:defRPr sz="1600"/>
            </a:lvl3pPr>
            <a:lvl4pPr>
              <a:defRPr sz="1400"/>
            </a:lvl4pPr>
            <a:lvl5pPr>
              <a:defRPr sz="1800"/>
            </a:lvl5pPr>
            <a:lvl6pPr>
              <a:defRPr sz="1600"/>
            </a:lvl6pPr>
            <a:lvl7pPr>
              <a:defRPr sz="2000"/>
            </a:lvl7p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Tree>
    <p:extLst>
      <p:ext uri="{BB962C8B-B14F-4D97-AF65-F5344CB8AC3E}">
        <p14:creationId xmlns:p14="http://schemas.microsoft.com/office/powerpoint/2010/main" val="1745492014"/>
      </p:ext>
    </p:extLst>
  </p:cSld>
  <p:clrMapOvr>
    <a:masterClrMapping/>
  </p:clrMapOvr>
  <p:transition spd="med">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p:cSld name="Video 1">
    <p:bg>
      <p:bgPr>
        <a:solidFill>
          <a:schemeClr val="bg1"/>
        </a:solidFill>
        <a:effectLst/>
      </p:bgPr>
    </p:bg>
    <p:spTree>
      <p:nvGrpSpPr>
        <p:cNvPr id="1" name=""/>
        <p:cNvGrpSpPr/>
        <p:nvPr/>
      </p:nvGrpSpPr>
      <p:grpSpPr>
        <a:xfrm>
          <a:off x="0" y="0"/>
          <a:ext cx="0" cy="0"/>
          <a:chOff x="0" y="0"/>
          <a:chExt cx="0" cy="0"/>
        </a:xfrm>
      </p:grpSpPr>
      <p:sp>
        <p:nvSpPr>
          <p:cNvPr id="3" name="Media Placeholder 2">
            <a:extLst>
              <a:ext uri="{FF2B5EF4-FFF2-40B4-BE49-F238E27FC236}">
                <a16:creationId xmlns:a16="http://schemas.microsoft.com/office/drawing/2014/main" id="{20AF9EEA-75AE-4853-9B5A-AFA3136C66C8}"/>
              </a:ext>
            </a:extLst>
          </p:cNvPr>
          <p:cNvSpPr>
            <a:spLocks noGrp="1"/>
          </p:cNvSpPr>
          <p:nvPr>
            <p:ph type="media" sz="quarter" idx="13" hasCustomPrompt="1"/>
          </p:nvPr>
        </p:nvSpPr>
        <p:spPr>
          <a:xfrm>
            <a:off x="0" y="0"/>
            <a:ext cx="12191999" cy="6858000"/>
          </a:xfrm>
        </p:spPr>
        <p:txBody>
          <a:bodyPr tIns="2448000"/>
          <a:lstStyle>
            <a:lvl1pPr algn="ctr">
              <a:defRPr/>
            </a:lvl1pPr>
          </a:lstStyle>
          <a:p>
            <a:r>
              <a:rPr lang="en-CA" dirty="0"/>
              <a:t>Click on icon to add a video</a:t>
            </a:r>
          </a:p>
        </p:txBody>
      </p:sp>
    </p:spTree>
    <p:extLst>
      <p:ext uri="{BB962C8B-B14F-4D97-AF65-F5344CB8AC3E}">
        <p14:creationId xmlns:p14="http://schemas.microsoft.com/office/powerpoint/2010/main" val="911680629"/>
      </p:ext>
    </p:extLst>
  </p:cSld>
  <p:clrMapOvr>
    <a:masterClrMapping/>
  </p:clrMapOvr>
  <p:transition spd="med">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p:cSld name="Video 2">
    <p:bg>
      <p:bgPr>
        <a:solidFill>
          <a:schemeClr val="tx2"/>
        </a:solidFill>
        <a:effectLst/>
      </p:bgPr>
    </p:bg>
    <p:spTree>
      <p:nvGrpSpPr>
        <p:cNvPr id="1" name=""/>
        <p:cNvGrpSpPr/>
        <p:nvPr/>
      </p:nvGrpSpPr>
      <p:grpSpPr>
        <a:xfrm>
          <a:off x="0" y="0"/>
          <a:ext cx="0" cy="0"/>
          <a:chOff x="0" y="0"/>
          <a:chExt cx="0" cy="0"/>
        </a:xfrm>
      </p:grpSpPr>
      <p:pic>
        <p:nvPicPr>
          <p:cNvPr id="8" name="Graphique 7">
            <a:extLst>
              <a:ext uri="{FF2B5EF4-FFF2-40B4-BE49-F238E27FC236}">
                <a16:creationId xmlns:a16="http://schemas.microsoft.com/office/drawing/2014/main" id="{3CBDB000-22D6-7F04-9F0A-4DC06E1E0DF3}"/>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41477"/>
          <a:stretch/>
        </p:blipFill>
        <p:spPr>
          <a:xfrm>
            <a:off x="0" y="800024"/>
            <a:ext cx="4776928" cy="5936400"/>
          </a:xfrm>
          <a:prstGeom prst="rect">
            <a:avLst/>
          </a:prstGeom>
        </p:spPr>
      </p:pic>
      <p:sp>
        <p:nvSpPr>
          <p:cNvPr id="3" name="Media Placeholder 2">
            <a:extLst>
              <a:ext uri="{FF2B5EF4-FFF2-40B4-BE49-F238E27FC236}">
                <a16:creationId xmlns:a16="http://schemas.microsoft.com/office/drawing/2014/main" id="{20AF9EEA-75AE-4853-9B5A-AFA3136C66C8}"/>
              </a:ext>
            </a:extLst>
          </p:cNvPr>
          <p:cNvSpPr>
            <a:spLocks noGrp="1"/>
          </p:cNvSpPr>
          <p:nvPr>
            <p:ph type="media" sz="quarter" idx="13" hasCustomPrompt="1"/>
          </p:nvPr>
        </p:nvSpPr>
        <p:spPr>
          <a:xfrm>
            <a:off x="976313" y="549176"/>
            <a:ext cx="10239374" cy="5759648"/>
          </a:xfrm>
          <a:solidFill>
            <a:schemeClr val="bg1"/>
          </a:solidFill>
        </p:spPr>
        <p:txBody>
          <a:bodyPr tIns="2448000"/>
          <a:lstStyle>
            <a:lvl1pPr algn="ctr">
              <a:defRPr/>
            </a:lvl1pPr>
          </a:lstStyle>
          <a:p>
            <a:r>
              <a:rPr lang="en-CA" dirty="0"/>
              <a:t>Click on icon to add a video</a:t>
            </a:r>
          </a:p>
        </p:txBody>
      </p:sp>
      <p:sp>
        <p:nvSpPr>
          <p:cNvPr id="7" name="Rectangle 6">
            <a:extLst>
              <a:ext uri="{FF2B5EF4-FFF2-40B4-BE49-F238E27FC236}">
                <a16:creationId xmlns:a16="http://schemas.microsoft.com/office/drawing/2014/main" id="{6ED687D8-5833-4F46-AB5C-E6F316341053}"/>
              </a:ext>
            </a:extLst>
          </p:cNvPr>
          <p:cNvSpPr/>
          <p:nvPr userDrawn="1"/>
        </p:nvSpPr>
        <p:spPr>
          <a:xfrm>
            <a:off x="4165601" y="6634576"/>
            <a:ext cx="3860800" cy="142875"/>
          </a:xfrm>
          <a:prstGeom prst="rect">
            <a:avLst/>
          </a:prstGeom>
        </p:spPr>
        <p:txBody>
          <a:bodyPr vert="horz" lIns="0" tIns="0" rIns="0" bIns="0" rtlCol="0" anchor="ctr"/>
          <a:lstStyle/>
          <a:p>
            <a:pPr lvl="0" algn="ctr" fontAlgn="auto">
              <a:spcBef>
                <a:spcPts val="0"/>
              </a:spcBef>
              <a:spcAft>
                <a:spcPts val="0"/>
              </a:spcAft>
            </a:pPr>
            <a:r>
              <a:rPr lang="en-CA" sz="800" kern="1200" noProof="0" dirty="0">
                <a:solidFill>
                  <a:schemeClr val="bg1"/>
                </a:solidFill>
                <a:latin typeface="+mn-lt"/>
                <a:ea typeface="+mn-ea"/>
                <a:cs typeface="+mn-cs"/>
              </a:rPr>
              <a:t>CAE Inc. Proprietary Information and/or Confidential</a:t>
            </a:r>
          </a:p>
        </p:txBody>
      </p:sp>
      <p:pic>
        <p:nvPicPr>
          <p:cNvPr id="2" name="Graphic 6">
            <a:extLst>
              <a:ext uri="{FF2B5EF4-FFF2-40B4-BE49-F238E27FC236}">
                <a16:creationId xmlns:a16="http://schemas.microsoft.com/office/drawing/2014/main" id="{843D46D2-EAAE-2459-5AAC-756E2E939E5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125192" y="6569915"/>
            <a:ext cx="457208" cy="171453"/>
          </a:xfrm>
          <a:prstGeom prst="rect">
            <a:avLst/>
          </a:prstGeom>
        </p:spPr>
      </p:pic>
    </p:spTree>
    <p:extLst>
      <p:ext uri="{BB962C8B-B14F-4D97-AF65-F5344CB8AC3E}">
        <p14:creationId xmlns:p14="http://schemas.microsoft.com/office/powerpoint/2010/main" val="255831889"/>
      </p:ext>
    </p:extLst>
  </p:cSld>
  <p:clrMapOvr>
    <a:masterClrMapping/>
  </p:clrMapOvr>
  <p:transition spd="med">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p:cSld name="Additional instructions">
    <p:bg>
      <p:bgPr>
        <a:solidFill>
          <a:schemeClr val="tx1"/>
        </a:solidFill>
        <a:effectLst/>
      </p:bgPr>
    </p:bg>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82A08725-B1D1-4EBC-AD68-DE4B180226EF}"/>
              </a:ext>
            </a:extLst>
          </p:cNvPr>
          <p:cNvSpPr txBox="1"/>
          <p:nvPr/>
        </p:nvSpPr>
        <p:spPr>
          <a:xfrm>
            <a:off x="2" y="1720841"/>
            <a:ext cx="12191999" cy="3416320"/>
          </a:xfrm>
          <a:prstGeom prst="rect">
            <a:avLst/>
          </a:prstGeom>
          <a:noFill/>
        </p:spPr>
        <p:txBody>
          <a:bodyPr wrap="square" lIns="337500" rIns="337500" rtlCol="0" anchor="ctr" anchorCtr="0">
            <a:spAutoFit/>
          </a:bodyPr>
          <a:lstStyle/>
          <a:p>
            <a:pPr algn="ctr"/>
            <a:r>
              <a:rPr lang="en-CA" sz="8800" b="1" noProof="0" dirty="0">
                <a:solidFill>
                  <a:schemeClr val="bg1"/>
                </a:solidFill>
                <a:latin typeface="+mj-lt"/>
              </a:rPr>
              <a:t>Additional instructions</a:t>
            </a:r>
          </a:p>
          <a:p>
            <a:pPr marL="0" marR="0" lvl="0" indent="0" algn="ctr" defTabSz="913614" rtl="0" eaLnBrk="1" fontAlgn="base" latinLnBrk="0" hangingPunct="1">
              <a:lnSpc>
                <a:spcPct val="100000"/>
              </a:lnSpc>
              <a:spcBef>
                <a:spcPct val="0"/>
              </a:spcBef>
              <a:spcAft>
                <a:spcPct val="0"/>
              </a:spcAft>
              <a:buClrTx/>
              <a:buSzTx/>
              <a:buFontTx/>
              <a:buNone/>
              <a:tabLst/>
              <a:defRPr/>
            </a:pPr>
            <a:endParaRPr lang="en-CA" sz="2000" i="1" kern="1200" noProof="0" dirty="0">
              <a:solidFill>
                <a:schemeClr val="bg1"/>
              </a:solidFill>
              <a:latin typeface="+mj-lt"/>
              <a:ea typeface="+mn-ea"/>
              <a:cs typeface="+mn-cs"/>
            </a:endParaRPr>
          </a:p>
          <a:p>
            <a:pPr marL="0" marR="0" lvl="0" indent="0" algn="ctr" defTabSz="913614" rtl="0" eaLnBrk="1" fontAlgn="base" latinLnBrk="0" hangingPunct="1">
              <a:lnSpc>
                <a:spcPct val="100000"/>
              </a:lnSpc>
              <a:spcBef>
                <a:spcPct val="0"/>
              </a:spcBef>
              <a:spcAft>
                <a:spcPct val="0"/>
              </a:spcAft>
              <a:buClrTx/>
              <a:buSzTx/>
              <a:buFontTx/>
              <a:buNone/>
              <a:tabLst/>
              <a:defRPr/>
            </a:pPr>
            <a:r>
              <a:rPr lang="en-CA" sz="2000" i="1" kern="1200" noProof="0" dirty="0">
                <a:solidFill>
                  <a:schemeClr val="bg1"/>
                </a:solidFill>
                <a:latin typeface="+mj-lt"/>
                <a:ea typeface="+mn-ea"/>
                <a:cs typeface="+mn-cs"/>
              </a:rPr>
              <a:t>- Never use this page in your presentation -</a:t>
            </a:r>
          </a:p>
        </p:txBody>
      </p:sp>
    </p:spTree>
    <p:extLst>
      <p:ext uri="{BB962C8B-B14F-4D97-AF65-F5344CB8AC3E}">
        <p14:creationId xmlns:p14="http://schemas.microsoft.com/office/powerpoint/2010/main" val="414300162"/>
      </p:ext>
    </p:extLst>
  </p:cSld>
  <p:clrMapOvr>
    <a:masterClrMapping/>
  </p:clrMapOvr>
  <p:transition spd="med">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Use of colour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996FB5E-AB21-4818-A75E-E19C9835C8CC}"/>
              </a:ext>
            </a:extLst>
          </p:cNvPr>
          <p:cNvSpPr/>
          <p:nvPr/>
        </p:nvSpPr>
        <p:spPr>
          <a:xfrm>
            <a:off x="550800" y="331200"/>
            <a:ext cx="11088000" cy="864000"/>
          </a:xfrm>
          <a:prstGeom prst="rect">
            <a:avLst/>
          </a:prstGeom>
        </p:spPr>
        <p:txBody>
          <a:bodyPr wrap="square" lIns="0" tIns="0" rIns="0" bIns="0">
            <a:noAutofit/>
          </a:bodyPr>
          <a:lstStyle/>
          <a:p>
            <a:pPr algn="l">
              <a:lnSpc>
                <a:spcPct val="89000"/>
              </a:lnSpc>
              <a:spcBef>
                <a:spcPts val="0"/>
              </a:spcBef>
            </a:pPr>
            <a:r>
              <a:rPr kumimoji="0" lang="en-CA" sz="3000" b="1" i="0" u="none" strike="noStrike" kern="0" cap="none" spc="0" normalizeH="0" baseline="0" noProof="0" dirty="0">
                <a:ln>
                  <a:noFill/>
                </a:ln>
                <a:solidFill>
                  <a:schemeClr val="tx2"/>
                </a:solidFill>
                <a:effectLst/>
                <a:uLnTx/>
                <a:uFillTx/>
                <a:latin typeface="+mn-lt"/>
                <a:ea typeface="+mn-ea"/>
                <a:cs typeface="+mn-cs"/>
              </a:rPr>
              <a:t>Use </a:t>
            </a:r>
            <a:r>
              <a:rPr kumimoji="0" lang="en-CA" sz="3000" b="1" i="0" u="none" strike="noStrike" kern="0" cap="none" spc="0" normalizeH="0" baseline="0" noProof="0" dirty="0">
                <a:ln>
                  <a:noFill/>
                </a:ln>
                <a:solidFill>
                  <a:schemeClr val="accent2"/>
                </a:solidFill>
                <a:effectLst/>
                <a:uLnTx/>
                <a:uFillTx/>
                <a:latin typeface="+mn-lt"/>
                <a:ea typeface="+mn-ea"/>
                <a:cs typeface="+mn-cs"/>
              </a:rPr>
              <a:t>CAE colours </a:t>
            </a:r>
            <a:r>
              <a:rPr kumimoji="0" lang="en-CA" sz="3000" b="1" i="0" u="none" strike="noStrike" kern="0" cap="none" spc="0" normalizeH="0" baseline="0" noProof="0" dirty="0">
                <a:ln>
                  <a:noFill/>
                </a:ln>
                <a:solidFill>
                  <a:schemeClr val="tx2"/>
                </a:solidFill>
                <a:effectLst/>
                <a:uLnTx/>
                <a:uFillTx/>
                <a:latin typeface="+mn-lt"/>
                <a:ea typeface="+mn-ea"/>
                <a:cs typeface="+mn-cs"/>
              </a:rPr>
              <a:t>consistently and effectively to create contrast and improve readability</a:t>
            </a:r>
          </a:p>
        </p:txBody>
      </p:sp>
      <p:sp>
        <p:nvSpPr>
          <p:cNvPr id="3" name="Espace réservé du numéro de diapositive 2">
            <a:extLst>
              <a:ext uri="{FF2B5EF4-FFF2-40B4-BE49-F238E27FC236}">
                <a16:creationId xmlns:a16="http://schemas.microsoft.com/office/drawing/2014/main" id="{0DD7E86D-F61A-4DCD-88E1-F2C7631C6ABF}"/>
              </a:ext>
            </a:extLst>
          </p:cNvPr>
          <p:cNvSpPr>
            <a:spLocks noGrp="1"/>
          </p:cNvSpPr>
          <p:nvPr>
            <p:ph type="sldNum" sz="quarter" idx="10"/>
          </p:nvPr>
        </p:nvSpPr>
        <p:spPr/>
        <p:txBody>
          <a:bodyPr/>
          <a:lstStyle>
            <a:lvl1pPr>
              <a:defRPr>
                <a:latin typeface="+mn-lt"/>
              </a:defRPr>
            </a:lvl1pPr>
          </a:lstStyle>
          <a:p>
            <a:fld id="{9F13E4E3-EA9B-4FF8-B6C4-2516ED16E94E}" type="slidenum">
              <a:rPr lang="en-CA" smtClean="0"/>
              <a:t>‹#›</a:t>
            </a:fld>
            <a:endParaRPr lang="en-CA" dirty="0"/>
          </a:p>
        </p:txBody>
      </p:sp>
      <p:graphicFrame>
        <p:nvGraphicFramePr>
          <p:cNvPr id="5" name="Table 21">
            <a:extLst>
              <a:ext uri="{FF2B5EF4-FFF2-40B4-BE49-F238E27FC236}">
                <a16:creationId xmlns:a16="http://schemas.microsoft.com/office/drawing/2014/main" id="{3C7D0699-C6E0-482A-AE15-52DB4E860513}"/>
              </a:ext>
            </a:extLst>
          </p:cNvPr>
          <p:cNvGraphicFramePr>
            <a:graphicFrameLocks noGrp="1"/>
          </p:cNvGraphicFramePr>
          <p:nvPr>
            <p:extLst>
              <p:ext uri="{D42A27DB-BD31-4B8C-83A1-F6EECF244321}">
                <p14:modId xmlns:p14="http://schemas.microsoft.com/office/powerpoint/2010/main" val="507279775"/>
              </p:ext>
            </p:extLst>
          </p:nvPr>
        </p:nvGraphicFramePr>
        <p:xfrm>
          <a:off x="2423592" y="4005064"/>
          <a:ext cx="6192000" cy="1147500"/>
        </p:xfrm>
        <a:graphic>
          <a:graphicData uri="http://schemas.openxmlformats.org/drawingml/2006/table">
            <a:tbl>
              <a:tblPr firstRow="1" bandRow="1">
                <a:tableStyleId>{5C22544A-7EE6-4342-B048-85BDC9FD1C3A}</a:tableStyleId>
              </a:tblPr>
              <a:tblGrid>
                <a:gridCol w="1692000">
                  <a:extLst>
                    <a:ext uri="{9D8B030D-6E8A-4147-A177-3AD203B41FA5}">
                      <a16:colId xmlns:a16="http://schemas.microsoft.com/office/drawing/2014/main" val="20000"/>
                    </a:ext>
                  </a:extLst>
                </a:gridCol>
                <a:gridCol w="4500000">
                  <a:extLst>
                    <a:ext uri="{9D8B030D-6E8A-4147-A177-3AD203B41FA5}">
                      <a16:colId xmlns:a16="http://schemas.microsoft.com/office/drawing/2014/main" val="20001"/>
                    </a:ext>
                  </a:extLst>
                </a:gridCol>
              </a:tblGrid>
              <a:tr h="573750">
                <a:tc>
                  <a:txBody>
                    <a:bodyPr/>
                    <a:lstStyle/>
                    <a:p>
                      <a:pPr marL="0" marR="0" lvl="0" indent="0" algn="l" defTabSz="455613" rtl="0" eaLnBrk="0" fontAlgn="base" latinLnBrk="0" hangingPunct="0">
                        <a:lnSpc>
                          <a:spcPct val="100000"/>
                        </a:lnSpc>
                        <a:spcBef>
                          <a:spcPct val="50000"/>
                        </a:spcBef>
                        <a:spcAft>
                          <a:spcPct val="0"/>
                        </a:spcAft>
                        <a:buClr>
                          <a:srgbClr val="212121"/>
                        </a:buClr>
                        <a:buSzTx/>
                        <a:buFontTx/>
                        <a:buNone/>
                        <a:tabLst/>
                        <a:defRPr/>
                      </a:pPr>
                      <a:r>
                        <a:rPr kumimoji="0" lang="en-CA" sz="1400" b="0" i="0" u="none" strike="noStrike" kern="1200" cap="none" spc="0" normalizeH="0" baseline="0" noProof="0" dirty="0">
                          <a:ln>
                            <a:noFill/>
                          </a:ln>
                          <a:solidFill>
                            <a:schemeClr val="tx2"/>
                          </a:solidFill>
                          <a:effectLst/>
                          <a:uLnTx/>
                          <a:uFillTx/>
                          <a:latin typeface="+mn-lt"/>
                          <a:ea typeface="+mn-ea"/>
                          <a:cs typeface="+mn-cs"/>
                        </a:rPr>
                        <a:t>RGB: 173,173,173</a:t>
                      </a:r>
                    </a:p>
                  </a:txBody>
                  <a:tcPr marL="108000" marR="108000" marT="42863" marB="42863"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noProof="0" dirty="0">
                          <a:solidFill>
                            <a:schemeClr val="tx2"/>
                          </a:solidFill>
                          <a:ea typeface="+mn-ea"/>
                        </a:rPr>
                        <a:t>Medium grey colour used in charts and for impact pointers</a:t>
                      </a:r>
                    </a:p>
                  </a:txBody>
                  <a:tcPr marL="108000" marR="108000" marT="42863" marB="42863"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73750">
                <a:tc>
                  <a:txBody>
                    <a:bodyPr/>
                    <a:lstStyle/>
                    <a:p>
                      <a:pPr marL="0" marR="0" lvl="0" indent="0" algn="l" defTabSz="455613" rtl="0" eaLnBrk="0" fontAlgn="base" latinLnBrk="0" hangingPunct="0">
                        <a:lnSpc>
                          <a:spcPct val="100000"/>
                        </a:lnSpc>
                        <a:spcBef>
                          <a:spcPct val="50000"/>
                        </a:spcBef>
                        <a:spcAft>
                          <a:spcPct val="0"/>
                        </a:spcAft>
                        <a:buClr>
                          <a:srgbClr val="212121"/>
                        </a:buClr>
                        <a:buSzTx/>
                        <a:buFontTx/>
                        <a:buNone/>
                        <a:tabLst/>
                        <a:defRPr/>
                      </a:pPr>
                      <a:r>
                        <a:rPr kumimoji="0" lang="en-CA" sz="1400" b="0" i="0" u="none" strike="noStrike" kern="1200" cap="none" spc="0" normalizeH="0" baseline="0" noProof="0" dirty="0">
                          <a:ln>
                            <a:noFill/>
                          </a:ln>
                          <a:solidFill>
                            <a:schemeClr val="tx2"/>
                          </a:solidFill>
                          <a:effectLst/>
                          <a:uLnTx/>
                          <a:uFillTx/>
                          <a:latin typeface="+mn-lt"/>
                          <a:ea typeface="+mn-ea"/>
                          <a:cs typeface="+mn-cs"/>
                        </a:rPr>
                        <a:t>RGB: 227,227,227</a:t>
                      </a:r>
                    </a:p>
                  </a:txBody>
                  <a:tcPr marL="108000" marR="108000" marT="42863" marB="42863"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marL="0" indent="1588" algn="l"/>
                      <a:r>
                        <a:rPr lang="en-CA" sz="1200" b="0" i="0" noProof="0" dirty="0">
                          <a:solidFill>
                            <a:schemeClr val="tx2"/>
                          </a:solidFill>
                          <a:ea typeface="+mn-ea"/>
                        </a:rPr>
                        <a:t>Light colour used as a zone divider (visual net), for impact pointers or as the lightest colour in charts</a:t>
                      </a:r>
                    </a:p>
                  </a:txBody>
                  <a:tcPr marL="108000" marR="108000" marT="42863" marB="42863"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6" name="Table 29">
            <a:extLst>
              <a:ext uri="{FF2B5EF4-FFF2-40B4-BE49-F238E27FC236}">
                <a16:creationId xmlns:a16="http://schemas.microsoft.com/office/drawing/2014/main" id="{EF05909D-D5DA-4A72-8149-8690C7262D54}"/>
              </a:ext>
            </a:extLst>
          </p:cNvPr>
          <p:cNvGraphicFramePr>
            <a:graphicFrameLocks noGrp="1"/>
          </p:cNvGraphicFramePr>
          <p:nvPr>
            <p:extLst>
              <p:ext uri="{D42A27DB-BD31-4B8C-83A1-F6EECF244321}">
                <p14:modId xmlns:p14="http://schemas.microsoft.com/office/powerpoint/2010/main" val="61604038"/>
              </p:ext>
            </p:extLst>
          </p:nvPr>
        </p:nvGraphicFramePr>
        <p:xfrm>
          <a:off x="2423592" y="1414945"/>
          <a:ext cx="6192000" cy="1721250"/>
        </p:xfrm>
        <a:graphic>
          <a:graphicData uri="http://schemas.openxmlformats.org/drawingml/2006/table">
            <a:tbl>
              <a:tblPr firstRow="1" bandRow="1">
                <a:tableStyleId>{5C22544A-7EE6-4342-B048-85BDC9FD1C3A}</a:tableStyleId>
              </a:tblPr>
              <a:tblGrid>
                <a:gridCol w="1692000">
                  <a:extLst>
                    <a:ext uri="{9D8B030D-6E8A-4147-A177-3AD203B41FA5}">
                      <a16:colId xmlns:a16="http://schemas.microsoft.com/office/drawing/2014/main" val="20000"/>
                    </a:ext>
                  </a:extLst>
                </a:gridCol>
                <a:gridCol w="4500000">
                  <a:extLst>
                    <a:ext uri="{9D8B030D-6E8A-4147-A177-3AD203B41FA5}">
                      <a16:colId xmlns:a16="http://schemas.microsoft.com/office/drawing/2014/main" val="20001"/>
                    </a:ext>
                  </a:extLst>
                </a:gridCol>
              </a:tblGrid>
              <a:tr h="573750">
                <a:tc>
                  <a:txBody>
                    <a:bodyPr/>
                    <a:lstStyle/>
                    <a:p>
                      <a:pPr marL="0" marR="0" lvl="0" indent="0" algn="l" defTabSz="455613" rtl="0" eaLnBrk="0" fontAlgn="base" latinLnBrk="0" hangingPunct="0">
                        <a:lnSpc>
                          <a:spcPct val="100000"/>
                        </a:lnSpc>
                        <a:spcBef>
                          <a:spcPct val="50000"/>
                        </a:spcBef>
                        <a:spcAft>
                          <a:spcPct val="0"/>
                        </a:spcAft>
                        <a:buClr>
                          <a:srgbClr val="212121"/>
                        </a:buClr>
                        <a:buSzTx/>
                        <a:buFontTx/>
                        <a:buNone/>
                        <a:tabLst/>
                        <a:defRPr/>
                      </a:pPr>
                      <a:r>
                        <a:rPr kumimoji="0" lang="en-CA" sz="1400" b="0" i="0" u="none" strike="noStrike" kern="1200" cap="none" spc="0" normalizeH="0" baseline="0" noProof="0" dirty="0">
                          <a:ln>
                            <a:noFill/>
                          </a:ln>
                          <a:solidFill>
                            <a:schemeClr val="bg1"/>
                          </a:solidFill>
                          <a:effectLst/>
                          <a:uLnTx/>
                          <a:uFillTx/>
                          <a:latin typeface="+mn-lt"/>
                          <a:ea typeface="+mn-ea"/>
                          <a:cs typeface="+mn-cs"/>
                        </a:rPr>
                        <a:t>RGB: 6,16,61</a:t>
                      </a:r>
                    </a:p>
                  </a:txBody>
                  <a:tcPr marL="108000" marR="108000" marT="42863" marB="42863"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lgn="l"/>
                      <a:r>
                        <a:rPr lang="en-CA" sz="1200" b="0" i="0" noProof="0" dirty="0">
                          <a:solidFill>
                            <a:schemeClr val="tx2"/>
                          </a:solidFill>
                          <a:ea typeface="+mn-ea"/>
                        </a:rPr>
                        <a:t>Primary contrast colour used primarily for text, message boxes and for background on some pages</a:t>
                      </a:r>
                    </a:p>
                  </a:txBody>
                  <a:tcPr marL="108000" marR="108000" marT="42863" marB="42863"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73750">
                <a:tc>
                  <a:txBody>
                    <a:bodyPr/>
                    <a:lstStyle/>
                    <a:p>
                      <a:pPr marL="0" marR="0" lvl="0" indent="0" algn="l" defTabSz="455613" rtl="0" eaLnBrk="0" fontAlgn="base" latinLnBrk="0" hangingPunct="0">
                        <a:lnSpc>
                          <a:spcPct val="100000"/>
                        </a:lnSpc>
                        <a:spcBef>
                          <a:spcPct val="50000"/>
                        </a:spcBef>
                        <a:spcAft>
                          <a:spcPct val="0"/>
                        </a:spcAft>
                        <a:buClr>
                          <a:srgbClr val="212121"/>
                        </a:buClr>
                        <a:buSzTx/>
                        <a:buFontTx/>
                        <a:buNone/>
                        <a:tabLst/>
                        <a:defRPr/>
                      </a:pPr>
                      <a:r>
                        <a:rPr kumimoji="0" lang="en-CA" sz="1400" b="0" i="0" u="none" strike="noStrike" kern="1200" cap="none" spc="0" normalizeH="0" baseline="0" noProof="0" dirty="0">
                          <a:ln>
                            <a:noFill/>
                          </a:ln>
                          <a:solidFill>
                            <a:srgbClr val="FFFFFF"/>
                          </a:solidFill>
                          <a:effectLst/>
                          <a:uLnTx/>
                          <a:uFillTx/>
                          <a:latin typeface="+mn-lt"/>
                          <a:ea typeface="+mn-ea"/>
                          <a:cs typeface="+mn-cs"/>
                        </a:rPr>
                        <a:t>RGB: 41,105,242</a:t>
                      </a:r>
                    </a:p>
                  </a:txBody>
                  <a:tcPr marL="108000" marR="108000" marT="42863" marB="42863"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indent="1588" algn="l"/>
                      <a:r>
                        <a:rPr lang="en-CA" sz="1200" b="0" i="0" noProof="0" dirty="0">
                          <a:solidFill>
                            <a:schemeClr val="tx2"/>
                          </a:solidFill>
                          <a:ea typeface="+mn-ea"/>
                        </a:rPr>
                        <a:t>Secondary contrast colour used for title boxes and for paragraph titles</a:t>
                      </a:r>
                    </a:p>
                  </a:txBody>
                  <a:tcPr marL="108000" marR="108000" marT="42863" marB="42863"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747556"/>
                  </a:ext>
                </a:extLst>
              </a:tr>
              <a:tr h="573750">
                <a:tc>
                  <a:txBody>
                    <a:bodyPr/>
                    <a:lstStyle/>
                    <a:p>
                      <a:pPr marL="0" marR="0" lvl="0" indent="0" algn="l" defTabSz="455613" rtl="0" eaLnBrk="0" fontAlgn="base" latinLnBrk="0" hangingPunct="0">
                        <a:lnSpc>
                          <a:spcPct val="100000"/>
                        </a:lnSpc>
                        <a:spcBef>
                          <a:spcPct val="50000"/>
                        </a:spcBef>
                        <a:spcAft>
                          <a:spcPct val="0"/>
                        </a:spcAft>
                        <a:buClr>
                          <a:srgbClr val="212121"/>
                        </a:buClr>
                        <a:buSzTx/>
                        <a:buFontTx/>
                        <a:buNone/>
                        <a:tabLst/>
                        <a:defRPr/>
                      </a:pPr>
                      <a:r>
                        <a:rPr kumimoji="0" lang="en-CA" sz="1400" b="0" i="0" u="none" strike="noStrike" kern="1200" cap="none" spc="0" normalizeH="0" baseline="0" noProof="0" dirty="0">
                          <a:ln>
                            <a:noFill/>
                          </a:ln>
                          <a:solidFill>
                            <a:srgbClr val="FFFFFF"/>
                          </a:solidFill>
                          <a:effectLst/>
                          <a:uLnTx/>
                          <a:uFillTx/>
                          <a:latin typeface="+mn-lt"/>
                          <a:ea typeface="+mn-ea"/>
                          <a:cs typeface="+mn-cs"/>
                        </a:rPr>
                        <a:t>RGB: 119,119,119</a:t>
                      </a:r>
                    </a:p>
                  </a:txBody>
                  <a:tcPr marL="108000" marR="108000" marT="42863" marB="42863"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marL="0" indent="1588" algn="l"/>
                      <a:r>
                        <a:rPr lang="en-CA" sz="1200" b="0" i="0" noProof="0" dirty="0">
                          <a:solidFill>
                            <a:schemeClr val="tx2"/>
                          </a:solidFill>
                          <a:ea typeface="+mn-ea"/>
                        </a:rPr>
                        <a:t>Other contrast colour used mostly under the primary colour, or in charts</a:t>
                      </a:r>
                    </a:p>
                  </a:txBody>
                  <a:tcPr marL="108000" marR="108000" marT="42863" marB="42863"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7" name="Table 31">
            <a:extLst>
              <a:ext uri="{FF2B5EF4-FFF2-40B4-BE49-F238E27FC236}">
                <a16:creationId xmlns:a16="http://schemas.microsoft.com/office/drawing/2014/main" id="{EFA99F52-4B49-4000-82CE-83818F48DF18}"/>
              </a:ext>
            </a:extLst>
          </p:cNvPr>
          <p:cNvGraphicFramePr>
            <a:graphicFrameLocks noGrp="1"/>
          </p:cNvGraphicFramePr>
          <p:nvPr>
            <p:extLst>
              <p:ext uri="{D42A27DB-BD31-4B8C-83A1-F6EECF244321}">
                <p14:modId xmlns:p14="http://schemas.microsoft.com/office/powerpoint/2010/main" val="138958048"/>
              </p:ext>
            </p:extLst>
          </p:nvPr>
        </p:nvGraphicFramePr>
        <p:xfrm>
          <a:off x="2423592" y="3284984"/>
          <a:ext cx="6192000" cy="573750"/>
        </p:xfrm>
        <a:graphic>
          <a:graphicData uri="http://schemas.openxmlformats.org/drawingml/2006/table">
            <a:tbl>
              <a:tblPr firstRow="1" bandRow="1">
                <a:tableStyleId>{5C22544A-7EE6-4342-B048-85BDC9FD1C3A}</a:tableStyleId>
              </a:tblPr>
              <a:tblGrid>
                <a:gridCol w="1692000">
                  <a:extLst>
                    <a:ext uri="{9D8B030D-6E8A-4147-A177-3AD203B41FA5}">
                      <a16:colId xmlns:a16="http://schemas.microsoft.com/office/drawing/2014/main" val="20000"/>
                    </a:ext>
                  </a:extLst>
                </a:gridCol>
                <a:gridCol w="4500000">
                  <a:extLst>
                    <a:ext uri="{9D8B030D-6E8A-4147-A177-3AD203B41FA5}">
                      <a16:colId xmlns:a16="http://schemas.microsoft.com/office/drawing/2014/main" val="20001"/>
                    </a:ext>
                  </a:extLst>
                </a:gridCol>
              </a:tblGrid>
              <a:tr h="573750">
                <a:tc>
                  <a:txBody>
                    <a:bodyPr/>
                    <a:lstStyle/>
                    <a:p>
                      <a:pPr marL="0" marR="0" lvl="0" indent="0" algn="l" defTabSz="455613" rtl="0" eaLnBrk="0" fontAlgn="base" latinLnBrk="0" hangingPunct="0">
                        <a:lnSpc>
                          <a:spcPct val="100000"/>
                        </a:lnSpc>
                        <a:spcBef>
                          <a:spcPct val="50000"/>
                        </a:spcBef>
                        <a:spcAft>
                          <a:spcPct val="0"/>
                        </a:spcAft>
                        <a:buClr>
                          <a:srgbClr val="212121"/>
                        </a:buClr>
                        <a:buSzTx/>
                        <a:buFontTx/>
                        <a:buNone/>
                        <a:tabLst/>
                        <a:defRPr/>
                      </a:pPr>
                      <a:r>
                        <a:rPr kumimoji="0" lang="en-CA" sz="1400" b="0" i="0" u="none" strike="noStrike" kern="1200" cap="none" spc="0" normalizeH="0" baseline="0" noProof="0" dirty="0">
                          <a:ln>
                            <a:noFill/>
                          </a:ln>
                          <a:solidFill>
                            <a:schemeClr val="tx2"/>
                          </a:solidFill>
                          <a:effectLst/>
                          <a:uLnTx/>
                          <a:uFillTx/>
                          <a:latin typeface="+mn-lt"/>
                          <a:ea typeface="+mn-ea"/>
                          <a:cs typeface="+mn-cs"/>
                        </a:rPr>
                        <a:t>RGB: 180,246,42</a:t>
                      </a:r>
                    </a:p>
                  </a:txBody>
                  <a:tcPr marL="108000" marR="108000" marT="42863" marB="42863"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marL="0" marR="0" indent="3175" algn="l" defTabSz="457200" rtl="0" eaLnBrk="1" fontAlgn="auto" latinLnBrk="0" hangingPunct="1">
                        <a:lnSpc>
                          <a:spcPct val="100000"/>
                        </a:lnSpc>
                        <a:spcBef>
                          <a:spcPts val="0"/>
                        </a:spcBef>
                        <a:spcAft>
                          <a:spcPts val="0"/>
                        </a:spcAft>
                        <a:buClrTx/>
                        <a:buSzTx/>
                        <a:buFontTx/>
                        <a:buNone/>
                        <a:tabLst/>
                        <a:defRPr/>
                      </a:pPr>
                      <a:r>
                        <a:rPr lang="en-CA" sz="1200" b="0" i="0" noProof="0" dirty="0">
                          <a:solidFill>
                            <a:schemeClr val="tx2"/>
                          </a:solidFill>
                          <a:ea typeface="+mn-ea"/>
                        </a:rPr>
                        <a:t>Accent colour used primarily for callouts or to highlights something</a:t>
                      </a:r>
                    </a:p>
                  </a:txBody>
                  <a:tcPr marL="108000" marR="108000" marT="42863" marB="42863" anchor="ctr">
                    <a:lnL w="9525" cap="flat" cmpd="sng" algn="ctr">
                      <a:solidFill>
                        <a:schemeClr val="accent4"/>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9" name="Rectangle 8">
            <a:extLst>
              <a:ext uri="{FF2B5EF4-FFF2-40B4-BE49-F238E27FC236}">
                <a16:creationId xmlns:a16="http://schemas.microsoft.com/office/drawing/2014/main" id="{B7174CFD-50D6-4B0D-99F5-B20E3674752E}"/>
              </a:ext>
            </a:extLst>
          </p:cNvPr>
          <p:cNvSpPr/>
          <p:nvPr/>
        </p:nvSpPr>
        <p:spPr bwMode="auto">
          <a:xfrm>
            <a:off x="566209" y="3284984"/>
            <a:ext cx="1440000" cy="573751"/>
          </a:xfrm>
          <a:prstGeom prst="rect">
            <a:avLst/>
          </a:prstGeom>
          <a:noFill/>
          <a:ln w="12700">
            <a:solidFill>
              <a:schemeClr val="accent1"/>
            </a:solidFill>
          </a:ln>
          <a:effectLst/>
        </p:spPr>
        <p:txBody>
          <a:bodyPr vert="horz" wrap="square" lIns="85725" tIns="101250" rIns="85725" bIns="42863" numCol="1" rtlCol="0" anchor="t" anchorCtr="0" compatLnSpc="1">
            <a:prstTxWarp prst="textNoShape">
              <a:avLst/>
            </a:prstTxWarp>
          </a:bodyPr>
          <a:lstStyle/>
          <a:p>
            <a:pPr eaLnBrk="0" fontAlgn="base" hangingPunct="0">
              <a:lnSpc>
                <a:spcPts val="1594"/>
              </a:lnSpc>
              <a:spcBef>
                <a:spcPct val="50000"/>
              </a:spcBef>
              <a:spcAft>
                <a:spcPct val="0"/>
              </a:spcAft>
            </a:pPr>
            <a:r>
              <a:rPr lang="en-CA" sz="1800" b="1" i="0" noProof="0" dirty="0">
                <a:solidFill>
                  <a:schemeClr val="tx2"/>
                </a:solidFill>
                <a:latin typeface="+mn-lt"/>
                <a:ea typeface="+mn-ea"/>
                <a:cs typeface="+mn-cs"/>
              </a:rPr>
              <a:t>10%</a:t>
            </a:r>
            <a:br>
              <a:rPr lang="en-CA" sz="1800" b="1" i="0" noProof="0" dirty="0">
                <a:solidFill>
                  <a:schemeClr val="tx2"/>
                </a:solidFill>
                <a:latin typeface="+mn-lt"/>
                <a:ea typeface="+mn-ea"/>
                <a:cs typeface="+mn-cs"/>
              </a:rPr>
            </a:br>
            <a:r>
              <a:rPr lang="en-CA" sz="1400" i="0" noProof="0" dirty="0">
                <a:solidFill>
                  <a:schemeClr val="tx2"/>
                </a:solidFill>
                <a:latin typeface="+mn-lt"/>
                <a:ea typeface="+mn-ea"/>
                <a:cs typeface="+mn-cs"/>
              </a:rPr>
              <a:t>accent colour</a:t>
            </a:r>
            <a:endParaRPr lang="en-CA" sz="1600" i="0" noProof="0" dirty="0">
              <a:solidFill>
                <a:schemeClr val="tx2"/>
              </a:solidFill>
              <a:latin typeface="+mn-lt"/>
              <a:ea typeface="+mn-ea"/>
              <a:cs typeface="+mn-cs"/>
            </a:endParaRPr>
          </a:p>
        </p:txBody>
      </p:sp>
      <p:sp>
        <p:nvSpPr>
          <p:cNvPr id="10" name="Rectangle 9">
            <a:extLst>
              <a:ext uri="{FF2B5EF4-FFF2-40B4-BE49-F238E27FC236}">
                <a16:creationId xmlns:a16="http://schemas.microsoft.com/office/drawing/2014/main" id="{98059978-4D28-4161-9FF0-32EAF3CA4324}"/>
              </a:ext>
            </a:extLst>
          </p:cNvPr>
          <p:cNvSpPr/>
          <p:nvPr/>
        </p:nvSpPr>
        <p:spPr bwMode="auto">
          <a:xfrm>
            <a:off x="566209" y="1414945"/>
            <a:ext cx="1440000" cy="1719082"/>
          </a:xfrm>
          <a:prstGeom prst="rect">
            <a:avLst/>
          </a:prstGeom>
          <a:noFill/>
          <a:ln w="12700">
            <a:solidFill>
              <a:schemeClr val="accent1"/>
            </a:solidFill>
          </a:ln>
          <a:effectLst/>
        </p:spPr>
        <p:txBody>
          <a:bodyPr vert="horz" wrap="square" lIns="85725" tIns="101250" rIns="85725" bIns="42863" numCol="1" rtlCol="0" anchor="t" anchorCtr="0" compatLnSpc="1">
            <a:prstTxWarp prst="textNoShape">
              <a:avLst/>
            </a:prstTxWarp>
          </a:bodyPr>
          <a:lstStyle/>
          <a:p>
            <a:pPr eaLnBrk="0" fontAlgn="base" hangingPunct="0">
              <a:spcBef>
                <a:spcPct val="50000"/>
              </a:spcBef>
              <a:spcAft>
                <a:spcPct val="0"/>
              </a:spcAft>
            </a:pPr>
            <a:r>
              <a:rPr lang="en-CA" sz="1800" b="1" i="0" noProof="0" dirty="0">
                <a:solidFill>
                  <a:schemeClr val="tx2"/>
                </a:solidFill>
                <a:latin typeface="+mn-lt"/>
                <a:ea typeface="+mn-ea"/>
                <a:cs typeface="+mn-cs"/>
              </a:rPr>
              <a:t>30%</a:t>
            </a:r>
            <a:br>
              <a:rPr lang="en-CA" sz="1800" b="1" i="0" noProof="0" dirty="0">
                <a:solidFill>
                  <a:schemeClr val="tx2"/>
                </a:solidFill>
                <a:latin typeface="+mn-lt"/>
                <a:ea typeface="+mn-ea"/>
                <a:cs typeface="+mn-cs"/>
              </a:rPr>
            </a:br>
            <a:r>
              <a:rPr lang="en-CA" sz="1400" i="0" noProof="0" dirty="0">
                <a:solidFill>
                  <a:schemeClr val="tx2"/>
                </a:solidFill>
                <a:latin typeface="+mn-lt"/>
                <a:ea typeface="+mn-ea"/>
                <a:cs typeface="+mn-cs"/>
              </a:rPr>
              <a:t>contrast colours</a:t>
            </a:r>
            <a:endParaRPr lang="en-CA" sz="1600" i="0" noProof="0" dirty="0">
              <a:solidFill>
                <a:schemeClr val="tx2"/>
              </a:solidFill>
              <a:latin typeface="+mn-lt"/>
              <a:ea typeface="+mn-ea"/>
              <a:cs typeface="+mn-cs"/>
            </a:endParaRPr>
          </a:p>
        </p:txBody>
      </p:sp>
      <p:sp>
        <p:nvSpPr>
          <p:cNvPr id="11" name="Rectangle 10">
            <a:extLst>
              <a:ext uri="{FF2B5EF4-FFF2-40B4-BE49-F238E27FC236}">
                <a16:creationId xmlns:a16="http://schemas.microsoft.com/office/drawing/2014/main" id="{BA94B5C0-EC98-4DFE-B00B-CD98C2C8F603}"/>
              </a:ext>
            </a:extLst>
          </p:cNvPr>
          <p:cNvSpPr/>
          <p:nvPr/>
        </p:nvSpPr>
        <p:spPr bwMode="auto">
          <a:xfrm>
            <a:off x="566209" y="4005064"/>
            <a:ext cx="1440000" cy="1147500"/>
          </a:xfrm>
          <a:prstGeom prst="rect">
            <a:avLst/>
          </a:prstGeom>
          <a:noFill/>
          <a:ln w="12700">
            <a:solidFill>
              <a:schemeClr val="accent1"/>
            </a:solidFill>
          </a:ln>
          <a:effectLst/>
        </p:spPr>
        <p:txBody>
          <a:bodyPr vert="horz" wrap="square" lIns="85725" tIns="101250" rIns="85725" bIns="42863" numCol="1" rtlCol="0" anchor="t" anchorCtr="0" compatLnSpc="1">
            <a:prstTxWarp prst="textNoShape">
              <a:avLst/>
            </a:prstTxWarp>
          </a:bodyPr>
          <a:lstStyle/>
          <a:p>
            <a:pPr eaLnBrk="0" fontAlgn="base" hangingPunct="0">
              <a:spcBef>
                <a:spcPct val="50000"/>
              </a:spcBef>
              <a:spcAft>
                <a:spcPct val="0"/>
              </a:spcAft>
            </a:pPr>
            <a:r>
              <a:rPr lang="en-CA" sz="1800" b="1" i="0" noProof="0" dirty="0">
                <a:solidFill>
                  <a:schemeClr val="tx2"/>
                </a:solidFill>
                <a:latin typeface="+mn-lt"/>
                <a:ea typeface="+mn-ea"/>
                <a:cs typeface="+mn-cs"/>
              </a:rPr>
              <a:t>60%</a:t>
            </a:r>
            <a:br>
              <a:rPr lang="en-CA" sz="1800" b="1" i="0" noProof="0" dirty="0">
                <a:solidFill>
                  <a:schemeClr val="tx2"/>
                </a:solidFill>
                <a:latin typeface="+mn-lt"/>
                <a:ea typeface="+mn-ea"/>
                <a:cs typeface="+mn-cs"/>
              </a:rPr>
            </a:br>
            <a:r>
              <a:rPr lang="en-CA" sz="1400" i="0" noProof="0" dirty="0">
                <a:solidFill>
                  <a:schemeClr val="tx2"/>
                </a:solidFill>
                <a:latin typeface="+mn-lt"/>
                <a:ea typeface="+mn-ea"/>
                <a:cs typeface="+mn-cs"/>
              </a:rPr>
              <a:t>other colours, including white</a:t>
            </a:r>
            <a:endParaRPr lang="en-CA" sz="1600" i="0" noProof="0" dirty="0">
              <a:solidFill>
                <a:schemeClr val="tx2"/>
              </a:solidFill>
              <a:latin typeface="+mn-lt"/>
              <a:ea typeface="+mn-ea"/>
              <a:cs typeface="+mn-cs"/>
            </a:endParaRPr>
          </a:p>
        </p:txBody>
      </p:sp>
      <p:sp>
        <p:nvSpPr>
          <p:cNvPr id="12" name="Triangle isocèle 11">
            <a:extLst>
              <a:ext uri="{FF2B5EF4-FFF2-40B4-BE49-F238E27FC236}">
                <a16:creationId xmlns:a16="http://schemas.microsoft.com/office/drawing/2014/main" id="{DF3B024B-A10F-4E08-9BB5-69BCC59DB16A}"/>
              </a:ext>
            </a:extLst>
          </p:cNvPr>
          <p:cNvSpPr/>
          <p:nvPr/>
        </p:nvSpPr>
        <p:spPr bwMode="auto">
          <a:xfrm rot="5400000">
            <a:off x="1919584" y="3427859"/>
            <a:ext cx="576000" cy="288000"/>
          </a:xfrm>
          <a:prstGeom prst="triangle">
            <a:avLst/>
          </a:prstGeom>
          <a:solidFill>
            <a:schemeClr val="accent5"/>
          </a:solidFill>
          <a:ln>
            <a:noFill/>
          </a:ln>
          <a:effectLst/>
        </p:spPr>
        <p:txBody>
          <a:bodyPr vert="horz" wrap="square" lIns="67500" tIns="42863" rIns="67500" bIns="42863" numCol="1" rtlCol="0" anchor="ctr" anchorCtr="0" compatLnSpc="1">
            <a:prstTxWarp prst="textNoShape">
              <a:avLst/>
            </a:prstTxWarp>
          </a:bodyPr>
          <a:lstStyle/>
          <a:p>
            <a:pPr marL="0" marR="0" indent="0" algn="ctr" defTabSz="857250" rtl="0" eaLnBrk="0" fontAlgn="base" latinLnBrk="0" hangingPunct="0">
              <a:lnSpc>
                <a:spcPct val="100000"/>
              </a:lnSpc>
              <a:spcBef>
                <a:spcPct val="50000"/>
              </a:spcBef>
              <a:spcAft>
                <a:spcPct val="0"/>
              </a:spcAft>
              <a:buClrTx/>
              <a:buSzTx/>
              <a:buFontTx/>
              <a:buNone/>
              <a:tabLst/>
            </a:pPr>
            <a:endParaRPr kumimoji="0" lang="en-CA" sz="1313" b="1" i="0" u="none" strike="noStrike" cap="none" normalizeH="0" baseline="0" noProof="0" dirty="0">
              <a:ln>
                <a:noFill/>
              </a:ln>
              <a:solidFill>
                <a:schemeClr val="bg1"/>
              </a:solidFill>
              <a:effectLst/>
              <a:latin typeface="+mn-lt"/>
              <a:ea typeface="+mn-ea"/>
            </a:endParaRPr>
          </a:p>
        </p:txBody>
      </p:sp>
      <p:sp>
        <p:nvSpPr>
          <p:cNvPr id="13" name="Triangle isocèle 12">
            <a:extLst>
              <a:ext uri="{FF2B5EF4-FFF2-40B4-BE49-F238E27FC236}">
                <a16:creationId xmlns:a16="http://schemas.microsoft.com/office/drawing/2014/main" id="{8502F217-DD43-45B3-9596-6CD084AE7B93}"/>
              </a:ext>
            </a:extLst>
          </p:cNvPr>
          <p:cNvSpPr/>
          <p:nvPr/>
        </p:nvSpPr>
        <p:spPr bwMode="auto">
          <a:xfrm rot="5400000">
            <a:off x="1919584" y="1558945"/>
            <a:ext cx="576000" cy="288000"/>
          </a:xfrm>
          <a:prstGeom prst="triangle">
            <a:avLst/>
          </a:prstGeom>
          <a:solidFill>
            <a:schemeClr val="accent5"/>
          </a:solidFill>
          <a:ln>
            <a:noFill/>
          </a:ln>
          <a:effectLst/>
        </p:spPr>
        <p:txBody>
          <a:bodyPr vert="horz" wrap="square" lIns="67500" tIns="42863" rIns="67500" bIns="42863" numCol="1" rtlCol="0" anchor="ctr" anchorCtr="0" compatLnSpc="1">
            <a:prstTxWarp prst="textNoShape">
              <a:avLst/>
            </a:prstTxWarp>
          </a:bodyPr>
          <a:lstStyle/>
          <a:p>
            <a:pPr marL="0" marR="0" indent="0" algn="ctr" defTabSz="857250" rtl="0" eaLnBrk="0" fontAlgn="base" latinLnBrk="0" hangingPunct="0">
              <a:lnSpc>
                <a:spcPct val="100000"/>
              </a:lnSpc>
              <a:spcBef>
                <a:spcPct val="50000"/>
              </a:spcBef>
              <a:spcAft>
                <a:spcPct val="0"/>
              </a:spcAft>
              <a:buClrTx/>
              <a:buSzTx/>
              <a:buFontTx/>
              <a:buNone/>
              <a:tabLst/>
            </a:pPr>
            <a:endParaRPr kumimoji="0" lang="en-CA" sz="1313" b="1" i="0" u="none" strike="noStrike" cap="none" normalizeH="0" baseline="0" noProof="0" dirty="0">
              <a:ln>
                <a:noFill/>
              </a:ln>
              <a:solidFill>
                <a:schemeClr val="bg1"/>
              </a:solidFill>
              <a:effectLst/>
              <a:latin typeface="+mn-lt"/>
              <a:ea typeface="+mn-ea"/>
            </a:endParaRPr>
          </a:p>
        </p:txBody>
      </p:sp>
      <p:sp>
        <p:nvSpPr>
          <p:cNvPr id="14" name="Triangle isocèle 13">
            <a:extLst>
              <a:ext uri="{FF2B5EF4-FFF2-40B4-BE49-F238E27FC236}">
                <a16:creationId xmlns:a16="http://schemas.microsoft.com/office/drawing/2014/main" id="{E84359F5-CDC7-4548-950B-AAD9221A114F}"/>
              </a:ext>
            </a:extLst>
          </p:cNvPr>
          <p:cNvSpPr/>
          <p:nvPr/>
        </p:nvSpPr>
        <p:spPr bwMode="auto">
          <a:xfrm rot="5400000">
            <a:off x="1919584" y="4149064"/>
            <a:ext cx="576000" cy="288000"/>
          </a:xfrm>
          <a:prstGeom prst="triangle">
            <a:avLst/>
          </a:prstGeom>
          <a:solidFill>
            <a:schemeClr val="accent5"/>
          </a:solidFill>
          <a:ln>
            <a:noFill/>
          </a:ln>
          <a:effectLst/>
        </p:spPr>
        <p:txBody>
          <a:bodyPr vert="horz" wrap="square" lIns="67500" tIns="42863" rIns="67500" bIns="42863" numCol="1" rtlCol="0" anchor="ctr" anchorCtr="0" compatLnSpc="1">
            <a:prstTxWarp prst="textNoShape">
              <a:avLst/>
            </a:prstTxWarp>
          </a:bodyPr>
          <a:lstStyle/>
          <a:p>
            <a:pPr marL="0" marR="0" indent="0" algn="ctr" defTabSz="857250" rtl="0" eaLnBrk="0" fontAlgn="base" latinLnBrk="0" hangingPunct="0">
              <a:lnSpc>
                <a:spcPct val="100000"/>
              </a:lnSpc>
              <a:spcBef>
                <a:spcPct val="50000"/>
              </a:spcBef>
              <a:spcAft>
                <a:spcPct val="0"/>
              </a:spcAft>
              <a:buClrTx/>
              <a:buSzTx/>
              <a:buFontTx/>
              <a:buNone/>
              <a:tabLst/>
            </a:pPr>
            <a:endParaRPr kumimoji="0" lang="en-CA" sz="1313" b="1" i="0" u="none" strike="noStrike" cap="none" normalizeH="0" baseline="0" noProof="0" dirty="0">
              <a:ln>
                <a:noFill/>
              </a:ln>
              <a:solidFill>
                <a:schemeClr val="bg1"/>
              </a:solidFill>
              <a:effectLst/>
              <a:latin typeface="+mn-lt"/>
              <a:ea typeface="+mn-ea"/>
            </a:endParaRPr>
          </a:p>
        </p:txBody>
      </p:sp>
      <p:pic>
        <p:nvPicPr>
          <p:cNvPr id="23" name="Picture 22">
            <a:extLst>
              <a:ext uri="{FF2B5EF4-FFF2-40B4-BE49-F238E27FC236}">
                <a16:creationId xmlns:a16="http://schemas.microsoft.com/office/drawing/2014/main" id="{A67FE88F-1882-4224-9BEA-9EED04C490AC}"/>
              </a:ext>
            </a:extLst>
          </p:cNvPr>
          <p:cNvPicPr>
            <a:picLocks noChangeAspect="1"/>
          </p:cNvPicPr>
          <p:nvPr userDrawn="1"/>
        </p:nvPicPr>
        <p:blipFill>
          <a:blip r:embed="rId4"/>
          <a:stretch>
            <a:fillRect/>
          </a:stretch>
        </p:blipFill>
        <p:spPr>
          <a:xfrm>
            <a:off x="8933343" y="1412905"/>
            <a:ext cx="1676486" cy="4534133"/>
          </a:xfrm>
          <a:prstGeom prst="rect">
            <a:avLst/>
          </a:prstGeom>
          <a:effectLst>
            <a:outerShdw blurRad="50800" dist="38100" dir="2700000" algn="tl" rotWithShape="0">
              <a:prstClr val="black">
                <a:alpha val="40000"/>
              </a:prstClr>
            </a:outerShdw>
          </a:effectLst>
        </p:spPr>
      </p:pic>
      <p:sp>
        <p:nvSpPr>
          <p:cNvPr id="20" name="Rectangle 19">
            <a:extLst>
              <a:ext uri="{FF2B5EF4-FFF2-40B4-BE49-F238E27FC236}">
                <a16:creationId xmlns:a16="http://schemas.microsoft.com/office/drawing/2014/main" id="{EAC485A3-F228-4D7F-85A3-80E09858F3DE}"/>
              </a:ext>
            </a:extLst>
          </p:cNvPr>
          <p:cNvSpPr>
            <a:spLocks noChangeArrowheads="1"/>
          </p:cNvSpPr>
          <p:nvPr>
            <p:custDataLst>
              <p:tags r:id="rId1"/>
            </p:custDataLst>
          </p:nvPr>
        </p:nvSpPr>
        <p:spPr bwMode="auto">
          <a:xfrm>
            <a:off x="9588504" y="1677780"/>
            <a:ext cx="1044000" cy="216000"/>
          </a:xfrm>
          <a:prstGeom prst="rect">
            <a:avLst/>
          </a:prstGeom>
          <a:noFill/>
          <a:ln w="38100">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CA" sz="1688" noProof="0" dirty="0">
              <a:latin typeface="+mn-lt"/>
            </a:endParaRPr>
          </a:p>
        </p:txBody>
      </p:sp>
      <p:sp>
        <p:nvSpPr>
          <p:cNvPr id="17" name="Rounded Rectangular Callout 19">
            <a:extLst>
              <a:ext uri="{FF2B5EF4-FFF2-40B4-BE49-F238E27FC236}">
                <a16:creationId xmlns:a16="http://schemas.microsoft.com/office/drawing/2014/main" id="{7DABC5D2-0B36-42EC-BB30-E7F4DEAC5FB9}"/>
              </a:ext>
            </a:extLst>
          </p:cNvPr>
          <p:cNvSpPr/>
          <p:nvPr/>
        </p:nvSpPr>
        <p:spPr>
          <a:xfrm>
            <a:off x="10056440" y="2204864"/>
            <a:ext cx="2016224" cy="1719082"/>
          </a:xfrm>
          <a:prstGeom prst="wedgeRectCallout">
            <a:avLst>
              <a:gd name="adj1" fmla="val -31380"/>
              <a:gd name="adj2" fmla="val -66561"/>
            </a:avLst>
          </a:prstGeom>
          <a:solidFill>
            <a:schemeClr val="accent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pPr algn="l">
              <a:lnSpc>
                <a:spcPct val="90000"/>
              </a:lnSpc>
              <a:spcBef>
                <a:spcPts val="600"/>
              </a:spcBef>
            </a:pPr>
            <a:r>
              <a:rPr lang="en-CA" sz="1200" b="0" noProof="0" dirty="0"/>
              <a:t>This CAE colour palette </a:t>
            </a:r>
            <a:br>
              <a:rPr lang="en-CA" sz="1200" b="0" noProof="0" dirty="0"/>
            </a:br>
            <a:r>
              <a:rPr lang="en-CA" sz="1200" b="0" noProof="0" dirty="0"/>
              <a:t>is programmed in </a:t>
            </a:r>
            <a:br>
              <a:rPr lang="en-CA" sz="1200" b="0" noProof="0" dirty="0"/>
            </a:br>
            <a:r>
              <a:rPr lang="en-CA" sz="1200" b="0" noProof="0" dirty="0"/>
              <a:t>the template, so colours are easily accessible through all fill menus. </a:t>
            </a:r>
          </a:p>
          <a:p>
            <a:pPr algn="l">
              <a:lnSpc>
                <a:spcPct val="90000"/>
              </a:lnSpc>
              <a:spcBef>
                <a:spcPts val="600"/>
              </a:spcBef>
            </a:pPr>
            <a:r>
              <a:rPr lang="en-CA" sz="1200" b="0" noProof="0" dirty="0"/>
              <a:t>These 6 colours </a:t>
            </a:r>
            <a:br>
              <a:rPr lang="en-CA" sz="1200" b="0" noProof="0" dirty="0"/>
            </a:br>
            <a:r>
              <a:rPr lang="en-CA" sz="1200" b="0" noProof="0" dirty="0"/>
              <a:t>are used by default in </a:t>
            </a:r>
            <a:br>
              <a:rPr lang="en-CA" sz="1200" b="0" noProof="0" dirty="0"/>
            </a:br>
            <a:r>
              <a:rPr lang="en-CA" sz="1200" b="0" noProof="0" dirty="0"/>
              <a:t>this sequence for charts.</a:t>
            </a:r>
          </a:p>
        </p:txBody>
      </p:sp>
      <p:sp>
        <p:nvSpPr>
          <p:cNvPr id="26" name="Bulle narrative : rectangle à coins arrondis 69">
            <a:extLst>
              <a:ext uri="{FF2B5EF4-FFF2-40B4-BE49-F238E27FC236}">
                <a16:creationId xmlns:a16="http://schemas.microsoft.com/office/drawing/2014/main" id="{BDAA2F6D-3463-4B66-9A20-8BB842AFB784}"/>
              </a:ext>
            </a:extLst>
          </p:cNvPr>
          <p:cNvSpPr/>
          <p:nvPr userDrawn="1"/>
        </p:nvSpPr>
        <p:spPr>
          <a:xfrm>
            <a:off x="8988189" y="4077072"/>
            <a:ext cx="2637602" cy="1368152"/>
          </a:xfrm>
          <a:prstGeom prst="wedgeRectCallout">
            <a:avLst>
              <a:gd name="adj1" fmla="val -33733"/>
              <a:gd name="adj2" fmla="val -92411"/>
            </a:avLst>
          </a:pr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pPr lvl="0" algn="l">
              <a:lnSpc>
                <a:spcPct val="90000"/>
              </a:lnSpc>
              <a:spcBef>
                <a:spcPts val="800"/>
              </a:spcBef>
            </a:pPr>
            <a:r>
              <a:rPr lang="en-CA" sz="1200" noProof="0" dirty="0"/>
              <a:t>9 other colours have been programmed as Custom Colors:</a:t>
            </a:r>
          </a:p>
          <a:p>
            <a:pPr marL="252000" lvl="0" indent="-144000" algn="l">
              <a:lnSpc>
                <a:spcPct val="90000"/>
              </a:lnSpc>
              <a:spcBef>
                <a:spcPts val="600"/>
              </a:spcBef>
              <a:buFont typeface="Arial" panose="020B0604020202020204" pitchFamily="34" charset="0"/>
              <a:buChar char="•"/>
            </a:pPr>
            <a:r>
              <a:rPr lang="en-CA" sz="1100" noProof="0" dirty="0"/>
              <a:t>6 CAE secondary colours </a:t>
            </a:r>
            <a:br>
              <a:rPr lang="en-CA" sz="1100" noProof="0" dirty="0"/>
            </a:br>
            <a:r>
              <a:rPr lang="en-CA" sz="1100" noProof="0" dirty="0"/>
              <a:t>on the first row</a:t>
            </a:r>
          </a:p>
          <a:p>
            <a:pPr marL="252000" lvl="0" indent="-144000" algn="l">
              <a:lnSpc>
                <a:spcPct val="90000"/>
              </a:lnSpc>
              <a:spcBef>
                <a:spcPts val="600"/>
              </a:spcBef>
              <a:buFont typeface="Arial" panose="020B0604020202020204" pitchFamily="34" charset="0"/>
              <a:buChar char="•"/>
            </a:pPr>
            <a:r>
              <a:rPr lang="en-CA" sz="1100" noProof="0" dirty="0"/>
              <a:t>Red-Yellow-Green dashboard colours on the second row</a:t>
            </a:r>
          </a:p>
        </p:txBody>
      </p:sp>
      <p:sp>
        <p:nvSpPr>
          <p:cNvPr id="27" name="Rectangle 26">
            <a:extLst>
              <a:ext uri="{FF2B5EF4-FFF2-40B4-BE49-F238E27FC236}">
                <a16:creationId xmlns:a16="http://schemas.microsoft.com/office/drawing/2014/main" id="{F09F25F5-6148-4DC3-B06E-08A79A1A65A3}"/>
              </a:ext>
            </a:extLst>
          </p:cNvPr>
          <p:cNvSpPr>
            <a:spLocks noChangeArrowheads="1"/>
          </p:cNvSpPr>
          <p:nvPr userDrawn="1">
            <p:custDataLst>
              <p:tags r:id="rId2"/>
            </p:custDataLst>
          </p:nvPr>
        </p:nvSpPr>
        <p:spPr bwMode="auto">
          <a:xfrm>
            <a:off x="8933343" y="2708920"/>
            <a:ext cx="1044000" cy="720080"/>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CA" sz="1688" noProof="0" dirty="0">
              <a:latin typeface="+mn-lt"/>
            </a:endParaRPr>
          </a:p>
        </p:txBody>
      </p:sp>
      <p:grpSp>
        <p:nvGrpSpPr>
          <p:cNvPr id="32" name="Groupe 25">
            <a:extLst>
              <a:ext uri="{FF2B5EF4-FFF2-40B4-BE49-F238E27FC236}">
                <a16:creationId xmlns:a16="http://schemas.microsoft.com/office/drawing/2014/main" id="{A4FFCAA6-95EB-4058-B184-C2DB857464D0}"/>
              </a:ext>
            </a:extLst>
          </p:cNvPr>
          <p:cNvGrpSpPr/>
          <p:nvPr userDrawn="1"/>
        </p:nvGrpSpPr>
        <p:grpSpPr>
          <a:xfrm>
            <a:off x="2423592" y="5282417"/>
            <a:ext cx="1829977" cy="1026903"/>
            <a:chOff x="5625985" y="4946547"/>
            <a:chExt cx="1260000" cy="1101696"/>
          </a:xfrm>
        </p:grpSpPr>
        <p:sp>
          <p:nvSpPr>
            <p:cNvPr id="33" name="Rectangle 32">
              <a:extLst>
                <a:ext uri="{FF2B5EF4-FFF2-40B4-BE49-F238E27FC236}">
                  <a16:creationId xmlns:a16="http://schemas.microsoft.com/office/drawing/2014/main" id="{78F2AF67-4A71-4447-8886-4E7782C63D1B}"/>
                </a:ext>
              </a:extLst>
            </p:cNvPr>
            <p:cNvSpPr/>
            <p:nvPr/>
          </p:nvSpPr>
          <p:spPr>
            <a:xfrm>
              <a:off x="5625985" y="5396028"/>
              <a:ext cx="1260000" cy="646813"/>
            </a:xfrm>
            <a:prstGeom prst="rect">
              <a:avLst/>
            </a:prstGeom>
            <a:solidFill>
              <a:sysClr val="window" lastClr="FFFFFF"/>
            </a:solidFill>
            <a:ln w="12700" cap="flat" cmpd="sng" algn="ctr">
              <a:noFill/>
              <a:prstDash val="solid"/>
              <a:miter lim="800000"/>
            </a:ln>
            <a:effectLst/>
          </p:spPr>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marL="0" marR="0" lvl="0" indent="0" algn="ctr" defTabSz="455613" eaLnBrk="0" fontAlgn="base" latinLnBrk="0" hangingPunct="0">
                <a:lnSpc>
                  <a:spcPct val="100000"/>
                </a:lnSpc>
                <a:spcBef>
                  <a:spcPct val="50000"/>
                </a:spcBef>
                <a:spcAft>
                  <a:spcPct val="0"/>
                </a:spcAft>
                <a:buClr>
                  <a:srgbClr val="212121"/>
                </a:buClr>
                <a:buSzTx/>
                <a:buFontTx/>
                <a:buNone/>
                <a:tabLst/>
                <a:defRPr/>
              </a:pPr>
              <a:r>
                <a:rPr kumimoji="0" lang="en-CA" sz="1200" b="0" i="0" u="none" strike="noStrike" kern="0" cap="none" spc="0" normalizeH="0" baseline="0" noProof="0" dirty="0">
                  <a:ln>
                    <a:noFill/>
                  </a:ln>
                  <a:solidFill>
                    <a:schemeClr val="tx2"/>
                  </a:solidFill>
                  <a:effectLst/>
                  <a:uLnTx/>
                  <a:uFillTx/>
                  <a:latin typeface="+mn-lt"/>
                  <a:ea typeface="+mn-ea"/>
                  <a:cs typeface="+mn-cs"/>
                </a:rPr>
                <a:t>Worse than reference point by more than 5%</a:t>
              </a:r>
            </a:p>
          </p:txBody>
        </p:sp>
        <p:sp>
          <p:nvSpPr>
            <p:cNvPr id="34" name="Rectangle 33">
              <a:extLst>
                <a:ext uri="{FF2B5EF4-FFF2-40B4-BE49-F238E27FC236}">
                  <a16:creationId xmlns:a16="http://schemas.microsoft.com/office/drawing/2014/main" id="{E673CE2E-1151-4585-8F03-C566E7F9846E}"/>
                </a:ext>
              </a:extLst>
            </p:cNvPr>
            <p:cNvSpPr/>
            <p:nvPr/>
          </p:nvSpPr>
          <p:spPr>
            <a:xfrm>
              <a:off x="5625985" y="4956019"/>
              <a:ext cx="1260000" cy="420832"/>
            </a:xfrm>
            <a:prstGeom prst="rect">
              <a:avLst/>
            </a:prstGeom>
            <a:solidFill>
              <a:srgbClr val="FF0000"/>
            </a:solidFill>
            <a:ln w="12700" cap="flat" cmpd="sng" algn="ctr">
              <a:noFill/>
              <a:prstDash val="solid"/>
              <a:miter lim="800000"/>
            </a:ln>
            <a:effectLst/>
          </p:spPr>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marL="0" marR="0" lvl="0" indent="0" algn="ctr" defTabSz="455613" eaLnBrk="0" fontAlgn="base" latinLnBrk="0" hangingPunct="0">
                <a:lnSpc>
                  <a:spcPct val="100000"/>
                </a:lnSpc>
                <a:spcBef>
                  <a:spcPct val="50000"/>
                </a:spcBef>
                <a:spcAft>
                  <a:spcPct val="0"/>
                </a:spcAft>
                <a:buClr>
                  <a:srgbClr val="212121"/>
                </a:buClr>
                <a:buSzTx/>
                <a:buFontTx/>
                <a:buNone/>
                <a:tabLst/>
                <a:defRPr/>
              </a:pPr>
              <a:r>
                <a:rPr kumimoji="0" lang="en-CA" sz="1400" b="0" i="0" u="none" strike="noStrike" kern="0" cap="none" spc="0" normalizeH="0" baseline="0" noProof="0" dirty="0">
                  <a:ln>
                    <a:noFill/>
                  </a:ln>
                  <a:solidFill>
                    <a:prstClr val="white"/>
                  </a:solidFill>
                  <a:effectLst/>
                  <a:uLnTx/>
                  <a:uFillTx/>
                  <a:latin typeface="+mn-lt"/>
                  <a:ea typeface="+mn-ea"/>
                  <a:cs typeface="+mn-cs"/>
                </a:rPr>
                <a:t>RGB: 255-0-0</a:t>
              </a:r>
            </a:p>
          </p:txBody>
        </p:sp>
        <p:sp>
          <p:nvSpPr>
            <p:cNvPr id="35" name="Rectangle 34">
              <a:extLst>
                <a:ext uri="{FF2B5EF4-FFF2-40B4-BE49-F238E27FC236}">
                  <a16:creationId xmlns:a16="http://schemas.microsoft.com/office/drawing/2014/main" id="{B307B375-BF91-45F7-A7AE-C0456603BAD4}"/>
                </a:ext>
              </a:extLst>
            </p:cNvPr>
            <p:cNvSpPr/>
            <p:nvPr/>
          </p:nvSpPr>
          <p:spPr>
            <a:xfrm>
              <a:off x="5625985" y="4946547"/>
              <a:ext cx="1260000" cy="1101696"/>
            </a:xfrm>
            <a:prstGeom prst="rect">
              <a:avLst/>
            </a:prstGeom>
            <a:noFill/>
            <a:ln w="9525" cap="flat" cmpd="sng" algn="ctr">
              <a:solidFill>
                <a:schemeClr val="accent4"/>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600"/>
                </a:spcBef>
                <a:spcAft>
                  <a:spcPts val="0"/>
                </a:spcAft>
                <a:buClrTx/>
                <a:buSzTx/>
                <a:buFontTx/>
                <a:buNone/>
                <a:tabLst/>
                <a:defRPr/>
              </a:pPr>
              <a:endParaRPr kumimoji="0" lang="en-CA" sz="1400" b="1" i="0" u="none" strike="noStrike" kern="0" cap="none" spc="0" normalizeH="0" baseline="0" noProof="0" dirty="0">
                <a:ln>
                  <a:noFill/>
                </a:ln>
                <a:solidFill>
                  <a:prstClr val="white"/>
                </a:solidFill>
                <a:effectLst/>
                <a:uLnTx/>
                <a:uFillTx/>
                <a:latin typeface="+mn-lt"/>
                <a:ea typeface="+mn-ea"/>
                <a:cs typeface="+mn-cs"/>
              </a:endParaRPr>
            </a:p>
          </p:txBody>
        </p:sp>
      </p:grpSp>
      <p:grpSp>
        <p:nvGrpSpPr>
          <p:cNvPr id="28" name="Groupe 19">
            <a:extLst>
              <a:ext uri="{FF2B5EF4-FFF2-40B4-BE49-F238E27FC236}">
                <a16:creationId xmlns:a16="http://schemas.microsoft.com/office/drawing/2014/main" id="{9A17E75E-42A6-415C-8235-08C737F763F5}"/>
              </a:ext>
            </a:extLst>
          </p:cNvPr>
          <p:cNvGrpSpPr/>
          <p:nvPr userDrawn="1"/>
        </p:nvGrpSpPr>
        <p:grpSpPr>
          <a:xfrm>
            <a:off x="6354255" y="5282416"/>
            <a:ext cx="1829977" cy="1026903"/>
            <a:chOff x="2624305" y="4941146"/>
            <a:chExt cx="1260000" cy="1101696"/>
          </a:xfrm>
        </p:grpSpPr>
        <p:sp>
          <p:nvSpPr>
            <p:cNvPr id="29" name="Rectangle 28">
              <a:extLst>
                <a:ext uri="{FF2B5EF4-FFF2-40B4-BE49-F238E27FC236}">
                  <a16:creationId xmlns:a16="http://schemas.microsoft.com/office/drawing/2014/main" id="{3044A5D5-C909-49FC-B669-93D1A0BDCA1E}"/>
                </a:ext>
              </a:extLst>
            </p:cNvPr>
            <p:cNvSpPr/>
            <p:nvPr/>
          </p:nvSpPr>
          <p:spPr>
            <a:xfrm>
              <a:off x="2624305" y="5390627"/>
              <a:ext cx="1260000" cy="646813"/>
            </a:xfrm>
            <a:prstGeom prst="rect">
              <a:avLst/>
            </a:prstGeom>
            <a:solidFill>
              <a:sysClr val="window" lastClr="FFFFFF"/>
            </a:solidFill>
            <a:ln w="12700" cap="flat" cmpd="sng" algn="ctr">
              <a:noFill/>
              <a:prstDash val="solid"/>
              <a:miter lim="800000"/>
            </a:ln>
            <a:effectLst/>
          </p:spPr>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marL="0" marR="0" lvl="0" indent="0" algn="ctr" defTabSz="455613" eaLnBrk="0" fontAlgn="base" latinLnBrk="0" hangingPunct="0">
                <a:lnSpc>
                  <a:spcPct val="100000"/>
                </a:lnSpc>
                <a:spcBef>
                  <a:spcPct val="50000"/>
                </a:spcBef>
                <a:spcAft>
                  <a:spcPct val="0"/>
                </a:spcAft>
                <a:buClr>
                  <a:srgbClr val="212121"/>
                </a:buClr>
                <a:buSzTx/>
                <a:buFontTx/>
                <a:buNone/>
                <a:tabLst/>
                <a:defRPr/>
              </a:pPr>
              <a:r>
                <a:rPr kumimoji="0" lang="en-CA" sz="1200" b="0" i="0" u="none" strike="noStrike" kern="0" cap="none" spc="0" normalizeH="0" baseline="0" noProof="0" dirty="0">
                  <a:ln>
                    <a:noFill/>
                  </a:ln>
                  <a:solidFill>
                    <a:schemeClr val="tx2"/>
                  </a:solidFill>
                  <a:effectLst/>
                  <a:uLnTx/>
                  <a:uFillTx/>
                  <a:latin typeface="+mn-lt"/>
                  <a:ea typeface="+mn-ea"/>
                  <a:cs typeface="+mn-cs"/>
                </a:rPr>
                <a:t>Equal or better </a:t>
              </a:r>
              <a:br>
                <a:rPr kumimoji="0" lang="en-CA" sz="1200" b="0" i="0" u="none" strike="noStrike" kern="0" cap="none" spc="0" normalizeH="0" baseline="0" noProof="0" dirty="0">
                  <a:ln>
                    <a:noFill/>
                  </a:ln>
                  <a:solidFill>
                    <a:schemeClr val="tx2"/>
                  </a:solidFill>
                  <a:effectLst/>
                  <a:uLnTx/>
                  <a:uFillTx/>
                  <a:latin typeface="+mn-lt"/>
                  <a:ea typeface="+mn-ea"/>
                  <a:cs typeface="+mn-cs"/>
                </a:rPr>
              </a:br>
              <a:r>
                <a:rPr kumimoji="0" lang="en-CA" sz="1200" b="0" i="0" u="none" strike="noStrike" kern="0" cap="none" spc="0" normalizeH="0" baseline="0" noProof="0" dirty="0">
                  <a:ln>
                    <a:noFill/>
                  </a:ln>
                  <a:solidFill>
                    <a:schemeClr val="tx2"/>
                  </a:solidFill>
                  <a:effectLst/>
                  <a:uLnTx/>
                  <a:uFillTx/>
                  <a:latin typeface="+mn-lt"/>
                  <a:ea typeface="+mn-ea"/>
                  <a:cs typeface="+mn-cs"/>
                </a:rPr>
                <a:t>than reference point</a:t>
              </a:r>
            </a:p>
          </p:txBody>
        </p:sp>
        <p:sp>
          <p:nvSpPr>
            <p:cNvPr id="30" name="Rectangle 29">
              <a:extLst>
                <a:ext uri="{FF2B5EF4-FFF2-40B4-BE49-F238E27FC236}">
                  <a16:creationId xmlns:a16="http://schemas.microsoft.com/office/drawing/2014/main" id="{4F93A166-7284-4FEE-BA5C-B37BA766DFDD}"/>
                </a:ext>
              </a:extLst>
            </p:cNvPr>
            <p:cNvSpPr/>
            <p:nvPr/>
          </p:nvSpPr>
          <p:spPr>
            <a:xfrm>
              <a:off x="2624305" y="4950618"/>
              <a:ext cx="1260000" cy="420832"/>
            </a:xfrm>
            <a:prstGeom prst="rect">
              <a:avLst/>
            </a:prstGeom>
            <a:solidFill>
              <a:srgbClr val="00B050"/>
            </a:solidFill>
            <a:ln w="12700" cap="flat" cmpd="sng" algn="ctr">
              <a:noFill/>
              <a:prstDash val="solid"/>
              <a:miter lim="800000"/>
            </a:ln>
            <a:effectLst/>
          </p:spPr>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marL="0" marR="0" lvl="0" indent="0" algn="ctr" defTabSz="455613" eaLnBrk="0" fontAlgn="base" latinLnBrk="0" hangingPunct="0">
                <a:lnSpc>
                  <a:spcPct val="100000"/>
                </a:lnSpc>
                <a:spcBef>
                  <a:spcPct val="50000"/>
                </a:spcBef>
                <a:spcAft>
                  <a:spcPct val="0"/>
                </a:spcAft>
                <a:buClr>
                  <a:srgbClr val="212121"/>
                </a:buClr>
                <a:buSzTx/>
                <a:buFontTx/>
                <a:buNone/>
                <a:tabLst/>
                <a:defRPr/>
              </a:pPr>
              <a:r>
                <a:rPr kumimoji="0" lang="en-CA" sz="1400" b="0" i="0" u="none" strike="noStrike" kern="0" cap="none" spc="0" normalizeH="0" baseline="0" noProof="0" dirty="0">
                  <a:ln>
                    <a:noFill/>
                  </a:ln>
                  <a:solidFill>
                    <a:prstClr val="white"/>
                  </a:solidFill>
                  <a:effectLst/>
                  <a:uLnTx/>
                  <a:uFillTx/>
                  <a:latin typeface="+mn-lt"/>
                  <a:ea typeface="+mn-ea"/>
                  <a:cs typeface="+mn-cs"/>
                </a:rPr>
                <a:t>RGB: 0,176,80</a:t>
              </a:r>
            </a:p>
          </p:txBody>
        </p:sp>
        <p:sp>
          <p:nvSpPr>
            <p:cNvPr id="31" name="Rectangle 30">
              <a:extLst>
                <a:ext uri="{FF2B5EF4-FFF2-40B4-BE49-F238E27FC236}">
                  <a16:creationId xmlns:a16="http://schemas.microsoft.com/office/drawing/2014/main" id="{25817DDC-6F3C-4051-BF98-600F89E8BD56}"/>
                </a:ext>
              </a:extLst>
            </p:cNvPr>
            <p:cNvSpPr/>
            <p:nvPr/>
          </p:nvSpPr>
          <p:spPr>
            <a:xfrm>
              <a:off x="2624305" y="4941146"/>
              <a:ext cx="1260000" cy="1101696"/>
            </a:xfrm>
            <a:prstGeom prst="rect">
              <a:avLst/>
            </a:prstGeom>
            <a:noFill/>
            <a:ln w="9525" cap="flat" cmpd="sng" algn="ctr">
              <a:solidFill>
                <a:schemeClr val="accent4"/>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600"/>
                </a:spcBef>
                <a:spcAft>
                  <a:spcPts val="0"/>
                </a:spcAft>
                <a:buClrTx/>
                <a:buSzTx/>
                <a:buFontTx/>
                <a:buNone/>
                <a:tabLst/>
                <a:defRPr/>
              </a:pPr>
              <a:endParaRPr kumimoji="0" lang="en-CA" sz="1400" b="1" i="0" u="none" strike="noStrike" kern="0" cap="none" spc="0" normalizeH="0" baseline="0" noProof="0" dirty="0">
                <a:ln>
                  <a:noFill/>
                </a:ln>
                <a:solidFill>
                  <a:prstClr val="white"/>
                </a:solidFill>
                <a:effectLst/>
                <a:uLnTx/>
                <a:uFillTx/>
                <a:latin typeface="+mn-lt"/>
                <a:ea typeface="+mn-ea"/>
                <a:cs typeface="+mn-cs"/>
              </a:endParaRPr>
            </a:p>
          </p:txBody>
        </p:sp>
      </p:grpSp>
      <p:grpSp>
        <p:nvGrpSpPr>
          <p:cNvPr id="36" name="Groupe 29">
            <a:extLst>
              <a:ext uri="{FF2B5EF4-FFF2-40B4-BE49-F238E27FC236}">
                <a16:creationId xmlns:a16="http://schemas.microsoft.com/office/drawing/2014/main" id="{C253B38A-BFE4-44E4-BA9A-5BA402275C36}"/>
              </a:ext>
            </a:extLst>
          </p:cNvPr>
          <p:cNvGrpSpPr/>
          <p:nvPr userDrawn="1"/>
        </p:nvGrpSpPr>
        <p:grpSpPr>
          <a:xfrm>
            <a:off x="4388923" y="5282417"/>
            <a:ext cx="1829978" cy="1026903"/>
            <a:chOff x="4125145" y="4941146"/>
            <a:chExt cx="1260001" cy="1101696"/>
          </a:xfrm>
        </p:grpSpPr>
        <p:sp>
          <p:nvSpPr>
            <p:cNvPr id="37" name="Rectangle 36">
              <a:extLst>
                <a:ext uri="{FF2B5EF4-FFF2-40B4-BE49-F238E27FC236}">
                  <a16:creationId xmlns:a16="http://schemas.microsoft.com/office/drawing/2014/main" id="{F1A47B2F-456D-46B2-B0F1-2B8E4A99A739}"/>
                </a:ext>
              </a:extLst>
            </p:cNvPr>
            <p:cNvSpPr/>
            <p:nvPr/>
          </p:nvSpPr>
          <p:spPr>
            <a:xfrm>
              <a:off x="4125146" y="5390627"/>
              <a:ext cx="1260000" cy="646813"/>
            </a:xfrm>
            <a:prstGeom prst="rect">
              <a:avLst/>
            </a:prstGeom>
            <a:solidFill>
              <a:sysClr val="window" lastClr="FFFFFF"/>
            </a:solidFill>
            <a:ln w="12700" cap="flat" cmpd="sng" algn="ctr">
              <a:noFill/>
              <a:prstDash val="solid"/>
              <a:miter lim="800000"/>
            </a:ln>
            <a:effectLst/>
          </p:spPr>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marL="0" marR="0" lvl="0" indent="0" algn="ctr" defTabSz="455613" eaLnBrk="0" fontAlgn="base" latinLnBrk="0" hangingPunct="0">
                <a:lnSpc>
                  <a:spcPct val="100000"/>
                </a:lnSpc>
                <a:spcBef>
                  <a:spcPct val="50000"/>
                </a:spcBef>
                <a:spcAft>
                  <a:spcPct val="0"/>
                </a:spcAft>
                <a:buClr>
                  <a:srgbClr val="212121"/>
                </a:buClr>
                <a:buSzTx/>
                <a:buFontTx/>
                <a:buNone/>
                <a:tabLst/>
                <a:defRPr/>
              </a:pPr>
              <a:r>
                <a:rPr kumimoji="0" lang="en-CA" sz="1200" b="0" i="0" u="none" strike="noStrike" kern="0" cap="none" spc="0" normalizeH="0" baseline="0" noProof="0" dirty="0">
                  <a:ln>
                    <a:noFill/>
                  </a:ln>
                  <a:solidFill>
                    <a:schemeClr val="tx2"/>
                  </a:solidFill>
                  <a:effectLst/>
                  <a:uLnTx/>
                  <a:uFillTx/>
                  <a:latin typeface="+mn-lt"/>
                  <a:ea typeface="+mn-ea"/>
                  <a:cs typeface="+mn-cs"/>
                </a:rPr>
                <a:t>Below reference point </a:t>
              </a:r>
              <a:br>
                <a:rPr kumimoji="0" lang="en-CA" sz="1200" b="0" i="0" u="none" strike="noStrike" kern="0" cap="none" spc="0" normalizeH="0" baseline="0" noProof="0" dirty="0">
                  <a:ln>
                    <a:noFill/>
                  </a:ln>
                  <a:solidFill>
                    <a:schemeClr val="tx2"/>
                  </a:solidFill>
                  <a:effectLst/>
                  <a:uLnTx/>
                  <a:uFillTx/>
                  <a:latin typeface="+mn-lt"/>
                  <a:ea typeface="+mn-ea"/>
                  <a:cs typeface="+mn-cs"/>
                </a:rPr>
              </a:br>
              <a:r>
                <a:rPr kumimoji="0" lang="en-CA" sz="1200" b="0" i="0" u="none" strike="noStrike" kern="0" cap="none" spc="0" normalizeH="0" baseline="0" noProof="0" dirty="0">
                  <a:ln>
                    <a:noFill/>
                  </a:ln>
                  <a:solidFill>
                    <a:schemeClr val="tx2"/>
                  </a:solidFill>
                  <a:effectLst/>
                  <a:uLnTx/>
                  <a:uFillTx/>
                  <a:latin typeface="+mn-lt"/>
                  <a:ea typeface="+mn-ea"/>
                  <a:cs typeface="+mn-cs"/>
                </a:rPr>
                <a:t>by up to 5%</a:t>
              </a:r>
            </a:p>
          </p:txBody>
        </p:sp>
        <p:sp>
          <p:nvSpPr>
            <p:cNvPr id="38" name="Rectangle 37">
              <a:extLst>
                <a:ext uri="{FF2B5EF4-FFF2-40B4-BE49-F238E27FC236}">
                  <a16:creationId xmlns:a16="http://schemas.microsoft.com/office/drawing/2014/main" id="{75354BE0-751C-4B74-9200-2FE67A7A77C6}"/>
                </a:ext>
              </a:extLst>
            </p:cNvPr>
            <p:cNvSpPr/>
            <p:nvPr/>
          </p:nvSpPr>
          <p:spPr>
            <a:xfrm>
              <a:off x="4125146" y="4950618"/>
              <a:ext cx="1260000" cy="420832"/>
            </a:xfrm>
            <a:prstGeom prst="rect">
              <a:avLst/>
            </a:prstGeom>
            <a:solidFill>
              <a:srgbClr val="FFFF00"/>
            </a:solidFill>
            <a:ln w="12700" cap="flat" cmpd="sng" algn="ctr">
              <a:noFill/>
              <a:prstDash val="solid"/>
              <a:miter lim="800000"/>
            </a:ln>
            <a:effectLst/>
          </p:spPr>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marL="0" marR="0" lvl="0" indent="0" algn="ctr" defTabSz="455613" eaLnBrk="0" fontAlgn="base" latinLnBrk="0" hangingPunct="0">
                <a:lnSpc>
                  <a:spcPct val="100000"/>
                </a:lnSpc>
                <a:spcBef>
                  <a:spcPct val="50000"/>
                </a:spcBef>
                <a:spcAft>
                  <a:spcPct val="0"/>
                </a:spcAft>
                <a:buClr>
                  <a:srgbClr val="212121"/>
                </a:buClr>
                <a:buSzTx/>
                <a:buFontTx/>
                <a:buNone/>
                <a:tabLst/>
                <a:defRPr/>
              </a:pPr>
              <a:r>
                <a:rPr kumimoji="0" lang="en-CA" sz="1400" b="0" i="0" u="none" strike="noStrike" kern="0" cap="none" spc="0" normalizeH="0" baseline="0" noProof="0" dirty="0">
                  <a:ln>
                    <a:noFill/>
                  </a:ln>
                  <a:solidFill>
                    <a:schemeClr val="tx2"/>
                  </a:solidFill>
                  <a:effectLst/>
                  <a:uLnTx/>
                  <a:uFillTx/>
                  <a:latin typeface="+mn-lt"/>
                  <a:ea typeface="+mn-ea"/>
                  <a:cs typeface="+mn-cs"/>
                </a:rPr>
                <a:t>RGB: 255,255,0</a:t>
              </a:r>
            </a:p>
          </p:txBody>
        </p:sp>
        <p:sp>
          <p:nvSpPr>
            <p:cNvPr id="39" name="Rectangle 38">
              <a:extLst>
                <a:ext uri="{FF2B5EF4-FFF2-40B4-BE49-F238E27FC236}">
                  <a16:creationId xmlns:a16="http://schemas.microsoft.com/office/drawing/2014/main" id="{BA79253F-6166-4163-8C6F-94932509E3B3}"/>
                </a:ext>
              </a:extLst>
            </p:cNvPr>
            <p:cNvSpPr/>
            <p:nvPr/>
          </p:nvSpPr>
          <p:spPr>
            <a:xfrm>
              <a:off x="4125145" y="4941146"/>
              <a:ext cx="1260000" cy="1101696"/>
            </a:xfrm>
            <a:prstGeom prst="rect">
              <a:avLst/>
            </a:prstGeom>
            <a:noFill/>
            <a:ln w="9525" cap="flat" cmpd="sng" algn="ctr">
              <a:solidFill>
                <a:schemeClr val="accent4"/>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90000"/>
                </a:lnSpc>
                <a:spcBef>
                  <a:spcPts val="600"/>
                </a:spcBef>
                <a:spcAft>
                  <a:spcPts val="0"/>
                </a:spcAft>
                <a:buClrTx/>
                <a:buSzTx/>
                <a:buFontTx/>
                <a:buNone/>
                <a:tabLst/>
                <a:defRPr/>
              </a:pPr>
              <a:endParaRPr kumimoji="0" lang="en-CA" sz="1400" b="1" i="0" u="none" strike="noStrike" kern="0" cap="none" spc="0" normalizeH="0" baseline="0" noProof="0" dirty="0">
                <a:ln>
                  <a:noFill/>
                </a:ln>
                <a:solidFill>
                  <a:prstClr val="white"/>
                </a:solidFill>
                <a:effectLst/>
                <a:uLnTx/>
                <a:uFillTx/>
                <a:latin typeface="+mn-lt"/>
                <a:ea typeface="+mn-ea"/>
                <a:cs typeface="+mn-cs"/>
              </a:endParaRPr>
            </a:p>
          </p:txBody>
        </p:sp>
      </p:grpSp>
      <p:sp>
        <p:nvSpPr>
          <p:cNvPr id="40" name="Rectangle 39">
            <a:extLst>
              <a:ext uri="{FF2B5EF4-FFF2-40B4-BE49-F238E27FC236}">
                <a16:creationId xmlns:a16="http://schemas.microsoft.com/office/drawing/2014/main" id="{9A638EA5-EFEC-4971-AAF5-F9938F963213}"/>
              </a:ext>
            </a:extLst>
          </p:cNvPr>
          <p:cNvSpPr/>
          <p:nvPr userDrawn="1"/>
        </p:nvSpPr>
        <p:spPr bwMode="auto">
          <a:xfrm>
            <a:off x="566209" y="5282417"/>
            <a:ext cx="1440000" cy="1026901"/>
          </a:xfrm>
          <a:prstGeom prst="rect">
            <a:avLst/>
          </a:prstGeom>
          <a:solidFill>
            <a:schemeClr val="bg1"/>
          </a:solidFill>
          <a:ln w="12700">
            <a:solidFill>
              <a:schemeClr val="accent2"/>
            </a:solidFill>
          </a:ln>
          <a:effectLst/>
        </p:spPr>
        <p:txBody>
          <a:bodyPr vert="horz" wrap="square" lIns="90000" tIns="108000" rIns="90000" bIns="108000" numCol="1" rtlCol="0" anchor="t" anchorCtr="0" compatLnSpc="1">
            <a:prstTxWarp prst="textNoShape">
              <a:avLst/>
            </a:prstTxWarp>
          </a:bodyPr>
          <a:lstStyle/>
          <a:p>
            <a:pPr marL="0" marR="0" lvl="0" indent="0" defTabSz="914400" eaLnBrk="0" fontAlgn="base" latinLnBrk="0" hangingPunct="0">
              <a:lnSpc>
                <a:spcPct val="100000"/>
              </a:lnSpc>
              <a:spcBef>
                <a:spcPct val="50000"/>
              </a:spcBef>
              <a:spcAft>
                <a:spcPct val="0"/>
              </a:spcAft>
              <a:buClrTx/>
              <a:buSzTx/>
              <a:buFontTx/>
              <a:buNone/>
              <a:tabLst/>
              <a:defRPr/>
            </a:pPr>
            <a:r>
              <a:rPr kumimoji="0" lang="en-CA" sz="1400" b="1" i="0" u="none" strike="noStrike" kern="0" cap="none" spc="0" normalizeH="0" baseline="0" noProof="0" dirty="0">
                <a:ln>
                  <a:noFill/>
                </a:ln>
                <a:solidFill>
                  <a:schemeClr val="accent2"/>
                </a:solidFill>
                <a:effectLst/>
                <a:uLnTx/>
                <a:uFillTx/>
                <a:latin typeface="+mn-lt"/>
                <a:ea typeface="+mn-ea"/>
                <a:cs typeface="+mn-cs"/>
              </a:rPr>
              <a:t>Dashboard colours</a:t>
            </a:r>
            <a:endParaRPr kumimoji="0" lang="en-CA" sz="1200" b="1" i="1" u="none" strike="noStrike" kern="0" cap="none" spc="0" normalizeH="0" baseline="0" noProof="0" dirty="0">
              <a:ln>
                <a:noFill/>
              </a:ln>
              <a:solidFill>
                <a:schemeClr val="accent2"/>
              </a:solidFill>
              <a:effectLst/>
              <a:uLnTx/>
              <a:uFillTx/>
              <a:latin typeface="+mn-lt"/>
              <a:ea typeface="+mn-ea"/>
              <a:cs typeface="+mn-cs"/>
            </a:endParaRPr>
          </a:p>
        </p:txBody>
      </p:sp>
      <p:sp>
        <p:nvSpPr>
          <p:cNvPr id="41" name="Triangle isocèle 13">
            <a:extLst>
              <a:ext uri="{FF2B5EF4-FFF2-40B4-BE49-F238E27FC236}">
                <a16:creationId xmlns:a16="http://schemas.microsoft.com/office/drawing/2014/main" id="{DC88832D-3D37-4EBF-B284-2BCEEDFD6083}"/>
              </a:ext>
            </a:extLst>
          </p:cNvPr>
          <p:cNvSpPr/>
          <p:nvPr userDrawn="1"/>
        </p:nvSpPr>
        <p:spPr bwMode="auto">
          <a:xfrm rot="5400000">
            <a:off x="1919584" y="5426417"/>
            <a:ext cx="576000" cy="288000"/>
          </a:xfrm>
          <a:prstGeom prst="triangle">
            <a:avLst/>
          </a:prstGeom>
          <a:solidFill>
            <a:schemeClr val="accent5"/>
          </a:solidFill>
          <a:ln>
            <a:noFill/>
          </a:ln>
          <a:effectLst/>
        </p:spPr>
        <p:txBody>
          <a:bodyPr vert="horz" wrap="square" lIns="67500" tIns="42863" rIns="67500" bIns="42863" numCol="1" rtlCol="0" anchor="ctr" anchorCtr="0" compatLnSpc="1">
            <a:prstTxWarp prst="textNoShape">
              <a:avLst/>
            </a:prstTxWarp>
          </a:bodyPr>
          <a:lstStyle/>
          <a:p>
            <a:pPr marL="0" marR="0" indent="0" algn="ctr" defTabSz="857250" rtl="0" eaLnBrk="0" fontAlgn="base" latinLnBrk="0" hangingPunct="0">
              <a:lnSpc>
                <a:spcPct val="100000"/>
              </a:lnSpc>
              <a:spcBef>
                <a:spcPct val="50000"/>
              </a:spcBef>
              <a:spcAft>
                <a:spcPct val="0"/>
              </a:spcAft>
              <a:buClrTx/>
              <a:buSzTx/>
              <a:buFontTx/>
              <a:buNone/>
              <a:tabLst/>
            </a:pPr>
            <a:endParaRPr kumimoji="0" lang="en-CA" sz="1313" b="1" i="0" u="none" strike="noStrike" cap="none" normalizeH="0" baseline="0" noProof="0" dirty="0">
              <a:ln>
                <a:noFill/>
              </a:ln>
              <a:solidFill>
                <a:schemeClr val="bg1"/>
              </a:solidFill>
              <a:effectLst/>
              <a:latin typeface="+mn-lt"/>
              <a:ea typeface="+mn-ea"/>
            </a:endParaRPr>
          </a:p>
        </p:txBody>
      </p:sp>
      <p:sp>
        <p:nvSpPr>
          <p:cNvPr id="42" name="Right Brace 41">
            <a:extLst>
              <a:ext uri="{FF2B5EF4-FFF2-40B4-BE49-F238E27FC236}">
                <a16:creationId xmlns:a16="http://schemas.microsoft.com/office/drawing/2014/main" id="{8255D9E4-BC21-447B-812D-4307947A6137}"/>
              </a:ext>
            </a:extLst>
          </p:cNvPr>
          <p:cNvSpPr/>
          <p:nvPr userDrawn="1"/>
        </p:nvSpPr>
        <p:spPr>
          <a:xfrm>
            <a:off x="8670438" y="1412905"/>
            <a:ext cx="183808" cy="3739659"/>
          </a:xfrm>
          <a:prstGeom prst="rightBrace">
            <a:avLst>
              <a:gd name="adj1" fmla="val 8333"/>
              <a:gd name="adj2" fmla="val 10431"/>
            </a:avLst>
          </a:prstGeom>
          <a:ln w="1905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dirty="0"/>
          </a:p>
        </p:txBody>
      </p:sp>
    </p:spTree>
    <p:extLst>
      <p:ext uri="{BB962C8B-B14F-4D97-AF65-F5344CB8AC3E}">
        <p14:creationId xmlns:p14="http://schemas.microsoft.com/office/powerpoint/2010/main" val="439319839"/>
      </p:ext>
    </p:extLst>
  </p:cSld>
  <p:clrMapOvr>
    <a:masterClrMapping/>
  </p:clrMapOvr>
  <p:transition spd="med">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Save your them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996FB5E-AB21-4818-A75E-E19C9835C8CC}"/>
              </a:ext>
            </a:extLst>
          </p:cNvPr>
          <p:cNvSpPr/>
          <p:nvPr/>
        </p:nvSpPr>
        <p:spPr>
          <a:xfrm>
            <a:off x="550800" y="331200"/>
            <a:ext cx="11088000" cy="864000"/>
          </a:xfrm>
          <a:prstGeom prst="rect">
            <a:avLst/>
          </a:prstGeom>
        </p:spPr>
        <p:txBody>
          <a:bodyPr wrap="square" lIns="0" tIns="0" rIns="0" bIns="0">
            <a:noAutofit/>
          </a:bodyPr>
          <a:lstStyle/>
          <a:p>
            <a:pPr algn="l">
              <a:lnSpc>
                <a:spcPct val="89000"/>
              </a:lnSpc>
              <a:spcBef>
                <a:spcPts val="0"/>
              </a:spcBef>
            </a:pPr>
            <a:r>
              <a:rPr kumimoji="0" lang="en-CA" sz="3000" b="1" i="0" u="none" strike="noStrike" kern="0" cap="none" spc="0" normalizeH="0" baseline="0" noProof="0" dirty="0">
                <a:ln>
                  <a:noFill/>
                </a:ln>
                <a:solidFill>
                  <a:schemeClr val="accent2"/>
                </a:solidFill>
                <a:effectLst/>
                <a:uLnTx/>
                <a:uFillTx/>
                <a:latin typeface="+mn-lt"/>
                <a:ea typeface="+mn-ea"/>
                <a:cs typeface="+mn-cs"/>
              </a:rPr>
              <a:t>Save CAE theme </a:t>
            </a:r>
            <a:r>
              <a:rPr kumimoji="0" lang="en-CA" sz="3000" b="1" i="0" u="none" strike="noStrike" kern="0" cap="none" spc="0" normalizeH="0" baseline="0" noProof="0" dirty="0">
                <a:ln>
                  <a:noFill/>
                </a:ln>
                <a:solidFill>
                  <a:schemeClr val="tx2"/>
                </a:solidFill>
                <a:effectLst/>
                <a:uLnTx/>
                <a:uFillTx/>
                <a:latin typeface="+mn-lt"/>
                <a:ea typeface="+mn-ea"/>
                <a:cs typeface="+mn-cs"/>
              </a:rPr>
              <a:t>to easily reuse programmed colours and fonts across Microsoft Office</a:t>
            </a:r>
          </a:p>
        </p:txBody>
      </p:sp>
      <p:sp>
        <p:nvSpPr>
          <p:cNvPr id="3" name="Espace réservé du numéro de diapositive 2">
            <a:extLst>
              <a:ext uri="{FF2B5EF4-FFF2-40B4-BE49-F238E27FC236}">
                <a16:creationId xmlns:a16="http://schemas.microsoft.com/office/drawing/2014/main" id="{0DD7E86D-F61A-4DCD-88E1-F2C7631C6ABF}"/>
              </a:ext>
            </a:extLst>
          </p:cNvPr>
          <p:cNvSpPr>
            <a:spLocks noGrp="1"/>
          </p:cNvSpPr>
          <p:nvPr>
            <p:ph type="sldNum" sz="quarter" idx="10"/>
          </p:nvPr>
        </p:nvSpPr>
        <p:spPr/>
        <p:txBody>
          <a:bodyPr/>
          <a:lstStyle>
            <a:lvl1pPr>
              <a:defRPr>
                <a:latin typeface="+mn-lt"/>
              </a:defRPr>
            </a:lvl1pPr>
          </a:lstStyle>
          <a:p>
            <a:fld id="{9F13E4E3-EA9B-4FF8-B6C4-2516ED16E94E}" type="slidenum">
              <a:rPr lang="en-CA" smtClean="0"/>
              <a:t>‹#›</a:t>
            </a:fld>
            <a:endParaRPr lang="en-CA" dirty="0"/>
          </a:p>
        </p:txBody>
      </p:sp>
      <p:sp>
        <p:nvSpPr>
          <p:cNvPr id="9" name="Text Placeholder 9">
            <a:extLst>
              <a:ext uri="{FF2B5EF4-FFF2-40B4-BE49-F238E27FC236}">
                <a16:creationId xmlns:a16="http://schemas.microsoft.com/office/drawing/2014/main" id="{384B6DAB-BD96-404A-98DD-0A67AA631EBB}"/>
              </a:ext>
            </a:extLst>
          </p:cNvPr>
          <p:cNvSpPr txBox="1">
            <a:spLocks/>
          </p:cNvSpPr>
          <p:nvPr/>
        </p:nvSpPr>
        <p:spPr>
          <a:xfrm>
            <a:off x="1309159" y="4612290"/>
            <a:ext cx="10882841" cy="607739"/>
          </a:xfrm>
          <a:prstGeom prst="rect">
            <a:avLst/>
          </a:prstGeom>
          <a:solidFill>
            <a:schemeClr val="accent5"/>
          </a:solidFill>
          <a:ln>
            <a:noFill/>
          </a:ln>
        </p:spPr>
        <p:txBody>
          <a:bodyPr lIns="135000" tIns="42863" rIns="135000" anchor="ctr"/>
          <a:lstStyle>
            <a:lvl1pPr marL="0" marR="0" indent="0" algn="l" defTabSz="914400" rtl="0" eaLnBrk="1" fontAlgn="base" latinLnBrk="0" hangingPunct="1">
              <a:lnSpc>
                <a:spcPct val="100000"/>
              </a:lnSpc>
              <a:spcBef>
                <a:spcPct val="75000"/>
              </a:spcBef>
              <a:spcAft>
                <a:spcPct val="0"/>
              </a:spcAft>
              <a:buClr>
                <a:srgbClr val="3597BF"/>
              </a:buClr>
              <a:buSzPct val="85000"/>
              <a:buFont typeface="Wingdings" charset="0"/>
              <a:buNone/>
              <a:tabLst/>
              <a:defRPr sz="2000" b="1">
                <a:solidFill>
                  <a:schemeClr val="bg1"/>
                </a:solidFill>
                <a:latin typeface="+mn-lt"/>
                <a:ea typeface="+mn-ea"/>
                <a:cs typeface="+mn-cs"/>
              </a:defRPr>
            </a:lvl1pPr>
            <a:lvl2pPr marL="481013" indent="-195263" algn="l" rtl="0" eaLnBrk="1" fontAlgn="base" hangingPunct="1">
              <a:spcBef>
                <a:spcPct val="30000"/>
              </a:spcBef>
              <a:spcAft>
                <a:spcPct val="0"/>
              </a:spcAft>
              <a:buClr>
                <a:srgbClr val="3597BF"/>
              </a:buClr>
              <a:buSzPct val="85000"/>
              <a:buFont typeface="Wingdings" charset="0"/>
              <a:buChar char="n"/>
              <a:defRPr sz="1600">
                <a:solidFill>
                  <a:schemeClr val="accent1"/>
                </a:solidFill>
                <a:latin typeface="+mn-lt"/>
                <a:ea typeface="+mn-ea"/>
              </a:defRPr>
            </a:lvl2pPr>
            <a:lvl3pPr marL="668338" indent="-185738" algn="l" rtl="0" eaLnBrk="1" fontAlgn="base" hangingPunct="1">
              <a:spcBef>
                <a:spcPct val="20000"/>
              </a:spcBef>
              <a:spcAft>
                <a:spcPct val="0"/>
              </a:spcAft>
              <a:buClr>
                <a:srgbClr val="3597BF"/>
              </a:buClr>
              <a:buSzPct val="80000"/>
              <a:buFont typeface="Wingdings" charset="0"/>
              <a:buChar char="n"/>
              <a:defRPr sz="1400">
                <a:solidFill>
                  <a:schemeClr val="accent1"/>
                </a:solidFill>
                <a:latin typeface="+mn-lt"/>
                <a:ea typeface="+mn-ea"/>
              </a:defRPr>
            </a:lvl3pPr>
            <a:lvl4pPr marL="863600" indent="-193675" algn="l" rtl="0" eaLnBrk="1" fontAlgn="base" hangingPunct="1">
              <a:spcBef>
                <a:spcPct val="15000"/>
              </a:spcBef>
              <a:spcAft>
                <a:spcPct val="0"/>
              </a:spcAft>
              <a:buClr>
                <a:srgbClr val="3597BF"/>
              </a:buClr>
              <a:buSzPct val="80000"/>
              <a:buFont typeface="Wingdings" charset="0"/>
              <a:buChar char="n"/>
              <a:defRPr sz="1400">
                <a:solidFill>
                  <a:schemeClr val="accent1"/>
                </a:solidFill>
                <a:latin typeface="+mn-lt"/>
                <a:ea typeface="+mn-ea"/>
              </a:defRPr>
            </a:lvl4pPr>
            <a:lvl5pPr marL="2135188" indent="-228600" algn="l" rtl="0" eaLnBrk="1" fontAlgn="base" hangingPunct="1">
              <a:spcBef>
                <a:spcPct val="20000"/>
              </a:spcBef>
              <a:spcAft>
                <a:spcPct val="0"/>
              </a:spcAft>
              <a:buChar char="»"/>
              <a:defRPr sz="2000">
                <a:solidFill>
                  <a:schemeClr val="tx1"/>
                </a:solidFill>
                <a:latin typeface="+mn-lt"/>
                <a:ea typeface="+mn-ea"/>
              </a:defRPr>
            </a:lvl5pPr>
            <a:lvl6pPr marL="2592388" indent="-228600" algn="l" rtl="0" eaLnBrk="1" fontAlgn="base" hangingPunct="1">
              <a:spcBef>
                <a:spcPct val="20000"/>
              </a:spcBef>
              <a:spcAft>
                <a:spcPct val="0"/>
              </a:spcAft>
              <a:buChar char="»"/>
              <a:defRPr sz="2000">
                <a:solidFill>
                  <a:schemeClr val="tx1"/>
                </a:solidFill>
                <a:latin typeface="+mn-lt"/>
                <a:ea typeface="+mn-ea"/>
              </a:defRPr>
            </a:lvl6pPr>
            <a:lvl7pPr marL="3049588" indent="-228600" algn="l" rtl="0" eaLnBrk="1" fontAlgn="base" hangingPunct="1">
              <a:spcBef>
                <a:spcPct val="20000"/>
              </a:spcBef>
              <a:spcAft>
                <a:spcPct val="0"/>
              </a:spcAft>
              <a:buChar char="»"/>
              <a:defRPr sz="2000">
                <a:solidFill>
                  <a:schemeClr val="tx1"/>
                </a:solidFill>
                <a:latin typeface="+mn-lt"/>
                <a:ea typeface="+mn-ea"/>
              </a:defRPr>
            </a:lvl7pPr>
            <a:lvl8pPr marL="3506788" indent="-228600" algn="l" rtl="0" eaLnBrk="1" fontAlgn="base" hangingPunct="1">
              <a:spcBef>
                <a:spcPct val="20000"/>
              </a:spcBef>
              <a:spcAft>
                <a:spcPct val="0"/>
              </a:spcAft>
              <a:buChar char="»"/>
              <a:defRPr sz="2000">
                <a:solidFill>
                  <a:schemeClr val="tx1"/>
                </a:solidFill>
                <a:latin typeface="+mn-lt"/>
                <a:ea typeface="+mn-ea"/>
              </a:defRPr>
            </a:lvl8pPr>
            <a:lvl9pPr marL="3963988" indent="-228600" algn="l" rtl="0" eaLnBrk="1" fontAlgn="base" hangingPunct="1">
              <a:spcBef>
                <a:spcPct val="20000"/>
              </a:spcBef>
              <a:spcAft>
                <a:spcPct val="0"/>
              </a:spcAft>
              <a:buChar char="»"/>
              <a:defRPr sz="2000">
                <a:solidFill>
                  <a:schemeClr val="tx1"/>
                </a:solidFill>
                <a:latin typeface="+mn-lt"/>
                <a:ea typeface="+mn-ea"/>
              </a:defRPr>
            </a:lvl9pPr>
          </a:lstStyle>
          <a:p>
            <a:pPr>
              <a:tabLst>
                <a:tab pos="1518047" algn="l"/>
              </a:tabLst>
              <a:defRPr/>
            </a:pPr>
            <a:r>
              <a:rPr lang="en-CA" sz="1500" b="0" kern="0" noProof="0" dirty="0">
                <a:solidFill>
                  <a:schemeClr val="accent1"/>
                </a:solidFill>
                <a:latin typeface="+mn-lt"/>
              </a:rPr>
              <a:t>	</a:t>
            </a:r>
            <a:endParaRPr lang="en-CA" sz="1500" kern="0" noProof="0" dirty="0">
              <a:solidFill>
                <a:schemeClr val="accent1"/>
              </a:solidFill>
              <a:latin typeface="+mn-lt"/>
            </a:endParaRPr>
          </a:p>
        </p:txBody>
      </p:sp>
      <p:sp>
        <p:nvSpPr>
          <p:cNvPr id="10" name="Text Placeholder 9">
            <a:extLst>
              <a:ext uri="{FF2B5EF4-FFF2-40B4-BE49-F238E27FC236}">
                <a16:creationId xmlns:a16="http://schemas.microsoft.com/office/drawing/2014/main" id="{1CF603F1-A9C2-4A5C-AAE9-2EFCEEC223BF}"/>
              </a:ext>
            </a:extLst>
          </p:cNvPr>
          <p:cNvSpPr txBox="1">
            <a:spLocks/>
          </p:cNvSpPr>
          <p:nvPr/>
        </p:nvSpPr>
        <p:spPr>
          <a:xfrm>
            <a:off x="1309159" y="5531819"/>
            <a:ext cx="10882841" cy="607739"/>
          </a:xfrm>
          <a:prstGeom prst="rect">
            <a:avLst/>
          </a:prstGeom>
          <a:solidFill>
            <a:schemeClr val="accent5"/>
          </a:solidFill>
          <a:ln>
            <a:noFill/>
          </a:ln>
        </p:spPr>
        <p:txBody>
          <a:bodyPr lIns="135000" tIns="42863" rIns="135000" anchor="ctr"/>
          <a:lstStyle>
            <a:lvl1pPr marL="0" marR="0" indent="0" algn="l" defTabSz="914400" rtl="0" eaLnBrk="1" fontAlgn="base" latinLnBrk="0" hangingPunct="1">
              <a:lnSpc>
                <a:spcPct val="100000"/>
              </a:lnSpc>
              <a:spcBef>
                <a:spcPct val="75000"/>
              </a:spcBef>
              <a:spcAft>
                <a:spcPct val="0"/>
              </a:spcAft>
              <a:buClr>
                <a:srgbClr val="3597BF"/>
              </a:buClr>
              <a:buSzPct val="85000"/>
              <a:buFont typeface="Wingdings" charset="0"/>
              <a:buNone/>
              <a:tabLst/>
              <a:defRPr sz="2000" b="1">
                <a:solidFill>
                  <a:schemeClr val="bg1"/>
                </a:solidFill>
                <a:latin typeface="+mn-lt"/>
                <a:ea typeface="+mn-ea"/>
                <a:cs typeface="+mn-cs"/>
              </a:defRPr>
            </a:lvl1pPr>
            <a:lvl2pPr marL="481013" indent="-195263" algn="l" rtl="0" eaLnBrk="1" fontAlgn="base" hangingPunct="1">
              <a:spcBef>
                <a:spcPct val="30000"/>
              </a:spcBef>
              <a:spcAft>
                <a:spcPct val="0"/>
              </a:spcAft>
              <a:buClr>
                <a:srgbClr val="3597BF"/>
              </a:buClr>
              <a:buSzPct val="85000"/>
              <a:buFont typeface="Wingdings" charset="0"/>
              <a:buChar char="n"/>
              <a:defRPr sz="1600">
                <a:solidFill>
                  <a:schemeClr val="accent1"/>
                </a:solidFill>
                <a:latin typeface="+mn-lt"/>
                <a:ea typeface="+mn-ea"/>
              </a:defRPr>
            </a:lvl2pPr>
            <a:lvl3pPr marL="668338" indent="-185738" algn="l" rtl="0" eaLnBrk="1" fontAlgn="base" hangingPunct="1">
              <a:spcBef>
                <a:spcPct val="20000"/>
              </a:spcBef>
              <a:spcAft>
                <a:spcPct val="0"/>
              </a:spcAft>
              <a:buClr>
                <a:srgbClr val="3597BF"/>
              </a:buClr>
              <a:buSzPct val="80000"/>
              <a:buFont typeface="Wingdings" charset="0"/>
              <a:buChar char="n"/>
              <a:defRPr sz="1400">
                <a:solidFill>
                  <a:schemeClr val="accent1"/>
                </a:solidFill>
                <a:latin typeface="+mn-lt"/>
                <a:ea typeface="+mn-ea"/>
              </a:defRPr>
            </a:lvl3pPr>
            <a:lvl4pPr marL="863600" indent="-193675" algn="l" rtl="0" eaLnBrk="1" fontAlgn="base" hangingPunct="1">
              <a:spcBef>
                <a:spcPct val="15000"/>
              </a:spcBef>
              <a:spcAft>
                <a:spcPct val="0"/>
              </a:spcAft>
              <a:buClr>
                <a:srgbClr val="3597BF"/>
              </a:buClr>
              <a:buSzPct val="80000"/>
              <a:buFont typeface="Wingdings" charset="0"/>
              <a:buChar char="n"/>
              <a:defRPr sz="1400">
                <a:solidFill>
                  <a:schemeClr val="accent1"/>
                </a:solidFill>
                <a:latin typeface="+mn-lt"/>
                <a:ea typeface="+mn-ea"/>
              </a:defRPr>
            </a:lvl4pPr>
            <a:lvl5pPr marL="2135188" indent="-228600" algn="l" rtl="0" eaLnBrk="1" fontAlgn="base" hangingPunct="1">
              <a:spcBef>
                <a:spcPct val="20000"/>
              </a:spcBef>
              <a:spcAft>
                <a:spcPct val="0"/>
              </a:spcAft>
              <a:buChar char="»"/>
              <a:defRPr sz="2000">
                <a:solidFill>
                  <a:schemeClr val="tx1"/>
                </a:solidFill>
                <a:latin typeface="+mn-lt"/>
                <a:ea typeface="+mn-ea"/>
              </a:defRPr>
            </a:lvl5pPr>
            <a:lvl6pPr marL="2592388" indent="-228600" algn="l" rtl="0" eaLnBrk="1" fontAlgn="base" hangingPunct="1">
              <a:spcBef>
                <a:spcPct val="20000"/>
              </a:spcBef>
              <a:spcAft>
                <a:spcPct val="0"/>
              </a:spcAft>
              <a:buChar char="»"/>
              <a:defRPr sz="2000">
                <a:solidFill>
                  <a:schemeClr val="tx1"/>
                </a:solidFill>
                <a:latin typeface="+mn-lt"/>
                <a:ea typeface="+mn-ea"/>
              </a:defRPr>
            </a:lvl6pPr>
            <a:lvl7pPr marL="3049588" indent="-228600" algn="l" rtl="0" eaLnBrk="1" fontAlgn="base" hangingPunct="1">
              <a:spcBef>
                <a:spcPct val="20000"/>
              </a:spcBef>
              <a:spcAft>
                <a:spcPct val="0"/>
              </a:spcAft>
              <a:buChar char="»"/>
              <a:defRPr sz="2000">
                <a:solidFill>
                  <a:schemeClr val="tx1"/>
                </a:solidFill>
                <a:latin typeface="+mn-lt"/>
                <a:ea typeface="+mn-ea"/>
              </a:defRPr>
            </a:lvl7pPr>
            <a:lvl8pPr marL="3506788" indent="-228600" algn="l" rtl="0" eaLnBrk="1" fontAlgn="base" hangingPunct="1">
              <a:spcBef>
                <a:spcPct val="20000"/>
              </a:spcBef>
              <a:spcAft>
                <a:spcPct val="0"/>
              </a:spcAft>
              <a:buChar char="»"/>
              <a:defRPr sz="2000">
                <a:solidFill>
                  <a:schemeClr val="tx1"/>
                </a:solidFill>
                <a:latin typeface="+mn-lt"/>
                <a:ea typeface="+mn-ea"/>
              </a:defRPr>
            </a:lvl8pPr>
            <a:lvl9pPr marL="3963988" indent="-228600" algn="l" rtl="0" eaLnBrk="1" fontAlgn="base" hangingPunct="1">
              <a:spcBef>
                <a:spcPct val="20000"/>
              </a:spcBef>
              <a:spcAft>
                <a:spcPct val="0"/>
              </a:spcAft>
              <a:buChar char="»"/>
              <a:defRPr sz="2000">
                <a:solidFill>
                  <a:schemeClr val="tx1"/>
                </a:solidFill>
                <a:latin typeface="+mn-lt"/>
                <a:ea typeface="+mn-ea"/>
              </a:defRPr>
            </a:lvl9pPr>
          </a:lstStyle>
          <a:p>
            <a:pPr>
              <a:tabLst>
                <a:tab pos="1518047" algn="l"/>
              </a:tabLst>
              <a:defRPr/>
            </a:pPr>
            <a:r>
              <a:rPr lang="en-CA" sz="1500" b="0" kern="0" noProof="0" dirty="0">
                <a:solidFill>
                  <a:schemeClr val="accent1"/>
                </a:solidFill>
                <a:latin typeface="+mn-lt"/>
              </a:rPr>
              <a:t>	</a:t>
            </a:r>
            <a:endParaRPr lang="en-CA" sz="1500" kern="0" noProof="0" dirty="0">
              <a:solidFill>
                <a:schemeClr val="accent1"/>
              </a:solidFill>
              <a:latin typeface="+mn-lt"/>
            </a:endParaRPr>
          </a:p>
        </p:txBody>
      </p:sp>
      <p:sp>
        <p:nvSpPr>
          <p:cNvPr id="11" name="Text Placeholder 2">
            <a:extLst>
              <a:ext uri="{FF2B5EF4-FFF2-40B4-BE49-F238E27FC236}">
                <a16:creationId xmlns:a16="http://schemas.microsoft.com/office/drawing/2014/main" id="{F45AA59A-9137-4251-90DD-9E692DF4924A}"/>
              </a:ext>
            </a:extLst>
          </p:cNvPr>
          <p:cNvSpPr txBox="1">
            <a:spLocks/>
          </p:cNvSpPr>
          <p:nvPr/>
        </p:nvSpPr>
        <p:spPr>
          <a:xfrm>
            <a:off x="1447305" y="1412776"/>
            <a:ext cx="10452595" cy="1965507"/>
          </a:xfrm>
          <a:prstGeom prst="rect">
            <a:avLst/>
          </a:prstGeom>
          <a:noFill/>
        </p:spPr>
        <p:txBody>
          <a:bodyPr lIns="85725" anchor="ctr"/>
          <a:lstStyle>
            <a:lvl1pPr marL="287338" indent="-233363" algn="l" rtl="0" eaLnBrk="1" fontAlgn="base" hangingPunct="1">
              <a:spcBef>
                <a:spcPts val="800"/>
              </a:spcBef>
              <a:spcAft>
                <a:spcPct val="0"/>
              </a:spcAft>
              <a:buClr>
                <a:srgbClr val="3597BF"/>
              </a:buClr>
              <a:buSzPct val="85000"/>
              <a:buFont typeface="Wingdings" charset="0"/>
              <a:buChar char="n"/>
              <a:defRPr sz="1800" baseline="0">
                <a:solidFill>
                  <a:schemeClr val="accent1"/>
                </a:solidFill>
                <a:latin typeface="+mn-lt"/>
                <a:ea typeface="+mn-ea"/>
                <a:cs typeface="+mn-cs"/>
              </a:defRPr>
            </a:lvl1pPr>
            <a:lvl2pPr marL="481013" indent="-195263" algn="l" rtl="0" eaLnBrk="1" fontAlgn="base" hangingPunct="1">
              <a:spcBef>
                <a:spcPts val="200"/>
              </a:spcBef>
              <a:spcAft>
                <a:spcPct val="0"/>
              </a:spcAft>
              <a:buClr>
                <a:srgbClr val="3597BF"/>
              </a:buClr>
              <a:buSzPct val="85000"/>
              <a:buFont typeface="Wingdings" charset="0"/>
              <a:buChar char="n"/>
              <a:defRPr sz="1600" baseline="0">
                <a:solidFill>
                  <a:schemeClr val="accent1"/>
                </a:solidFill>
                <a:latin typeface="+mn-lt"/>
                <a:ea typeface="+mn-ea"/>
              </a:defRPr>
            </a:lvl2pPr>
            <a:lvl3pPr marL="627063" indent="-144463" algn="l" rtl="0" eaLnBrk="1" fontAlgn="base" hangingPunct="1">
              <a:spcBef>
                <a:spcPts val="0"/>
              </a:spcBef>
              <a:spcAft>
                <a:spcPct val="0"/>
              </a:spcAft>
              <a:buClr>
                <a:srgbClr val="3597BF"/>
              </a:buClr>
              <a:buSzPct val="80000"/>
              <a:buFont typeface="Wingdings" charset="0"/>
              <a:buChar char="n"/>
              <a:defRPr sz="1400" baseline="0">
                <a:solidFill>
                  <a:schemeClr val="accent1"/>
                </a:solidFill>
                <a:latin typeface="+mn-lt"/>
                <a:ea typeface="+mn-ea"/>
              </a:defRPr>
            </a:lvl3pPr>
            <a:lvl4pPr marL="863600" indent="-193675" algn="l" rtl="0" eaLnBrk="1" fontAlgn="base" hangingPunct="1">
              <a:spcBef>
                <a:spcPct val="15000"/>
              </a:spcBef>
              <a:spcAft>
                <a:spcPct val="0"/>
              </a:spcAft>
              <a:buClr>
                <a:srgbClr val="3597BF"/>
              </a:buClr>
              <a:buSzPct val="80000"/>
              <a:buFont typeface="Wingdings" charset="0"/>
              <a:buChar char="n"/>
              <a:defRPr sz="1400">
                <a:solidFill>
                  <a:schemeClr val="accent1"/>
                </a:solidFill>
                <a:latin typeface="+mn-lt"/>
                <a:ea typeface="+mn-ea"/>
              </a:defRPr>
            </a:lvl4pPr>
            <a:lvl5pPr marL="2135188" indent="-228600" algn="l" rtl="0" eaLnBrk="1" fontAlgn="base" hangingPunct="1">
              <a:spcBef>
                <a:spcPct val="20000"/>
              </a:spcBef>
              <a:spcAft>
                <a:spcPct val="0"/>
              </a:spcAft>
              <a:buChar char="»"/>
              <a:defRPr sz="2000">
                <a:solidFill>
                  <a:schemeClr val="tx1"/>
                </a:solidFill>
                <a:latin typeface="+mn-lt"/>
                <a:ea typeface="+mn-ea"/>
              </a:defRPr>
            </a:lvl5pPr>
            <a:lvl6pPr marL="2592388" indent="-228600" algn="l" rtl="0" eaLnBrk="1" fontAlgn="base" hangingPunct="1">
              <a:spcBef>
                <a:spcPct val="20000"/>
              </a:spcBef>
              <a:spcAft>
                <a:spcPct val="0"/>
              </a:spcAft>
              <a:buChar char="»"/>
              <a:defRPr sz="2000">
                <a:solidFill>
                  <a:schemeClr val="tx1"/>
                </a:solidFill>
                <a:latin typeface="+mn-lt"/>
                <a:ea typeface="+mn-ea"/>
              </a:defRPr>
            </a:lvl6pPr>
            <a:lvl7pPr marL="3049588" indent="-228600" algn="l" rtl="0" eaLnBrk="1" fontAlgn="base" hangingPunct="1">
              <a:spcBef>
                <a:spcPct val="20000"/>
              </a:spcBef>
              <a:spcAft>
                <a:spcPct val="0"/>
              </a:spcAft>
              <a:buChar char="»"/>
              <a:defRPr sz="2000">
                <a:solidFill>
                  <a:schemeClr val="tx1"/>
                </a:solidFill>
                <a:latin typeface="+mn-lt"/>
                <a:ea typeface="+mn-ea"/>
              </a:defRPr>
            </a:lvl7pPr>
            <a:lvl8pPr marL="3506788" indent="-228600" algn="l" rtl="0" eaLnBrk="1" fontAlgn="base" hangingPunct="1">
              <a:spcBef>
                <a:spcPct val="20000"/>
              </a:spcBef>
              <a:spcAft>
                <a:spcPct val="0"/>
              </a:spcAft>
              <a:buChar char="»"/>
              <a:defRPr sz="2000">
                <a:solidFill>
                  <a:schemeClr val="tx1"/>
                </a:solidFill>
                <a:latin typeface="+mn-lt"/>
                <a:ea typeface="+mn-ea"/>
              </a:defRPr>
            </a:lvl8pPr>
            <a:lvl9pPr marL="3963988" indent="-228600" algn="l" rtl="0" eaLnBrk="1" fontAlgn="base" hangingPunct="1">
              <a:spcBef>
                <a:spcPct val="20000"/>
              </a:spcBef>
              <a:spcAft>
                <a:spcPct val="0"/>
              </a:spcAft>
              <a:buChar char="»"/>
              <a:defRPr sz="2000">
                <a:solidFill>
                  <a:schemeClr val="tx1"/>
                </a:solidFill>
                <a:latin typeface="+mn-lt"/>
                <a:ea typeface="+mn-ea"/>
              </a:defRPr>
            </a:lvl9pPr>
          </a:lstStyle>
          <a:p>
            <a:pPr marL="321469" lvl="0" indent="-321469" algn="l" defTabSz="612019" rtl="0" eaLnBrk="1" fontAlgn="base" hangingPunct="1">
              <a:spcBef>
                <a:spcPts val="938"/>
              </a:spcBef>
              <a:spcAft>
                <a:spcPts val="0"/>
              </a:spcAft>
              <a:buClr>
                <a:schemeClr val="tx2"/>
              </a:buClr>
              <a:buSzPct val="100000"/>
              <a:buFont typeface="+mj-lt"/>
              <a:buAutoNum type="arabicPeriod"/>
            </a:pPr>
            <a:r>
              <a:rPr lang="en-CA" sz="1600" kern="1200" noProof="0" dirty="0">
                <a:solidFill>
                  <a:schemeClr val="tx2"/>
                </a:solidFill>
                <a:latin typeface="+mn-lt"/>
                <a:ea typeface="+mn-ea"/>
                <a:cs typeface="+mn-cs"/>
              </a:rPr>
              <a:t>Open your PPT Corporate template and click on the </a:t>
            </a:r>
            <a:r>
              <a:rPr lang="en-CA" sz="1600" b="1" kern="1200" noProof="0" dirty="0">
                <a:solidFill>
                  <a:schemeClr val="tx2"/>
                </a:solidFill>
                <a:latin typeface="+mn-lt"/>
                <a:ea typeface="+mn-ea"/>
                <a:cs typeface="+mn-cs"/>
              </a:rPr>
              <a:t>Design menu</a:t>
            </a:r>
            <a:r>
              <a:rPr lang="en-CA" sz="1600" kern="1200" noProof="0" dirty="0">
                <a:solidFill>
                  <a:schemeClr val="tx2"/>
                </a:solidFill>
                <a:latin typeface="+mn-lt"/>
                <a:ea typeface="+mn-ea"/>
                <a:cs typeface="+mn-cs"/>
              </a:rPr>
              <a:t> tab in PowerPoint</a:t>
            </a:r>
          </a:p>
          <a:p>
            <a:pPr marL="321469" lvl="0" indent="-321469" algn="l" defTabSz="612019" rtl="0" eaLnBrk="1" fontAlgn="base" hangingPunct="1">
              <a:spcBef>
                <a:spcPts val="938"/>
              </a:spcBef>
              <a:spcAft>
                <a:spcPts val="0"/>
              </a:spcAft>
              <a:buClr>
                <a:schemeClr val="tx2"/>
              </a:buClr>
              <a:buSzPct val="100000"/>
              <a:buFont typeface="+mj-lt"/>
              <a:buAutoNum type="arabicPeriod"/>
            </a:pPr>
            <a:r>
              <a:rPr lang="en-CA" sz="1600" b="0" kern="1200" noProof="0" dirty="0">
                <a:solidFill>
                  <a:schemeClr val="tx2"/>
                </a:solidFill>
                <a:latin typeface="+mn-lt"/>
                <a:ea typeface="+mn-ea"/>
                <a:cs typeface="+mn-cs"/>
              </a:rPr>
              <a:t>On the right of the theme images (those with the </a:t>
            </a:r>
            <a:r>
              <a:rPr lang="en-CA" sz="1600" b="0" kern="1200" baseline="0" noProof="0" dirty="0">
                <a:solidFill>
                  <a:schemeClr val="tx2"/>
                </a:solidFill>
                <a:latin typeface="+mn-lt"/>
                <a:ea typeface="+mn-ea"/>
                <a:cs typeface="+mn-cs"/>
              </a:rPr>
              <a:t>"Aa“ </a:t>
            </a:r>
            <a:r>
              <a:rPr lang="en-CA" sz="1600" b="0" kern="1200" noProof="0" dirty="0">
                <a:solidFill>
                  <a:schemeClr val="tx2"/>
                </a:solidFill>
                <a:latin typeface="+mn-lt"/>
                <a:ea typeface="+mn-ea"/>
                <a:cs typeface="+mn-cs"/>
              </a:rPr>
              <a:t>letters)</a:t>
            </a:r>
            <a:r>
              <a:rPr lang="en-CA" sz="1600" kern="1200" noProof="0" dirty="0">
                <a:solidFill>
                  <a:schemeClr val="tx2"/>
                </a:solidFill>
                <a:latin typeface="+mn-lt"/>
                <a:ea typeface="+mn-ea"/>
                <a:cs typeface="+mn-cs"/>
              </a:rPr>
              <a:t>, click on the </a:t>
            </a:r>
            <a:r>
              <a:rPr lang="en-CA" sz="1600" b="1" kern="1200" noProof="0" dirty="0">
                <a:solidFill>
                  <a:schemeClr val="tx2"/>
                </a:solidFill>
                <a:latin typeface="+mn-lt"/>
                <a:ea typeface="+mn-ea"/>
                <a:cs typeface="+mn-cs"/>
              </a:rPr>
              <a:t>scroll-down</a:t>
            </a:r>
            <a:r>
              <a:rPr lang="en-CA" sz="1600" kern="1200" baseline="0" noProof="0" dirty="0">
                <a:solidFill>
                  <a:schemeClr val="tx2"/>
                </a:solidFill>
                <a:latin typeface="+mn-lt"/>
                <a:ea typeface="+mn-ea"/>
                <a:cs typeface="+mn-cs"/>
              </a:rPr>
              <a:t> button </a:t>
            </a:r>
            <a:br>
              <a:rPr lang="en-CA" sz="1600" kern="1200" baseline="0" noProof="0" dirty="0">
                <a:solidFill>
                  <a:schemeClr val="tx2"/>
                </a:solidFill>
                <a:latin typeface="+mn-lt"/>
                <a:ea typeface="+mn-ea"/>
                <a:cs typeface="+mn-cs"/>
              </a:rPr>
            </a:br>
            <a:r>
              <a:rPr lang="en-CA" sz="1600" kern="1200" baseline="0" noProof="0" dirty="0">
                <a:solidFill>
                  <a:schemeClr val="tx2"/>
                </a:solidFill>
                <a:latin typeface="+mn-lt"/>
                <a:ea typeface="+mn-ea"/>
                <a:cs typeface="+mn-cs"/>
              </a:rPr>
              <a:t>to open a window </a:t>
            </a:r>
          </a:p>
          <a:p>
            <a:pPr marL="321469" lvl="0" indent="-321469" algn="l" defTabSz="612019" rtl="0" eaLnBrk="1" fontAlgn="base" hangingPunct="1">
              <a:spcBef>
                <a:spcPts val="938"/>
              </a:spcBef>
              <a:spcAft>
                <a:spcPts val="0"/>
              </a:spcAft>
              <a:buClr>
                <a:schemeClr val="tx2"/>
              </a:buClr>
              <a:buSzPct val="100000"/>
              <a:buFont typeface="+mj-lt"/>
              <a:buAutoNum type="arabicPeriod"/>
            </a:pPr>
            <a:r>
              <a:rPr lang="en-CA" sz="1600" kern="1200" baseline="0" noProof="0" dirty="0">
                <a:solidFill>
                  <a:schemeClr val="tx2"/>
                </a:solidFill>
                <a:latin typeface="+mn-lt"/>
                <a:ea typeface="+mn-ea"/>
                <a:cs typeface="+mn-cs"/>
              </a:rPr>
              <a:t>Click on </a:t>
            </a:r>
            <a:r>
              <a:rPr lang="en-CA" sz="1600" b="1" kern="1200" baseline="0" noProof="0" dirty="0">
                <a:solidFill>
                  <a:schemeClr val="tx2"/>
                </a:solidFill>
                <a:latin typeface="+mn-lt"/>
                <a:ea typeface="+mn-ea"/>
                <a:cs typeface="+mn-cs"/>
              </a:rPr>
              <a:t>Save Current Theme </a:t>
            </a:r>
            <a:r>
              <a:rPr lang="en-CA" sz="1600" kern="1200" baseline="0" noProof="0" dirty="0">
                <a:solidFill>
                  <a:schemeClr val="tx2"/>
                </a:solidFill>
                <a:latin typeface="+mn-lt"/>
                <a:ea typeface="+mn-ea"/>
                <a:cs typeface="+mn-cs"/>
              </a:rPr>
              <a:t>menu option at the bottom of this window</a:t>
            </a:r>
            <a:endParaRPr lang="en-CA" sz="1600" b="0" kern="1200" noProof="0" dirty="0">
              <a:solidFill>
                <a:schemeClr val="tx2"/>
              </a:solidFill>
              <a:latin typeface="+mn-lt"/>
              <a:ea typeface="+mn-ea"/>
              <a:cs typeface="+mn-cs"/>
            </a:endParaRPr>
          </a:p>
          <a:p>
            <a:pPr marL="321469" lvl="0" indent="-321469" algn="l" defTabSz="612019" rtl="0" eaLnBrk="1" fontAlgn="base" hangingPunct="1">
              <a:spcBef>
                <a:spcPts val="938"/>
              </a:spcBef>
              <a:spcAft>
                <a:spcPts val="0"/>
              </a:spcAft>
              <a:buClr>
                <a:schemeClr val="tx2"/>
              </a:buClr>
              <a:buSzPct val="100000"/>
              <a:buFont typeface="+mj-lt"/>
              <a:buAutoNum type="arabicPeriod"/>
            </a:pPr>
            <a:r>
              <a:rPr lang="en-CA" sz="1600" kern="1200" baseline="0" noProof="0" dirty="0">
                <a:solidFill>
                  <a:schemeClr val="tx2"/>
                </a:solidFill>
                <a:latin typeface="+mn-lt"/>
                <a:ea typeface="+mn-ea"/>
                <a:cs typeface="+mn-cs"/>
              </a:rPr>
              <a:t>Rename the theme to be saved as </a:t>
            </a:r>
            <a:r>
              <a:rPr lang="en-CA" sz="1600" i="1" kern="1200" noProof="0" dirty="0">
                <a:solidFill>
                  <a:schemeClr val="tx2"/>
                </a:solidFill>
                <a:latin typeface="+mn-lt"/>
                <a:ea typeface="+mn-ea"/>
                <a:cs typeface="+mn-cs"/>
              </a:rPr>
              <a:t>CAE</a:t>
            </a:r>
            <a:r>
              <a:rPr lang="en-CA" sz="1600" i="1" kern="1200" baseline="0" noProof="0" dirty="0">
                <a:solidFill>
                  <a:schemeClr val="tx2"/>
                </a:solidFill>
                <a:latin typeface="+mn-lt"/>
                <a:ea typeface="+mn-ea"/>
                <a:cs typeface="+mn-cs"/>
              </a:rPr>
              <a:t> Theme </a:t>
            </a:r>
            <a:r>
              <a:rPr lang="en-CA" sz="1600" i="1" kern="1200" noProof="0" dirty="0">
                <a:solidFill>
                  <a:schemeClr val="tx2"/>
                </a:solidFill>
                <a:latin typeface="+mn-lt"/>
                <a:ea typeface="+mn-ea"/>
                <a:cs typeface="+mn-cs"/>
              </a:rPr>
              <a:t>16-9</a:t>
            </a:r>
            <a:r>
              <a:rPr lang="en-CA" sz="1600" i="1" kern="1200" baseline="0" noProof="0" dirty="0">
                <a:solidFill>
                  <a:schemeClr val="tx2"/>
                </a:solidFill>
                <a:latin typeface="+mn-lt"/>
                <a:ea typeface="+mn-ea"/>
                <a:cs typeface="+mn-cs"/>
              </a:rPr>
              <a:t> </a:t>
            </a:r>
            <a:r>
              <a:rPr lang="en-CA" sz="1600" i="1" kern="1200" noProof="0" dirty="0">
                <a:solidFill>
                  <a:schemeClr val="tx2"/>
                </a:solidFill>
                <a:latin typeface="+mn-lt"/>
                <a:ea typeface="+mn-ea"/>
                <a:cs typeface="+mn-cs"/>
              </a:rPr>
              <a:t>Eng,</a:t>
            </a:r>
            <a:r>
              <a:rPr lang="en-CA" sz="1600" kern="1200" noProof="0" dirty="0">
                <a:solidFill>
                  <a:schemeClr val="tx2"/>
                </a:solidFill>
                <a:latin typeface="+mn-lt"/>
                <a:ea typeface="+mn-ea"/>
                <a:cs typeface="+mn-cs"/>
              </a:rPr>
              <a:t> then click on </a:t>
            </a:r>
            <a:r>
              <a:rPr lang="en-CA" sz="1600" b="1" kern="1200" noProof="0" dirty="0">
                <a:solidFill>
                  <a:schemeClr val="tx2"/>
                </a:solidFill>
                <a:latin typeface="+mn-lt"/>
                <a:ea typeface="+mn-ea"/>
                <a:cs typeface="+mn-cs"/>
              </a:rPr>
              <a:t>Save</a:t>
            </a:r>
            <a:r>
              <a:rPr lang="en-CA" sz="1600" kern="1200" noProof="0" dirty="0">
                <a:solidFill>
                  <a:schemeClr val="tx2"/>
                </a:solidFill>
                <a:latin typeface="+mn-lt"/>
                <a:ea typeface="+mn-ea"/>
                <a:cs typeface="+mn-cs"/>
              </a:rPr>
              <a:t> </a:t>
            </a:r>
            <a:br>
              <a:rPr lang="en-CA" sz="1600" kern="1200" noProof="0" dirty="0">
                <a:solidFill>
                  <a:schemeClr val="tx2"/>
                </a:solidFill>
                <a:latin typeface="+mn-lt"/>
                <a:ea typeface="+mn-ea"/>
                <a:cs typeface="+mn-cs"/>
              </a:rPr>
            </a:br>
            <a:r>
              <a:rPr lang="en-CA" sz="1600" b="0" kern="1200" noProof="0" dirty="0">
                <a:solidFill>
                  <a:schemeClr val="tx2"/>
                </a:solidFill>
                <a:latin typeface="+mn-lt"/>
                <a:ea typeface="+mn-ea"/>
                <a:cs typeface="+mn-cs"/>
              </a:rPr>
              <a:t>without changing the proposed default back-up file</a:t>
            </a:r>
          </a:p>
        </p:txBody>
      </p:sp>
      <p:sp>
        <p:nvSpPr>
          <p:cNvPr id="13" name="Text Placeholder 9">
            <a:extLst>
              <a:ext uri="{FF2B5EF4-FFF2-40B4-BE49-F238E27FC236}">
                <a16:creationId xmlns:a16="http://schemas.microsoft.com/office/drawing/2014/main" id="{8E30E191-492C-4157-B20A-1ABBBE745BB3}"/>
              </a:ext>
            </a:extLst>
          </p:cNvPr>
          <p:cNvSpPr txBox="1">
            <a:spLocks/>
          </p:cNvSpPr>
          <p:nvPr/>
        </p:nvSpPr>
        <p:spPr>
          <a:xfrm>
            <a:off x="1309159" y="3704454"/>
            <a:ext cx="10882841" cy="607739"/>
          </a:xfrm>
          <a:prstGeom prst="rect">
            <a:avLst/>
          </a:prstGeom>
          <a:solidFill>
            <a:schemeClr val="accent5"/>
          </a:solidFill>
          <a:ln>
            <a:noFill/>
          </a:ln>
        </p:spPr>
        <p:txBody>
          <a:bodyPr lIns="135000" tIns="42863" rIns="135000" anchor="ctr"/>
          <a:lstStyle>
            <a:lvl1pPr marL="0" marR="0" indent="0" algn="l" defTabSz="914400" rtl="0" eaLnBrk="1" fontAlgn="base" latinLnBrk="0" hangingPunct="1">
              <a:lnSpc>
                <a:spcPct val="100000"/>
              </a:lnSpc>
              <a:spcBef>
                <a:spcPct val="75000"/>
              </a:spcBef>
              <a:spcAft>
                <a:spcPct val="0"/>
              </a:spcAft>
              <a:buClr>
                <a:srgbClr val="3597BF"/>
              </a:buClr>
              <a:buSzPct val="85000"/>
              <a:buFont typeface="Wingdings" charset="0"/>
              <a:buNone/>
              <a:tabLst/>
              <a:defRPr sz="2000" b="1">
                <a:solidFill>
                  <a:schemeClr val="bg1"/>
                </a:solidFill>
                <a:latin typeface="+mn-lt"/>
                <a:ea typeface="+mn-ea"/>
                <a:cs typeface="+mn-cs"/>
              </a:defRPr>
            </a:lvl1pPr>
            <a:lvl2pPr marL="481013" indent="-195263" algn="l" rtl="0" eaLnBrk="1" fontAlgn="base" hangingPunct="1">
              <a:spcBef>
                <a:spcPct val="30000"/>
              </a:spcBef>
              <a:spcAft>
                <a:spcPct val="0"/>
              </a:spcAft>
              <a:buClr>
                <a:srgbClr val="3597BF"/>
              </a:buClr>
              <a:buSzPct val="85000"/>
              <a:buFont typeface="Wingdings" charset="0"/>
              <a:buChar char="n"/>
              <a:defRPr sz="1600">
                <a:solidFill>
                  <a:schemeClr val="accent1"/>
                </a:solidFill>
                <a:latin typeface="+mn-lt"/>
                <a:ea typeface="+mn-ea"/>
              </a:defRPr>
            </a:lvl2pPr>
            <a:lvl3pPr marL="668338" indent="-185738" algn="l" rtl="0" eaLnBrk="1" fontAlgn="base" hangingPunct="1">
              <a:spcBef>
                <a:spcPct val="20000"/>
              </a:spcBef>
              <a:spcAft>
                <a:spcPct val="0"/>
              </a:spcAft>
              <a:buClr>
                <a:srgbClr val="3597BF"/>
              </a:buClr>
              <a:buSzPct val="80000"/>
              <a:buFont typeface="Wingdings" charset="0"/>
              <a:buChar char="n"/>
              <a:defRPr sz="1400">
                <a:solidFill>
                  <a:schemeClr val="accent1"/>
                </a:solidFill>
                <a:latin typeface="+mn-lt"/>
                <a:ea typeface="+mn-ea"/>
              </a:defRPr>
            </a:lvl3pPr>
            <a:lvl4pPr marL="863600" indent="-193675" algn="l" rtl="0" eaLnBrk="1" fontAlgn="base" hangingPunct="1">
              <a:spcBef>
                <a:spcPct val="15000"/>
              </a:spcBef>
              <a:spcAft>
                <a:spcPct val="0"/>
              </a:spcAft>
              <a:buClr>
                <a:srgbClr val="3597BF"/>
              </a:buClr>
              <a:buSzPct val="80000"/>
              <a:buFont typeface="Wingdings" charset="0"/>
              <a:buChar char="n"/>
              <a:defRPr sz="1400">
                <a:solidFill>
                  <a:schemeClr val="accent1"/>
                </a:solidFill>
                <a:latin typeface="+mn-lt"/>
                <a:ea typeface="+mn-ea"/>
              </a:defRPr>
            </a:lvl4pPr>
            <a:lvl5pPr marL="2135188" indent="-228600" algn="l" rtl="0" eaLnBrk="1" fontAlgn="base" hangingPunct="1">
              <a:spcBef>
                <a:spcPct val="20000"/>
              </a:spcBef>
              <a:spcAft>
                <a:spcPct val="0"/>
              </a:spcAft>
              <a:buChar char="»"/>
              <a:defRPr sz="2000">
                <a:solidFill>
                  <a:schemeClr val="tx1"/>
                </a:solidFill>
                <a:latin typeface="+mn-lt"/>
                <a:ea typeface="+mn-ea"/>
              </a:defRPr>
            </a:lvl5pPr>
            <a:lvl6pPr marL="2592388" indent="-228600" algn="l" rtl="0" eaLnBrk="1" fontAlgn="base" hangingPunct="1">
              <a:spcBef>
                <a:spcPct val="20000"/>
              </a:spcBef>
              <a:spcAft>
                <a:spcPct val="0"/>
              </a:spcAft>
              <a:buChar char="»"/>
              <a:defRPr sz="2000">
                <a:solidFill>
                  <a:schemeClr val="tx1"/>
                </a:solidFill>
                <a:latin typeface="+mn-lt"/>
                <a:ea typeface="+mn-ea"/>
              </a:defRPr>
            </a:lvl6pPr>
            <a:lvl7pPr marL="3049588" indent="-228600" algn="l" rtl="0" eaLnBrk="1" fontAlgn="base" hangingPunct="1">
              <a:spcBef>
                <a:spcPct val="20000"/>
              </a:spcBef>
              <a:spcAft>
                <a:spcPct val="0"/>
              </a:spcAft>
              <a:buChar char="»"/>
              <a:defRPr sz="2000">
                <a:solidFill>
                  <a:schemeClr val="tx1"/>
                </a:solidFill>
                <a:latin typeface="+mn-lt"/>
                <a:ea typeface="+mn-ea"/>
              </a:defRPr>
            </a:lvl7pPr>
            <a:lvl8pPr marL="3506788" indent="-228600" algn="l" rtl="0" eaLnBrk="1" fontAlgn="base" hangingPunct="1">
              <a:spcBef>
                <a:spcPct val="20000"/>
              </a:spcBef>
              <a:spcAft>
                <a:spcPct val="0"/>
              </a:spcAft>
              <a:buChar char="»"/>
              <a:defRPr sz="2000">
                <a:solidFill>
                  <a:schemeClr val="tx1"/>
                </a:solidFill>
                <a:latin typeface="+mn-lt"/>
                <a:ea typeface="+mn-ea"/>
              </a:defRPr>
            </a:lvl8pPr>
            <a:lvl9pPr marL="3963988" indent="-228600" algn="l" rtl="0" eaLnBrk="1" fontAlgn="base" hangingPunct="1">
              <a:spcBef>
                <a:spcPct val="20000"/>
              </a:spcBef>
              <a:spcAft>
                <a:spcPct val="0"/>
              </a:spcAft>
              <a:buChar char="»"/>
              <a:defRPr sz="2000">
                <a:solidFill>
                  <a:schemeClr val="tx1"/>
                </a:solidFill>
                <a:latin typeface="+mn-lt"/>
                <a:ea typeface="+mn-ea"/>
              </a:defRPr>
            </a:lvl9pPr>
          </a:lstStyle>
          <a:p>
            <a:pPr>
              <a:tabLst>
                <a:tab pos="1518047" algn="l"/>
              </a:tabLst>
              <a:defRPr/>
            </a:pPr>
            <a:r>
              <a:rPr lang="en-CA" sz="1500" b="0" kern="0" noProof="0" dirty="0">
                <a:solidFill>
                  <a:schemeClr val="accent1"/>
                </a:solidFill>
                <a:latin typeface="+mn-lt"/>
              </a:rPr>
              <a:t>	</a:t>
            </a:r>
            <a:endParaRPr lang="en-CA" sz="1500" kern="0" noProof="0" dirty="0">
              <a:solidFill>
                <a:schemeClr val="accent1"/>
              </a:solidFill>
              <a:latin typeface="+mn-lt"/>
            </a:endParaRPr>
          </a:p>
        </p:txBody>
      </p:sp>
      <p:sp>
        <p:nvSpPr>
          <p:cNvPr id="20" name="Text Placeholder 2">
            <a:extLst>
              <a:ext uri="{FF2B5EF4-FFF2-40B4-BE49-F238E27FC236}">
                <a16:creationId xmlns:a16="http://schemas.microsoft.com/office/drawing/2014/main" id="{6723A2BF-FDA0-4400-9D34-B55CEC42280C}"/>
              </a:ext>
            </a:extLst>
          </p:cNvPr>
          <p:cNvSpPr txBox="1">
            <a:spLocks/>
          </p:cNvSpPr>
          <p:nvPr/>
        </p:nvSpPr>
        <p:spPr>
          <a:xfrm>
            <a:off x="3497071" y="3747260"/>
            <a:ext cx="2381250" cy="522127"/>
          </a:xfrm>
          <a:prstGeom prst="rect">
            <a:avLst/>
          </a:prstGeom>
          <a:noFill/>
        </p:spPr>
        <p:txBody>
          <a:bodyPr lIns="85725" anchor="ctr"/>
          <a:lstStyle>
            <a:lvl1pPr marL="339725" indent="-285750" algn="l" rtl="0" eaLnBrk="1" fontAlgn="base" hangingPunct="1">
              <a:spcBef>
                <a:spcPts val="800"/>
              </a:spcBef>
              <a:spcAft>
                <a:spcPct val="0"/>
              </a:spcAft>
              <a:buClr>
                <a:srgbClr val="3597BF"/>
              </a:buClr>
              <a:buSzPct val="85000"/>
              <a:buFont typeface="Wingdings" charset="0"/>
              <a:buChar char="n"/>
              <a:defRPr lang="fr-CA" sz="1800" baseline="0" noProof="0" dirty="0" smtClean="0">
                <a:solidFill>
                  <a:schemeClr val="accent1"/>
                </a:solidFill>
                <a:latin typeface="+mn-lt"/>
                <a:ea typeface="+mn-ea"/>
                <a:cs typeface="+mn-cs"/>
              </a:defRPr>
            </a:lvl1pPr>
            <a:lvl2pPr marL="481013" indent="-195263" algn="l" rtl="0" eaLnBrk="1" fontAlgn="base" hangingPunct="1">
              <a:spcBef>
                <a:spcPts val="200"/>
              </a:spcBef>
              <a:spcAft>
                <a:spcPct val="0"/>
              </a:spcAft>
              <a:buClr>
                <a:srgbClr val="3597BF"/>
              </a:buClr>
              <a:buSzPct val="85000"/>
              <a:buFont typeface="Wingdings" charset="0"/>
              <a:buChar char="n"/>
              <a:defRPr sz="1600">
                <a:solidFill>
                  <a:schemeClr val="accent1"/>
                </a:solidFill>
                <a:latin typeface="+mn-lt"/>
                <a:ea typeface="+mn-ea"/>
              </a:defRPr>
            </a:lvl2pPr>
            <a:lvl3pPr marL="627063" indent="-144463" algn="l" rtl="0" eaLnBrk="1" fontAlgn="base" hangingPunct="1">
              <a:spcBef>
                <a:spcPts val="0"/>
              </a:spcBef>
              <a:spcAft>
                <a:spcPct val="0"/>
              </a:spcAft>
              <a:buClr>
                <a:srgbClr val="3597BF"/>
              </a:buClr>
              <a:buSzPct val="80000"/>
              <a:buFont typeface="Wingdings" charset="0"/>
              <a:buChar char="n"/>
              <a:defRPr sz="1400">
                <a:solidFill>
                  <a:schemeClr val="accent1"/>
                </a:solidFill>
                <a:latin typeface="+mn-lt"/>
                <a:ea typeface="+mn-ea"/>
              </a:defRPr>
            </a:lvl3pPr>
            <a:lvl4pPr marL="863600" indent="-193675" algn="l" rtl="0" eaLnBrk="1" fontAlgn="base" hangingPunct="1">
              <a:spcBef>
                <a:spcPct val="15000"/>
              </a:spcBef>
              <a:spcAft>
                <a:spcPct val="0"/>
              </a:spcAft>
              <a:buClr>
                <a:srgbClr val="3597BF"/>
              </a:buClr>
              <a:buSzPct val="80000"/>
              <a:buFont typeface="Wingdings" charset="0"/>
              <a:buChar char="n"/>
              <a:defRPr sz="1400">
                <a:solidFill>
                  <a:schemeClr val="accent1"/>
                </a:solidFill>
                <a:latin typeface="+mn-lt"/>
                <a:ea typeface="+mn-ea"/>
              </a:defRPr>
            </a:lvl4pPr>
            <a:lvl5pPr marL="2135188" indent="-228600" algn="l" rtl="0" eaLnBrk="1" fontAlgn="base" hangingPunct="1">
              <a:spcBef>
                <a:spcPct val="20000"/>
              </a:spcBef>
              <a:spcAft>
                <a:spcPct val="0"/>
              </a:spcAft>
              <a:buChar char="»"/>
              <a:defRPr sz="2000">
                <a:solidFill>
                  <a:schemeClr val="tx1"/>
                </a:solidFill>
                <a:latin typeface="+mn-lt"/>
                <a:ea typeface="+mn-ea"/>
              </a:defRPr>
            </a:lvl5pPr>
            <a:lvl6pPr marL="2592388" indent="-228600" algn="l" rtl="0" eaLnBrk="1" fontAlgn="base" hangingPunct="1">
              <a:spcBef>
                <a:spcPct val="20000"/>
              </a:spcBef>
              <a:spcAft>
                <a:spcPct val="0"/>
              </a:spcAft>
              <a:buChar char="»"/>
              <a:defRPr sz="2000">
                <a:solidFill>
                  <a:schemeClr val="tx1"/>
                </a:solidFill>
                <a:latin typeface="+mn-lt"/>
                <a:ea typeface="+mn-ea"/>
              </a:defRPr>
            </a:lvl6pPr>
            <a:lvl7pPr marL="3049588" indent="-228600" algn="l" rtl="0" eaLnBrk="1" fontAlgn="base" hangingPunct="1">
              <a:spcBef>
                <a:spcPct val="20000"/>
              </a:spcBef>
              <a:spcAft>
                <a:spcPct val="0"/>
              </a:spcAft>
              <a:buChar char="»"/>
              <a:defRPr sz="2000">
                <a:solidFill>
                  <a:schemeClr val="tx1"/>
                </a:solidFill>
                <a:latin typeface="+mn-lt"/>
                <a:ea typeface="+mn-ea"/>
              </a:defRPr>
            </a:lvl7pPr>
            <a:lvl8pPr marL="3506788" indent="-228600" algn="l" rtl="0" eaLnBrk="1" fontAlgn="base" hangingPunct="1">
              <a:spcBef>
                <a:spcPct val="20000"/>
              </a:spcBef>
              <a:spcAft>
                <a:spcPct val="0"/>
              </a:spcAft>
              <a:buChar char="»"/>
              <a:defRPr sz="2000">
                <a:solidFill>
                  <a:schemeClr val="tx1"/>
                </a:solidFill>
                <a:latin typeface="+mn-lt"/>
                <a:ea typeface="+mn-ea"/>
              </a:defRPr>
            </a:lvl8pPr>
            <a:lvl9pPr marL="3963988" indent="-228600" algn="l" rtl="0" eaLnBrk="1" fontAlgn="base" hangingPunct="1">
              <a:spcBef>
                <a:spcPct val="20000"/>
              </a:spcBef>
              <a:spcAft>
                <a:spcPct val="0"/>
              </a:spcAft>
              <a:buChar char="»"/>
              <a:defRPr sz="2000">
                <a:solidFill>
                  <a:schemeClr val="tx1"/>
                </a:solidFill>
                <a:latin typeface="+mn-lt"/>
                <a:ea typeface="+mn-ea"/>
              </a:defRPr>
            </a:lvl9pPr>
          </a:lstStyle>
          <a:p>
            <a:pPr marL="50602" indent="0">
              <a:buNone/>
            </a:pPr>
            <a:r>
              <a:rPr lang="en-CA" sz="1400" kern="0" noProof="0" dirty="0">
                <a:solidFill>
                  <a:schemeClr val="tx2"/>
                </a:solidFill>
                <a:latin typeface="+mn-lt"/>
              </a:rPr>
              <a:t>Open </a:t>
            </a:r>
            <a:br>
              <a:rPr lang="en-CA" sz="1400" kern="0" noProof="0" dirty="0">
                <a:solidFill>
                  <a:schemeClr val="tx2"/>
                </a:solidFill>
                <a:latin typeface="+mn-lt"/>
              </a:rPr>
            </a:br>
            <a:r>
              <a:rPr lang="en-CA" sz="1400" kern="0" noProof="0" dirty="0">
                <a:solidFill>
                  <a:schemeClr val="tx2"/>
                </a:solidFill>
                <a:latin typeface="+mn-lt"/>
              </a:rPr>
              <a:t>PowerPoint</a:t>
            </a:r>
          </a:p>
        </p:txBody>
      </p:sp>
      <p:sp>
        <p:nvSpPr>
          <p:cNvPr id="21" name="Text Placeholder 2">
            <a:extLst>
              <a:ext uri="{FF2B5EF4-FFF2-40B4-BE49-F238E27FC236}">
                <a16:creationId xmlns:a16="http://schemas.microsoft.com/office/drawing/2014/main" id="{6DAC8AD1-E6C7-4AB5-9369-5176636900CB}"/>
              </a:ext>
            </a:extLst>
          </p:cNvPr>
          <p:cNvSpPr txBox="1">
            <a:spLocks/>
          </p:cNvSpPr>
          <p:nvPr/>
        </p:nvSpPr>
        <p:spPr>
          <a:xfrm>
            <a:off x="5913458" y="3747260"/>
            <a:ext cx="2608774" cy="522127"/>
          </a:xfrm>
          <a:prstGeom prst="rect">
            <a:avLst/>
          </a:prstGeom>
          <a:noFill/>
        </p:spPr>
        <p:txBody>
          <a:bodyPr lIns="85725" anchor="ctr"/>
          <a:lstStyle>
            <a:lvl1pPr marL="339725" indent="-285750" algn="l" rtl="0" eaLnBrk="1" fontAlgn="base" hangingPunct="1">
              <a:spcBef>
                <a:spcPts val="800"/>
              </a:spcBef>
              <a:spcAft>
                <a:spcPct val="0"/>
              </a:spcAft>
              <a:buClr>
                <a:srgbClr val="3597BF"/>
              </a:buClr>
              <a:buSzPct val="85000"/>
              <a:buFont typeface="Wingdings" charset="0"/>
              <a:buChar char="n"/>
              <a:defRPr lang="fr-CA" sz="1800" baseline="0" noProof="0" dirty="0" smtClean="0">
                <a:solidFill>
                  <a:schemeClr val="accent1"/>
                </a:solidFill>
                <a:latin typeface="+mn-lt"/>
                <a:ea typeface="+mn-ea"/>
                <a:cs typeface="+mn-cs"/>
              </a:defRPr>
            </a:lvl1pPr>
            <a:lvl2pPr marL="481013" indent="-195263" algn="l" rtl="0" eaLnBrk="1" fontAlgn="base" hangingPunct="1">
              <a:spcBef>
                <a:spcPts val="200"/>
              </a:spcBef>
              <a:spcAft>
                <a:spcPct val="0"/>
              </a:spcAft>
              <a:buClr>
                <a:srgbClr val="3597BF"/>
              </a:buClr>
              <a:buSzPct val="85000"/>
              <a:buFont typeface="Wingdings" charset="0"/>
              <a:buChar char="n"/>
              <a:defRPr sz="1600">
                <a:solidFill>
                  <a:schemeClr val="accent1"/>
                </a:solidFill>
                <a:latin typeface="+mn-lt"/>
                <a:ea typeface="+mn-ea"/>
              </a:defRPr>
            </a:lvl2pPr>
            <a:lvl3pPr marL="627063" indent="-144463" algn="l" rtl="0" eaLnBrk="1" fontAlgn="base" hangingPunct="1">
              <a:spcBef>
                <a:spcPts val="0"/>
              </a:spcBef>
              <a:spcAft>
                <a:spcPct val="0"/>
              </a:spcAft>
              <a:buClr>
                <a:srgbClr val="3597BF"/>
              </a:buClr>
              <a:buSzPct val="80000"/>
              <a:buFont typeface="Wingdings" charset="0"/>
              <a:buChar char="n"/>
              <a:defRPr sz="1400">
                <a:solidFill>
                  <a:schemeClr val="accent1"/>
                </a:solidFill>
                <a:latin typeface="+mn-lt"/>
                <a:ea typeface="+mn-ea"/>
              </a:defRPr>
            </a:lvl3pPr>
            <a:lvl4pPr marL="863600" indent="-193675" algn="l" rtl="0" eaLnBrk="1" fontAlgn="base" hangingPunct="1">
              <a:spcBef>
                <a:spcPct val="15000"/>
              </a:spcBef>
              <a:spcAft>
                <a:spcPct val="0"/>
              </a:spcAft>
              <a:buClr>
                <a:srgbClr val="3597BF"/>
              </a:buClr>
              <a:buSzPct val="80000"/>
              <a:buFont typeface="Wingdings" charset="0"/>
              <a:buChar char="n"/>
              <a:defRPr sz="1400">
                <a:solidFill>
                  <a:schemeClr val="accent1"/>
                </a:solidFill>
                <a:latin typeface="+mn-lt"/>
                <a:ea typeface="+mn-ea"/>
              </a:defRPr>
            </a:lvl4pPr>
            <a:lvl5pPr marL="2135188" indent="-228600" algn="l" rtl="0" eaLnBrk="1" fontAlgn="base" hangingPunct="1">
              <a:spcBef>
                <a:spcPct val="20000"/>
              </a:spcBef>
              <a:spcAft>
                <a:spcPct val="0"/>
              </a:spcAft>
              <a:buChar char="»"/>
              <a:defRPr sz="2000">
                <a:solidFill>
                  <a:schemeClr val="tx1"/>
                </a:solidFill>
                <a:latin typeface="+mn-lt"/>
                <a:ea typeface="+mn-ea"/>
              </a:defRPr>
            </a:lvl5pPr>
            <a:lvl6pPr marL="2592388" indent="-228600" algn="l" rtl="0" eaLnBrk="1" fontAlgn="base" hangingPunct="1">
              <a:spcBef>
                <a:spcPct val="20000"/>
              </a:spcBef>
              <a:spcAft>
                <a:spcPct val="0"/>
              </a:spcAft>
              <a:buChar char="»"/>
              <a:defRPr sz="2000">
                <a:solidFill>
                  <a:schemeClr val="tx1"/>
                </a:solidFill>
                <a:latin typeface="+mn-lt"/>
                <a:ea typeface="+mn-ea"/>
              </a:defRPr>
            </a:lvl6pPr>
            <a:lvl7pPr marL="3049588" indent="-228600" algn="l" rtl="0" eaLnBrk="1" fontAlgn="base" hangingPunct="1">
              <a:spcBef>
                <a:spcPct val="20000"/>
              </a:spcBef>
              <a:spcAft>
                <a:spcPct val="0"/>
              </a:spcAft>
              <a:buChar char="»"/>
              <a:defRPr sz="2000">
                <a:solidFill>
                  <a:schemeClr val="tx1"/>
                </a:solidFill>
                <a:latin typeface="+mn-lt"/>
                <a:ea typeface="+mn-ea"/>
              </a:defRPr>
            </a:lvl7pPr>
            <a:lvl8pPr marL="3506788" indent="-228600" algn="l" rtl="0" eaLnBrk="1" fontAlgn="base" hangingPunct="1">
              <a:spcBef>
                <a:spcPct val="20000"/>
              </a:spcBef>
              <a:spcAft>
                <a:spcPct val="0"/>
              </a:spcAft>
              <a:buChar char="»"/>
              <a:defRPr sz="2000">
                <a:solidFill>
                  <a:schemeClr val="tx1"/>
                </a:solidFill>
                <a:latin typeface="+mn-lt"/>
                <a:ea typeface="+mn-ea"/>
              </a:defRPr>
            </a:lvl8pPr>
            <a:lvl9pPr marL="3963988" indent="-228600" algn="l" rtl="0" eaLnBrk="1" fontAlgn="base" hangingPunct="1">
              <a:spcBef>
                <a:spcPct val="20000"/>
              </a:spcBef>
              <a:spcAft>
                <a:spcPct val="0"/>
              </a:spcAft>
              <a:buChar char="»"/>
              <a:defRPr sz="2000">
                <a:solidFill>
                  <a:schemeClr val="tx1"/>
                </a:solidFill>
                <a:latin typeface="+mn-lt"/>
                <a:ea typeface="+mn-ea"/>
              </a:defRPr>
            </a:lvl9pPr>
          </a:lstStyle>
          <a:p>
            <a:pPr marL="50602" indent="0">
              <a:buNone/>
            </a:pPr>
            <a:r>
              <a:rPr lang="en-CA" sz="1400" kern="0" noProof="0" dirty="0">
                <a:solidFill>
                  <a:schemeClr val="tx2"/>
                </a:solidFill>
                <a:latin typeface="+mn-lt"/>
              </a:rPr>
              <a:t>Click on the </a:t>
            </a:r>
            <a:r>
              <a:rPr lang="en-CA" sz="1400" b="1" kern="0" noProof="0" dirty="0">
                <a:solidFill>
                  <a:schemeClr val="tx2"/>
                </a:solidFill>
                <a:latin typeface="+mn-lt"/>
              </a:rPr>
              <a:t>Design</a:t>
            </a:r>
            <a:br>
              <a:rPr lang="en-CA" sz="1400" kern="0" noProof="0" dirty="0">
                <a:solidFill>
                  <a:schemeClr val="tx2"/>
                </a:solidFill>
                <a:latin typeface="+mn-lt"/>
              </a:rPr>
            </a:br>
            <a:r>
              <a:rPr lang="en-CA" sz="1400" kern="0" noProof="0" dirty="0">
                <a:solidFill>
                  <a:schemeClr val="tx2"/>
                </a:solidFill>
                <a:latin typeface="+mn-lt"/>
              </a:rPr>
              <a:t>menu tab</a:t>
            </a:r>
            <a:endParaRPr lang="en-CA" sz="1400" b="1" kern="0" noProof="0" dirty="0">
              <a:solidFill>
                <a:schemeClr val="tx2"/>
              </a:solidFill>
              <a:latin typeface="+mn-lt"/>
            </a:endParaRPr>
          </a:p>
        </p:txBody>
      </p:sp>
      <p:sp>
        <p:nvSpPr>
          <p:cNvPr id="22" name="Ellipse 21">
            <a:extLst>
              <a:ext uri="{FF2B5EF4-FFF2-40B4-BE49-F238E27FC236}">
                <a16:creationId xmlns:a16="http://schemas.microsoft.com/office/drawing/2014/main" id="{90C0435D-2C2A-485A-94C0-AE0611F7C9FA}"/>
              </a:ext>
            </a:extLst>
          </p:cNvPr>
          <p:cNvSpPr/>
          <p:nvPr/>
        </p:nvSpPr>
        <p:spPr bwMode="auto">
          <a:xfrm>
            <a:off x="3015461" y="3794009"/>
            <a:ext cx="428625" cy="428625"/>
          </a:xfrm>
          <a:prstGeom prst="ellipse">
            <a:avLst/>
          </a:prstGeom>
          <a:solidFill>
            <a:schemeClr val="accent1"/>
          </a:solidFill>
          <a:ln>
            <a:noFill/>
          </a:ln>
          <a:effectLst/>
        </p:spPr>
        <p:txBody>
          <a:bodyPr vert="horz" wrap="square" lIns="85725" tIns="42863" rIns="85725" bIns="42863" numCol="1" rtlCol="0" anchor="ctr" anchorCtr="0" compatLnSpc="1">
            <a:prstTxWarp prst="textNoShape">
              <a:avLst/>
            </a:prstTxWarp>
          </a:bodyPr>
          <a:lstStyle/>
          <a:p>
            <a:pPr marL="0" marR="0" indent="0" algn="ctr" defTabSz="857250" rtl="0" eaLnBrk="0" fontAlgn="base" latinLnBrk="0" hangingPunct="0">
              <a:lnSpc>
                <a:spcPct val="100000"/>
              </a:lnSpc>
              <a:spcBef>
                <a:spcPct val="50000"/>
              </a:spcBef>
              <a:spcAft>
                <a:spcPct val="0"/>
              </a:spcAft>
              <a:buClrTx/>
              <a:buSzTx/>
              <a:buFontTx/>
              <a:buNone/>
              <a:tabLst/>
            </a:pPr>
            <a:r>
              <a:rPr kumimoji="0" lang="en-CA" sz="1313" b="1" i="0" u="none" strike="noStrike" cap="none" normalizeH="0" baseline="0" noProof="0" dirty="0">
                <a:ln>
                  <a:noFill/>
                </a:ln>
                <a:solidFill>
                  <a:schemeClr val="bg1"/>
                </a:solidFill>
                <a:effectLst/>
                <a:latin typeface="+mn-lt"/>
                <a:ea typeface="+mn-ea"/>
              </a:rPr>
              <a:t>1</a:t>
            </a:r>
          </a:p>
        </p:txBody>
      </p:sp>
      <p:sp>
        <p:nvSpPr>
          <p:cNvPr id="23" name="Ellipse 22">
            <a:extLst>
              <a:ext uri="{FF2B5EF4-FFF2-40B4-BE49-F238E27FC236}">
                <a16:creationId xmlns:a16="http://schemas.microsoft.com/office/drawing/2014/main" id="{C978C7A5-25B3-42B5-BE98-DFEDA36D28F5}"/>
              </a:ext>
            </a:extLst>
          </p:cNvPr>
          <p:cNvSpPr/>
          <p:nvPr/>
        </p:nvSpPr>
        <p:spPr bwMode="auto">
          <a:xfrm>
            <a:off x="5341957" y="3794009"/>
            <a:ext cx="428625" cy="428625"/>
          </a:xfrm>
          <a:prstGeom prst="ellipse">
            <a:avLst/>
          </a:prstGeom>
          <a:solidFill>
            <a:schemeClr val="accent1"/>
          </a:solidFill>
          <a:ln>
            <a:noFill/>
          </a:ln>
          <a:effectLst/>
        </p:spPr>
        <p:txBody>
          <a:bodyPr vert="horz" wrap="square" lIns="85725" tIns="42863" rIns="85725" bIns="42863" numCol="1" rtlCol="0" anchor="ctr" anchorCtr="0" compatLnSpc="1">
            <a:prstTxWarp prst="textNoShape">
              <a:avLst/>
            </a:prstTxWarp>
          </a:bodyPr>
          <a:lstStyle/>
          <a:p>
            <a:pPr marL="0" marR="0" indent="0" algn="ctr" defTabSz="857250" rtl="0" eaLnBrk="0" fontAlgn="base" latinLnBrk="0" hangingPunct="0">
              <a:lnSpc>
                <a:spcPct val="100000"/>
              </a:lnSpc>
              <a:spcBef>
                <a:spcPct val="50000"/>
              </a:spcBef>
              <a:spcAft>
                <a:spcPct val="0"/>
              </a:spcAft>
              <a:buClrTx/>
              <a:buSzTx/>
              <a:buFontTx/>
              <a:buNone/>
              <a:tabLst/>
            </a:pPr>
            <a:r>
              <a:rPr kumimoji="0" lang="en-CA" sz="1313" b="1" i="0" u="none" strike="noStrike" cap="none" normalizeH="0" baseline="0" noProof="0" dirty="0">
                <a:ln>
                  <a:noFill/>
                </a:ln>
                <a:solidFill>
                  <a:schemeClr val="bg1"/>
                </a:solidFill>
                <a:effectLst/>
                <a:latin typeface="+mn-lt"/>
                <a:ea typeface="+mn-ea"/>
              </a:rPr>
              <a:t>2</a:t>
            </a:r>
          </a:p>
        </p:txBody>
      </p:sp>
      <p:sp>
        <p:nvSpPr>
          <p:cNvPr id="25" name="Rectangle 24">
            <a:extLst>
              <a:ext uri="{FF2B5EF4-FFF2-40B4-BE49-F238E27FC236}">
                <a16:creationId xmlns:a16="http://schemas.microsoft.com/office/drawing/2014/main" id="{BD976423-5302-416E-948B-F33240F88889}"/>
              </a:ext>
            </a:extLst>
          </p:cNvPr>
          <p:cNvSpPr/>
          <p:nvPr/>
        </p:nvSpPr>
        <p:spPr bwMode="auto">
          <a:xfrm>
            <a:off x="566209" y="1412776"/>
            <a:ext cx="742950" cy="1965507"/>
          </a:xfrm>
          <a:prstGeom prst="rect">
            <a:avLst/>
          </a:prstGeom>
          <a:solidFill>
            <a:schemeClr val="accent2"/>
          </a:solidFill>
          <a:ln>
            <a:noFill/>
          </a:ln>
          <a:effectLst/>
        </p:spPr>
        <p:txBody>
          <a:bodyPr vert="vert270" wrap="square" lIns="85725" tIns="42863" rIns="85725" bIns="42863" numCol="1" rtlCol="0" anchor="ctr" anchorCtr="0" compatLnSpc="1">
            <a:prstTxWarp prst="textNoShape">
              <a:avLst/>
            </a:prstTxWarp>
          </a:bodyPr>
          <a:lstStyle/>
          <a:p>
            <a:pPr marL="0" marR="0" indent="0" algn="ctr" defTabSz="857250" rtl="0" eaLnBrk="0" fontAlgn="base" latinLnBrk="0" hangingPunct="0">
              <a:lnSpc>
                <a:spcPct val="100000"/>
              </a:lnSpc>
              <a:spcBef>
                <a:spcPct val="50000"/>
              </a:spcBef>
              <a:spcAft>
                <a:spcPct val="0"/>
              </a:spcAft>
              <a:buClrTx/>
              <a:buSzTx/>
              <a:buFontTx/>
              <a:buNone/>
              <a:tabLst/>
            </a:pPr>
            <a:r>
              <a:rPr kumimoji="0" lang="en-CA" sz="1800" b="1" i="0" u="none" strike="noStrike" cap="none" normalizeH="0" baseline="0" noProof="0" dirty="0">
                <a:ln>
                  <a:noFill/>
                </a:ln>
                <a:solidFill>
                  <a:schemeClr val="bg1"/>
                </a:solidFill>
                <a:effectLst/>
                <a:latin typeface="+mn-lt"/>
                <a:ea typeface="+mn-ea"/>
              </a:rPr>
              <a:t>SAVING</a:t>
            </a:r>
          </a:p>
        </p:txBody>
      </p:sp>
      <p:sp>
        <p:nvSpPr>
          <p:cNvPr id="26" name="Rectangle 25">
            <a:extLst>
              <a:ext uri="{FF2B5EF4-FFF2-40B4-BE49-F238E27FC236}">
                <a16:creationId xmlns:a16="http://schemas.microsoft.com/office/drawing/2014/main" id="{C86ACC92-5F0A-4F03-89FB-D86E682A92D5}"/>
              </a:ext>
            </a:extLst>
          </p:cNvPr>
          <p:cNvSpPr/>
          <p:nvPr/>
        </p:nvSpPr>
        <p:spPr bwMode="auto">
          <a:xfrm>
            <a:off x="566209" y="3500905"/>
            <a:ext cx="742950" cy="2819612"/>
          </a:xfrm>
          <a:prstGeom prst="rect">
            <a:avLst/>
          </a:prstGeom>
          <a:solidFill>
            <a:schemeClr val="accent2"/>
          </a:solidFill>
          <a:ln>
            <a:noFill/>
          </a:ln>
          <a:effectLst/>
        </p:spPr>
        <p:txBody>
          <a:bodyPr vert="vert270" wrap="square" lIns="85725" tIns="42863" rIns="85725" bIns="42863" numCol="1" rtlCol="0" anchor="ctr" anchorCtr="0" compatLnSpc="1">
            <a:prstTxWarp prst="textNoShape">
              <a:avLst/>
            </a:prstTxWarp>
          </a:bodyPr>
          <a:lstStyle/>
          <a:p>
            <a:pPr marL="0" marR="0" indent="0" algn="ctr" defTabSz="857250" rtl="0" eaLnBrk="0" fontAlgn="base" latinLnBrk="0" hangingPunct="0">
              <a:lnSpc>
                <a:spcPct val="100000"/>
              </a:lnSpc>
              <a:spcBef>
                <a:spcPct val="50000"/>
              </a:spcBef>
              <a:spcAft>
                <a:spcPct val="0"/>
              </a:spcAft>
              <a:buClrTx/>
              <a:buSzTx/>
              <a:buFontTx/>
              <a:buNone/>
              <a:tabLst/>
            </a:pPr>
            <a:r>
              <a:rPr kumimoji="0" lang="en-CA" sz="1800" b="1" i="0" u="none" strike="noStrike" cap="none" normalizeH="0" baseline="0" noProof="0" dirty="0">
                <a:ln>
                  <a:noFill/>
                </a:ln>
                <a:solidFill>
                  <a:schemeClr val="bg1"/>
                </a:solidFill>
                <a:effectLst/>
                <a:latin typeface="+mn-lt"/>
                <a:ea typeface="+mn-ea"/>
              </a:rPr>
              <a:t>USING</a:t>
            </a:r>
          </a:p>
        </p:txBody>
      </p:sp>
      <p:sp>
        <p:nvSpPr>
          <p:cNvPr id="27" name="Text Placeholder 2">
            <a:extLst>
              <a:ext uri="{FF2B5EF4-FFF2-40B4-BE49-F238E27FC236}">
                <a16:creationId xmlns:a16="http://schemas.microsoft.com/office/drawing/2014/main" id="{6FD0142F-8219-4B86-82CE-B7580300E2FB}"/>
              </a:ext>
            </a:extLst>
          </p:cNvPr>
          <p:cNvSpPr txBox="1">
            <a:spLocks/>
          </p:cNvSpPr>
          <p:nvPr/>
        </p:nvSpPr>
        <p:spPr>
          <a:xfrm>
            <a:off x="3497071" y="4655096"/>
            <a:ext cx="2381250" cy="522127"/>
          </a:xfrm>
          <a:prstGeom prst="rect">
            <a:avLst/>
          </a:prstGeom>
          <a:noFill/>
        </p:spPr>
        <p:txBody>
          <a:bodyPr lIns="85725" anchor="ctr"/>
          <a:lstStyle>
            <a:lvl1pPr marL="339725" indent="-285750" algn="l" rtl="0" eaLnBrk="1" fontAlgn="base" hangingPunct="1">
              <a:spcBef>
                <a:spcPts val="800"/>
              </a:spcBef>
              <a:spcAft>
                <a:spcPct val="0"/>
              </a:spcAft>
              <a:buClr>
                <a:srgbClr val="3597BF"/>
              </a:buClr>
              <a:buSzPct val="85000"/>
              <a:buFont typeface="Wingdings" charset="0"/>
              <a:buChar char="n"/>
              <a:defRPr lang="fr-CA" sz="1800" baseline="0" noProof="0" dirty="0" smtClean="0">
                <a:solidFill>
                  <a:schemeClr val="accent1"/>
                </a:solidFill>
                <a:latin typeface="+mn-lt"/>
                <a:ea typeface="+mn-ea"/>
                <a:cs typeface="+mn-cs"/>
              </a:defRPr>
            </a:lvl1pPr>
            <a:lvl2pPr marL="481013" indent="-195263" algn="l" rtl="0" eaLnBrk="1" fontAlgn="base" hangingPunct="1">
              <a:spcBef>
                <a:spcPts val="200"/>
              </a:spcBef>
              <a:spcAft>
                <a:spcPct val="0"/>
              </a:spcAft>
              <a:buClr>
                <a:srgbClr val="3597BF"/>
              </a:buClr>
              <a:buSzPct val="85000"/>
              <a:buFont typeface="Wingdings" charset="0"/>
              <a:buChar char="n"/>
              <a:defRPr sz="1600">
                <a:solidFill>
                  <a:schemeClr val="accent1"/>
                </a:solidFill>
                <a:latin typeface="+mn-lt"/>
                <a:ea typeface="+mn-ea"/>
              </a:defRPr>
            </a:lvl2pPr>
            <a:lvl3pPr marL="627063" indent="-144463" algn="l" rtl="0" eaLnBrk="1" fontAlgn="base" hangingPunct="1">
              <a:spcBef>
                <a:spcPts val="0"/>
              </a:spcBef>
              <a:spcAft>
                <a:spcPct val="0"/>
              </a:spcAft>
              <a:buClr>
                <a:srgbClr val="3597BF"/>
              </a:buClr>
              <a:buSzPct val="80000"/>
              <a:buFont typeface="Wingdings" charset="0"/>
              <a:buChar char="n"/>
              <a:defRPr sz="1400">
                <a:solidFill>
                  <a:schemeClr val="accent1"/>
                </a:solidFill>
                <a:latin typeface="+mn-lt"/>
                <a:ea typeface="+mn-ea"/>
              </a:defRPr>
            </a:lvl3pPr>
            <a:lvl4pPr marL="863600" indent="-193675" algn="l" rtl="0" eaLnBrk="1" fontAlgn="base" hangingPunct="1">
              <a:spcBef>
                <a:spcPct val="15000"/>
              </a:spcBef>
              <a:spcAft>
                <a:spcPct val="0"/>
              </a:spcAft>
              <a:buClr>
                <a:srgbClr val="3597BF"/>
              </a:buClr>
              <a:buSzPct val="80000"/>
              <a:buFont typeface="Wingdings" charset="0"/>
              <a:buChar char="n"/>
              <a:defRPr sz="1400">
                <a:solidFill>
                  <a:schemeClr val="accent1"/>
                </a:solidFill>
                <a:latin typeface="+mn-lt"/>
                <a:ea typeface="+mn-ea"/>
              </a:defRPr>
            </a:lvl4pPr>
            <a:lvl5pPr marL="2135188" indent="-228600" algn="l" rtl="0" eaLnBrk="1" fontAlgn="base" hangingPunct="1">
              <a:spcBef>
                <a:spcPct val="20000"/>
              </a:spcBef>
              <a:spcAft>
                <a:spcPct val="0"/>
              </a:spcAft>
              <a:buChar char="»"/>
              <a:defRPr sz="2000">
                <a:solidFill>
                  <a:schemeClr val="tx1"/>
                </a:solidFill>
                <a:latin typeface="+mn-lt"/>
                <a:ea typeface="+mn-ea"/>
              </a:defRPr>
            </a:lvl5pPr>
            <a:lvl6pPr marL="2592388" indent="-228600" algn="l" rtl="0" eaLnBrk="1" fontAlgn="base" hangingPunct="1">
              <a:spcBef>
                <a:spcPct val="20000"/>
              </a:spcBef>
              <a:spcAft>
                <a:spcPct val="0"/>
              </a:spcAft>
              <a:buChar char="»"/>
              <a:defRPr sz="2000">
                <a:solidFill>
                  <a:schemeClr val="tx1"/>
                </a:solidFill>
                <a:latin typeface="+mn-lt"/>
                <a:ea typeface="+mn-ea"/>
              </a:defRPr>
            </a:lvl6pPr>
            <a:lvl7pPr marL="3049588" indent="-228600" algn="l" rtl="0" eaLnBrk="1" fontAlgn="base" hangingPunct="1">
              <a:spcBef>
                <a:spcPct val="20000"/>
              </a:spcBef>
              <a:spcAft>
                <a:spcPct val="0"/>
              </a:spcAft>
              <a:buChar char="»"/>
              <a:defRPr sz="2000">
                <a:solidFill>
                  <a:schemeClr val="tx1"/>
                </a:solidFill>
                <a:latin typeface="+mn-lt"/>
                <a:ea typeface="+mn-ea"/>
              </a:defRPr>
            </a:lvl7pPr>
            <a:lvl8pPr marL="3506788" indent="-228600" algn="l" rtl="0" eaLnBrk="1" fontAlgn="base" hangingPunct="1">
              <a:spcBef>
                <a:spcPct val="20000"/>
              </a:spcBef>
              <a:spcAft>
                <a:spcPct val="0"/>
              </a:spcAft>
              <a:buChar char="»"/>
              <a:defRPr sz="2000">
                <a:solidFill>
                  <a:schemeClr val="tx1"/>
                </a:solidFill>
                <a:latin typeface="+mn-lt"/>
                <a:ea typeface="+mn-ea"/>
              </a:defRPr>
            </a:lvl8pPr>
            <a:lvl9pPr marL="3963988" indent="-228600" algn="l" rtl="0" eaLnBrk="1" fontAlgn="base" hangingPunct="1">
              <a:spcBef>
                <a:spcPct val="20000"/>
              </a:spcBef>
              <a:spcAft>
                <a:spcPct val="0"/>
              </a:spcAft>
              <a:buChar char="»"/>
              <a:defRPr sz="2000">
                <a:solidFill>
                  <a:schemeClr val="tx1"/>
                </a:solidFill>
                <a:latin typeface="+mn-lt"/>
                <a:ea typeface="+mn-ea"/>
              </a:defRPr>
            </a:lvl9pPr>
          </a:lstStyle>
          <a:p>
            <a:pPr marL="50602" indent="0">
              <a:buNone/>
            </a:pPr>
            <a:r>
              <a:rPr lang="en-CA" sz="1400" kern="0" noProof="0" dirty="0">
                <a:solidFill>
                  <a:schemeClr val="tx2"/>
                </a:solidFill>
                <a:latin typeface="+mn-lt"/>
              </a:rPr>
              <a:t>Open Excel</a:t>
            </a:r>
          </a:p>
        </p:txBody>
      </p:sp>
      <p:sp>
        <p:nvSpPr>
          <p:cNvPr id="28" name="Text Placeholder 2">
            <a:extLst>
              <a:ext uri="{FF2B5EF4-FFF2-40B4-BE49-F238E27FC236}">
                <a16:creationId xmlns:a16="http://schemas.microsoft.com/office/drawing/2014/main" id="{2A62B197-7EE4-4C23-BF34-4D1A6B0431C1}"/>
              </a:ext>
            </a:extLst>
          </p:cNvPr>
          <p:cNvSpPr txBox="1">
            <a:spLocks/>
          </p:cNvSpPr>
          <p:nvPr/>
        </p:nvSpPr>
        <p:spPr>
          <a:xfrm>
            <a:off x="5913456" y="4655096"/>
            <a:ext cx="2706379" cy="564933"/>
          </a:xfrm>
          <a:prstGeom prst="rect">
            <a:avLst/>
          </a:prstGeom>
          <a:noFill/>
        </p:spPr>
        <p:txBody>
          <a:bodyPr lIns="85725" anchor="ctr"/>
          <a:lstStyle>
            <a:lvl1pPr marL="339725" indent="-285750" algn="l" rtl="0" eaLnBrk="1" fontAlgn="base" hangingPunct="1">
              <a:spcBef>
                <a:spcPts val="800"/>
              </a:spcBef>
              <a:spcAft>
                <a:spcPct val="0"/>
              </a:spcAft>
              <a:buClr>
                <a:srgbClr val="3597BF"/>
              </a:buClr>
              <a:buSzPct val="85000"/>
              <a:buFont typeface="Wingdings" charset="0"/>
              <a:buChar char="n"/>
              <a:defRPr lang="fr-CA" sz="1800" baseline="0" noProof="0" dirty="0" smtClean="0">
                <a:solidFill>
                  <a:schemeClr val="accent1"/>
                </a:solidFill>
                <a:latin typeface="+mn-lt"/>
                <a:ea typeface="+mn-ea"/>
                <a:cs typeface="+mn-cs"/>
              </a:defRPr>
            </a:lvl1pPr>
            <a:lvl2pPr marL="481013" indent="-195263" algn="l" rtl="0" eaLnBrk="1" fontAlgn="base" hangingPunct="1">
              <a:spcBef>
                <a:spcPts val="200"/>
              </a:spcBef>
              <a:spcAft>
                <a:spcPct val="0"/>
              </a:spcAft>
              <a:buClr>
                <a:srgbClr val="3597BF"/>
              </a:buClr>
              <a:buSzPct val="85000"/>
              <a:buFont typeface="Wingdings" charset="0"/>
              <a:buChar char="n"/>
              <a:defRPr sz="1600">
                <a:solidFill>
                  <a:schemeClr val="accent1"/>
                </a:solidFill>
                <a:latin typeface="+mn-lt"/>
                <a:ea typeface="+mn-ea"/>
              </a:defRPr>
            </a:lvl2pPr>
            <a:lvl3pPr marL="627063" indent="-144463" algn="l" rtl="0" eaLnBrk="1" fontAlgn="base" hangingPunct="1">
              <a:spcBef>
                <a:spcPts val="0"/>
              </a:spcBef>
              <a:spcAft>
                <a:spcPct val="0"/>
              </a:spcAft>
              <a:buClr>
                <a:srgbClr val="3597BF"/>
              </a:buClr>
              <a:buSzPct val="80000"/>
              <a:buFont typeface="Wingdings" charset="0"/>
              <a:buChar char="n"/>
              <a:defRPr sz="1400">
                <a:solidFill>
                  <a:schemeClr val="accent1"/>
                </a:solidFill>
                <a:latin typeface="+mn-lt"/>
                <a:ea typeface="+mn-ea"/>
              </a:defRPr>
            </a:lvl3pPr>
            <a:lvl4pPr marL="863600" indent="-193675" algn="l" rtl="0" eaLnBrk="1" fontAlgn="base" hangingPunct="1">
              <a:spcBef>
                <a:spcPct val="15000"/>
              </a:spcBef>
              <a:spcAft>
                <a:spcPct val="0"/>
              </a:spcAft>
              <a:buClr>
                <a:srgbClr val="3597BF"/>
              </a:buClr>
              <a:buSzPct val="80000"/>
              <a:buFont typeface="Wingdings" charset="0"/>
              <a:buChar char="n"/>
              <a:defRPr sz="1400">
                <a:solidFill>
                  <a:schemeClr val="accent1"/>
                </a:solidFill>
                <a:latin typeface="+mn-lt"/>
                <a:ea typeface="+mn-ea"/>
              </a:defRPr>
            </a:lvl4pPr>
            <a:lvl5pPr marL="2135188" indent="-228600" algn="l" rtl="0" eaLnBrk="1" fontAlgn="base" hangingPunct="1">
              <a:spcBef>
                <a:spcPct val="20000"/>
              </a:spcBef>
              <a:spcAft>
                <a:spcPct val="0"/>
              </a:spcAft>
              <a:buChar char="»"/>
              <a:defRPr sz="2000">
                <a:solidFill>
                  <a:schemeClr val="tx1"/>
                </a:solidFill>
                <a:latin typeface="+mn-lt"/>
                <a:ea typeface="+mn-ea"/>
              </a:defRPr>
            </a:lvl5pPr>
            <a:lvl6pPr marL="2592388" indent="-228600" algn="l" rtl="0" eaLnBrk="1" fontAlgn="base" hangingPunct="1">
              <a:spcBef>
                <a:spcPct val="20000"/>
              </a:spcBef>
              <a:spcAft>
                <a:spcPct val="0"/>
              </a:spcAft>
              <a:buChar char="»"/>
              <a:defRPr sz="2000">
                <a:solidFill>
                  <a:schemeClr val="tx1"/>
                </a:solidFill>
                <a:latin typeface="+mn-lt"/>
                <a:ea typeface="+mn-ea"/>
              </a:defRPr>
            </a:lvl6pPr>
            <a:lvl7pPr marL="3049588" indent="-228600" algn="l" rtl="0" eaLnBrk="1" fontAlgn="base" hangingPunct="1">
              <a:spcBef>
                <a:spcPct val="20000"/>
              </a:spcBef>
              <a:spcAft>
                <a:spcPct val="0"/>
              </a:spcAft>
              <a:buChar char="»"/>
              <a:defRPr sz="2000">
                <a:solidFill>
                  <a:schemeClr val="tx1"/>
                </a:solidFill>
                <a:latin typeface="+mn-lt"/>
                <a:ea typeface="+mn-ea"/>
              </a:defRPr>
            </a:lvl7pPr>
            <a:lvl8pPr marL="3506788" indent="-228600" algn="l" rtl="0" eaLnBrk="1" fontAlgn="base" hangingPunct="1">
              <a:spcBef>
                <a:spcPct val="20000"/>
              </a:spcBef>
              <a:spcAft>
                <a:spcPct val="0"/>
              </a:spcAft>
              <a:buChar char="»"/>
              <a:defRPr sz="2000">
                <a:solidFill>
                  <a:schemeClr val="tx1"/>
                </a:solidFill>
                <a:latin typeface="+mn-lt"/>
                <a:ea typeface="+mn-ea"/>
              </a:defRPr>
            </a:lvl8pPr>
            <a:lvl9pPr marL="3963988" indent="-228600" algn="l" rtl="0" eaLnBrk="1" fontAlgn="base" hangingPunct="1">
              <a:spcBef>
                <a:spcPct val="20000"/>
              </a:spcBef>
              <a:spcAft>
                <a:spcPct val="0"/>
              </a:spcAft>
              <a:buChar char="»"/>
              <a:defRPr sz="2000">
                <a:solidFill>
                  <a:schemeClr val="tx1"/>
                </a:solidFill>
                <a:latin typeface="+mn-lt"/>
                <a:ea typeface="+mn-ea"/>
              </a:defRPr>
            </a:lvl9pPr>
          </a:lstStyle>
          <a:p>
            <a:pPr marL="50602" indent="0">
              <a:buNone/>
            </a:pPr>
            <a:r>
              <a:rPr lang="en-CA" sz="1400" kern="0" noProof="0" dirty="0">
                <a:solidFill>
                  <a:schemeClr val="tx2"/>
                </a:solidFill>
                <a:latin typeface="+mn-lt"/>
              </a:rPr>
              <a:t>Click on the </a:t>
            </a:r>
            <a:r>
              <a:rPr lang="en-CA" sz="1400" b="1" kern="0" noProof="0" dirty="0">
                <a:solidFill>
                  <a:schemeClr val="tx2"/>
                </a:solidFill>
                <a:latin typeface="+mn-lt"/>
              </a:rPr>
              <a:t>Page Layout </a:t>
            </a:r>
            <a:r>
              <a:rPr lang="en-CA" sz="1400" kern="0" noProof="0" dirty="0">
                <a:solidFill>
                  <a:schemeClr val="tx2"/>
                </a:solidFill>
                <a:latin typeface="+mn-lt"/>
              </a:rPr>
              <a:t>tab then on </a:t>
            </a:r>
            <a:r>
              <a:rPr lang="en-CA" sz="1400" b="1" kern="0" noProof="0" dirty="0">
                <a:solidFill>
                  <a:schemeClr val="tx2"/>
                </a:solidFill>
                <a:latin typeface="+mn-lt"/>
              </a:rPr>
              <a:t>Theme</a:t>
            </a:r>
          </a:p>
        </p:txBody>
      </p:sp>
      <p:sp>
        <p:nvSpPr>
          <p:cNvPr id="29" name="Ellipse 28">
            <a:extLst>
              <a:ext uri="{FF2B5EF4-FFF2-40B4-BE49-F238E27FC236}">
                <a16:creationId xmlns:a16="http://schemas.microsoft.com/office/drawing/2014/main" id="{96CCDC52-0E94-4A07-B9ED-0B6BB682DF73}"/>
              </a:ext>
            </a:extLst>
          </p:cNvPr>
          <p:cNvSpPr/>
          <p:nvPr/>
        </p:nvSpPr>
        <p:spPr bwMode="auto">
          <a:xfrm>
            <a:off x="3015461" y="4701845"/>
            <a:ext cx="428625" cy="428625"/>
          </a:xfrm>
          <a:prstGeom prst="ellipse">
            <a:avLst/>
          </a:prstGeom>
          <a:solidFill>
            <a:schemeClr val="accent1"/>
          </a:solidFill>
          <a:ln>
            <a:noFill/>
          </a:ln>
          <a:effectLst/>
        </p:spPr>
        <p:txBody>
          <a:bodyPr vert="horz" wrap="square" lIns="85725" tIns="42863" rIns="85725" bIns="42863" numCol="1" rtlCol="0" anchor="ctr" anchorCtr="0" compatLnSpc="1">
            <a:prstTxWarp prst="textNoShape">
              <a:avLst/>
            </a:prstTxWarp>
          </a:bodyPr>
          <a:lstStyle/>
          <a:p>
            <a:pPr marL="0" marR="0" indent="0" algn="ctr" defTabSz="857250" rtl="0" eaLnBrk="0" fontAlgn="base" latinLnBrk="0" hangingPunct="0">
              <a:lnSpc>
                <a:spcPct val="100000"/>
              </a:lnSpc>
              <a:spcBef>
                <a:spcPct val="50000"/>
              </a:spcBef>
              <a:spcAft>
                <a:spcPct val="0"/>
              </a:spcAft>
              <a:buClrTx/>
              <a:buSzTx/>
              <a:buFontTx/>
              <a:buNone/>
              <a:tabLst/>
            </a:pPr>
            <a:r>
              <a:rPr kumimoji="0" lang="en-CA" sz="1313" b="1" i="0" u="none" strike="noStrike" cap="none" normalizeH="0" baseline="0" noProof="0" dirty="0">
                <a:ln>
                  <a:noFill/>
                </a:ln>
                <a:solidFill>
                  <a:schemeClr val="bg1"/>
                </a:solidFill>
                <a:effectLst/>
                <a:latin typeface="+mn-lt"/>
                <a:ea typeface="+mn-ea"/>
              </a:rPr>
              <a:t>1</a:t>
            </a:r>
          </a:p>
        </p:txBody>
      </p:sp>
      <p:sp>
        <p:nvSpPr>
          <p:cNvPr id="30" name="Ellipse 29">
            <a:extLst>
              <a:ext uri="{FF2B5EF4-FFF2-40B4-BE49-F238E27FC236}">
                <a16:creationId xmlns:a16="http://schemas.microsoft.com/office/drawing/2014/main" id="{27108575-6964-416E-AB85-D9FD1DAD0F1F}"/>
              </a:ext>
            </a:extLst>
          </p:cNvPr>
          <p:cNvSpPr/>
          <p:nvPr/>
        </p:nvSpPr>
        <p:spPr bwMode="auto">
          <a:xfrm>
            <a:off x="5341957" y="4701845"/>
            <a:ext cx="428625" cy="428625"/>
          </a:xfrm>
          <a:prstGeom prst="ellipse">
            <a:avLst/>
          </a:prstGeom>
          <a:solidFill>
            <a:schemeClr val="accent1"/>
          </a:solidFill>
          <a:ln>
            <a:noFill/>
          </a:ln>
          <a:effectLst/>
        </p:spPr>
        <p:txBody>
          <a:bodyPr vert="horz" wrap="square" lIns="85725" tIns="42863" rIns="85725" bIns="42863" numCol="1" rtlCol="0" anchor="ctr" anchorCtr="0" compatLnSpc="1">
            <a:prstTxWarp prst="textNoShape">
              <a:avLst/>
            </a:prstTxWarp>
          </a:bodyPr>
          <a:lstStyle/>
          <a:p>
            <a:pPr marL="0" marR="0" indent="0" algn="ctr" defTabSz="857250" rtl="0" eaLnBrk="0" fontAlgn="base" latinLnBrk="0" hangingPunct="0">
              <a:lnSpc>
                <a:spcPct val="100000"/>
              </a:lnSpc>
              <a:spcBef>
                <a:spcPct val="50000"/>
              </a:spcBef>
              <a:spcAft>
                <a:spcPct val="0"/>
              </a:spcAft>
              <a:buClrTx/>
              <a:buSzTx/>
              <a:buFontTx/>
              <a:buNone/>
              <a:tabLst/>
            </a:pPr>
            <a:r>
              <a:rPr kumimoji="0" lang="en-CA" sz="1313" b="1" i="0" u="none" strike="noStrike" cap="none" normalizeH="0" baseline="0" noProof="0" dirty="0">
                <a:ln>
                  <a:noFill/>
                </a:ln>
                <a:solidFill>
                  <a:schemeClr val="bg1"/>
                </a:solidFill>
                <a:effectLst/>
                <a:latin typeface="+mn-lt"/>
                <a:ea typeface="+mn-ea"/>
              </a:rPr>
              <a:t>2</a:t>
            </a:r>
          </a:p>
        </p:txBody>
      </p:sp>
      <p:sp>
        <p:nvSpPr>
          <p:cNvPr id="31" name="Ellipse 30">
            <a:extLst>
              <a:ext uri="{FF2B5EF4-FFF2-40B4-BE49-F238E27FC236}">
                <a16:creationId xmlns:a16="http://schemas.microsoft.com/office/drawing/2014/main" id="{8D6360F5-D1F5-4492-B6F4-8E936C691346}"/>
              </a:ext>
            </a:extLst>
          </p:cNvPr>
          <p:cNvSpPr/>
          <p:nvPr/>
        </p:nvSpPr>
        <p:spPr bwMode="auto">
          <a:xfrm>
            <a:off x="8900389" y="4701845"/>
            <a:ext cx="428625" cy="428625"/>
          </a:xfrm>
          <a:prstGeom prst="ellipse">
            <a:avLst/>
          </a:prstGeom>
          <a:solidFill>
            <a:schemeClr val="accent1"/>
          </a:solidFill>
          <a:ln>
            <a:noFill/>
          </a:ln>
          <a:effectLst/>
        </p:spPr>
        <p:txBody>
          <a:bodyPr vert="horz" wrap="square" lIns="85725" tIns="42863" rIns="85725" bIns="42863" numCol="1" rtlCol="0" anchor="ctr" anchorCtr="0" compatLnSpc="1">
            <a:prstTxWarp prst="textNoShape">
              <a:avLst/>
            </a:prstTxWarp>
          </a:bodyPr>
          <a:lstStyle/>
          <a:p>
            <a:pPr marL="0" marR="0" indent="0" algn="ctr" defTabSz="857250" rtl="0" eaLnBrk="0" fontAlgn="base" latinLnBrk="0" hangingPunct="0">
              <a:lnSpc>
                <a:spcPct val="100000"/>
              </a:lnSpc>
              <a:spcBef>
                <a:spcPct val="50000"/>
              </a:spcBef>
              <a:spcAft>
                <a:spcPct val="0"/>
              </a:spcAft>
              <a:buClrTx/>
              <a:buSzTx/>
              <a:buFontTx/>
              <a:buNone/>
              <a:tabLst/>
            </a:pPr>
            <a:r>
              <a:rPr kumimoji="0" lang="en-CA" sz="1313" b="1" i="0" u="none" strike="noStrike" cap="none" normalizeH="0" baseline="0" noProof="0" dirty="0">
                <a:ln>
                  <a:noFill/>
                </a:ln>
                <a:solidFill>
                  <a:schemeClr val="bg1"/>
                </a:solidFill>
                <a:effectLst/>
                <a:latin typeface="+mn-lt"/>
                <a:ea typeface="+mn-ea"/>
              </a:rPr>
              <a:t>3</a:t>
            </a:r>
          </a:p>
        </p:txBody>
      </p:sp>
      <p:sp>
        <p:nvSpPr>
          <p:cNvPr id="32" name="Text Placeholder 2">
            <a:extLst>
              <a:ext uri="{FF2B5EF4-FFF2-40B4-BE49-F238E27FC236}">
                <a16:creationId xmlns:a16="http://schemas.microsoft.com/office/drawing/2014/main" id="{AA9A2CE6-7186-4605-B438-A4FBF01236F6}"/>
              </a:ext>
            </a:extLst>
          </p:cNvPr>
          <p:cNvSpPr txBox="1">
            <a:spLocks/>
          </p:cNvSpPr>
          <p:nvPr/>
        </p:nvSpPr>
        <p:spPr>
          <a:xfrm>
            <a:off x="3497071" y="5574625"/>
            <a:ext cx="2381250" cy="522127"/>
          </a:xfrm>
          <a:prstGeom prst="rect">
            <a:avLst/>
          </a:prstGeom>
          <a:noFill/>
        </p:spPr>
        <p:txBody>
          <a:bodyPr lIns="85725" anchor="ctr"/>
          <a:lstStyle>
            <a:lvl1pPr marL="339725" indent="-285750" algn="l" rtl="0" eaLnBrk="1" fontAlgn="base" hangingPunct="1">
              <a:spcBef>
                <a:spcPts val="800"/>
              </a:spcBef>
              <a:spcAft>
                <a:spcPct val="0"/>
              </a:spcAft>
              <a:buClr>
                <a:srgbClr val="3597BF"/>
              </a:buClr>
              <a:buSzPct val="85000"/>
              <a:buFont typeface="Wingdings" charset="0"/>
              <a:buChar char="n"/>
              <a:defRPr lang="fr-CA" sz="1800" baseline="0" noProof="0" dirty="0" smtClean="0">
                <a:solidFill>
                  <a:schemeClr val="accent1"/>
                </a:solidFill>
                <a:latin typeface="+mn-lt"/>
                <a:ea typeface="+mn-ea"/>
                <a:cs typeface="+mn-cs"/>
              </a:defRPr>
            </a:lvl1pPr>
            <a:lvl2pPr marL="481013" indent="-195263" algn="l" rtl="0" eaLnBrk="1" fontAlgn="base" hangingPunct="1">
              <a:spcBef>
                <a:spcPts val="200"/>
              </a:spcBef>
              <a:spcAft>
                <a:spcPct val="0"/>
              </a:spcAft>
              <a:buClr>
                <a:srgbClr val="3597BF"/>
              </a:buClr>
              <a:buSzPct val="85000"/>
              <a:buFont typeface="Wingdings" charset="0"/>
              <a:buChar char="n"/>
              <a:defRPr sz="1600">
                <a:solidFill>
                  <a:schemeClr val="accent1"/>
                </a:solidFill>
                <a:latin typeface="+mn-lt"/>
                <a:ea typeface="+mn-ea"/>
              </a:defRPr>
            </a:lvl2pPr>
            <a:lvl3pPr marL="627063" indent="-144463" algn="l" rtl="0" eaLnBrk="1" fontAlgn="base" hangingPunct="1">
              <a:spcBef>
                <a:spcPts val="0"/>
              </a:spcBef>
              <a:spcAft>
                <a:spcPct val="0"/>
              </a:spcAft>
              <a:buClr>
                <a:srgbClr val="3597BF"/>
              </a:buClr>
              <a:buSzPct val="80000"/>
              <a:buFont typeface="Wingdings" charset="0"/>
              <a:buChar char="n"/>
              <a:defRPr sz="1400">
                <a:solidFill>
                  <a:schemeClr val="accent1"/>
                </a:solidFill>
                <a:latin typeface="+mn-lt"/>
                <a:ea typeface="+mn-ea"/>
              </a:defRPr>
            </a:lvl3pPr>
            <a:lvl4pPr marL="863600" indent="-193675" algn="l" rtl="0" eaLnBrk="1" fontAlgn="base" hangingPunct="1">
              <a:spcBef>
                <a:spcPct val="15000"/>
              </a:spcBef>
              <a:spcAft>
                <a:spcPct val="0"/>
              </a:spcAft>
              <a:buClr>
                <a:srgbClr val="3597BF"/>
              </a:buClr>
              <a:buSzPct val="80000"/>
              <a:buFont typeface="Wingdings" charset="0"/>
              <a:buChar char="n"/>
              <a:defRPr sz="1400">
                <a:solidFill>
                  <a:schemeClr val="accent1"/>
                </a:solidFill>
                <a:latin typeface="+mn-lt"/>
                <a:ea typeface="+mn-ea"/>
              </a:defRPr>
            </a:lvl4pPr>
            <a:lvl5pPr marL="2135188" indent="-228600" algn="l" rtl="0" eaLnBrk="1" fontAlgn="base" hangingPunct="1">
              <a:spcBef>
                <a:spcPct val="20000"/>
              </a:spcBef>
              <a:spcAft>
                <a:spcPct val="0"/>
              </a:spcAft>
              <a:buChar char="»"/>
              <a:defRPr sz="2000">
                <a:solidFill>
                  <a:schemeClr val="tx1"/>
                </a:solidFill>
                <a:latin typeface="+mn-lt"/>
                <a:ea typeface="+mn-ea"/>
              </a:defRPr>
            </a:lvl5pPr>
            <a:lvl6pPr marL="2592388" indent="-228600" algn="l" rtl="0" eaLnBrk="1" fontAlgn="base" hangingPunct="1">
              <a:spcBef>
                <a:spcPct val="20000"/>
              </a:spcBef>
              <a:spcAft>
                <a:spcPct val="0"/>
              </a:spcAft>
              <a:buChar char="»"/>
              <a:defRPr sz="2000">
                <a:solidFill>
                  <a:schemeClr val="tx1"/>
                </a:solidFill>
                <a:latin typeface="+mn-lt"/>
                <a:ea typeface="+mn-ea"/>
              </a:defRPr>
            </a:lvl6pPr>
            <a:lvl7pPr marL="3049588" indent="-228600" algn="l" rtl="0" eaLnBrk="1" fontAlgn="base" hangingPunct="1">
              <a:spcBef>
                <a:spcPct val="20000"/>
              </a:spcBef>
              <a:spcAft>
                <a:spcPct val="0"/>
              </a:spcAft>
              <a:buChar char="»"/>
              <a:defRPr sz="2000">
                <a:solidFill>
                  <a:schemeClr val="tx1"/>
                </a:solidFill>
                <a:latin typeface="+mn-lt"/>
                <a:ea typeface="+mn-ea"/>
              </a:defRPr>
            </a:lvl7pPr>
            <a:lvl8pPr marL="3506788" indent="-228600" algn="l" rtl="0" eaLnBrk="1" fontAlgn="base" hangingPunct="1">
              <a:spcBef>
                <a:spcPct val="20000"/>
              </a:spcBef>
              <a:spcAft>
                <a:spcPct val="0"/>
              </a:spcAft>
              <a:buChar char="»"/>
              <a:defRPr sz="2000">
                <a:solidFill>
                  <a:schemeClr val="tx1"/>
                </a:solidFill>
                <a:latin typeface="+mn-lt"/>
                <a:ea typeface="+mn-ea"/>
              </a:defRPr>
            </a:lvl8pPr>
            <a:lvl9pPr marL="3963988" indent="-228600" algn="l" rtl="0" eaLnBrk="1" fontAlgn="base" hangingPunct="1">
              <a:spcBef>
                <a:spcPct val="20000"/>
              </a:spcBef>
              <a:spcAft>
                <a:spcPct val="0"/>
              </a:spcAft>
              <a:buChar char="»"/>
              <a:defRPr sz="2000">
                <a:solidFill>
                  <a:schemeClr val="tx1"/>
                </a:solidFill>
                <a:latin typeface="+mn-lt"/>
                <a:ea typeface="+mn-ea"/>
              </a:defRPr>
            </a:lvl9pPr>
          </a:lstStyle>
          <a:p>
            <a:pPr marL="50602" indent="0">
              <a:buNone/>
            </a:pPr>
            <a:r>
              <a:rPr lang="en-CA" sz="1400" kern="0" noProof="0" dirty="0">
                <a:solidFill>
                  <a:schemeClr val="tx2"/>
                </a:solidFill>
                <a:latin typeface="+mn-lt"/>
              </a:rPr>
              <a:t>Open Word</a:t>
            </a:r>
          </a:p>
        </p:txBody>
      </p:sp>
      <p:sp>
        <p:nvSpPr>
          <p:cNvPr id="33" name="Text Placeholder 2">
            <a:extLst>
              <a:ext uri="{FF2B5EF4-FFF2-40B4-BE49-F238E27FC236}">
                <a16:creationId xmlns:a16="http://schemas.microsoft.com/office/drawing/2014/main" id="{8C7E176D-709C-4D7A-9B3F-98B9163C02C6}"/>
              </a:ext>
            </a:extLst>
          </p:cNvPr>
          <p:cNvSpPr txBox="1">
            <a:spLocks/>
          </p:cNvSpPr>
          <p:nvPr/>
        </p:nvSpPr>
        <p:spPr>
          <a:xfrm>
            <a:off x="5913457" y="5574625"/>
            <a:ext cx="2706378" cy="564933"/>
          </a:xfrm>
          <a:prstGeom prst="rect">
            <a:avLst/>
          </a:prstGeom>
          <a:noFill/>
        </p:spPr>
        <p:txBody>
          <a:bodyPr lIns="85725" anchor="ctr"/>
          <a:lstStyle>
            <a:lvl1pPr marL="339725" indent="-285750" algn="l" rtl="0" eaLnBrk="1" fontAlgn="base" hangingPunct="1">
              <a:spcBef>
                <a:spcPts val="800"/>
              </a:spcBef>
              <a:spcAft>
                <a:spcPct val="0"/>
              </a:spcAft>
              <a:buClr>
                <a:srgbClr val="3597BF"/>
              </a:buClr>
              <a:buSzPct val="85000"/>
              <a:buFont typeface="Wingdings" charset="0"/>
              <a:buChar char="n"/>
              <a:defRPr lang="fr-CA" sz="1800" baseline="0" noProof="0" dirty="0" smtClean="0">
                <a:solidFill>
                  <a:schemeClr val="accent1"/>
                </a:solidFill>
                <a:latin typeface="+mn-lt"/>
                <a:ea typeface="+mn-ea"/>
                <a:cs typeface="+mn-cs"/>
              </a:defRPr>
            </a:lvl1pPr>
            <a:lvl2pPr marL="481013" indent="-195263" algn="l" rtl="0" eaLnBrk="1" fontAlgn="base" hangingPunct="1">
              <a:spcBef>
                <a:spcPts val="200"/>
              </a:spcBef>
              <a:spcAft>
                <a:spcPct val="0"/>
              </a:spcAft>
              <a:buClr>
                <a:srgbClr val="3597BF"/>
              </a:buClr>
              <a:buSzPct val="85000"/>
              <a:buFont typeface="Wingdings" charset="0"/>
              <a:buChar char="n"/>
              <a:defRPr sz="1600">
                <a:solidFill>
                  <a:schemeClr val="accent1"/>
                </a:solidFill>
                <a:latin typeface="+mn-lt"/>
                <a:ea typeface="+mn-ea"/>
              </a:defRPr>
            </a:lvl2pPr>
            <a:lvl3pPr marL="627063" indent="-144463" algn="l" rtl="0" eaLnBrk="1" fontAlgn="base" hangingPunct="1">
              <a:spcBef>
                <a:spcPts val="0"/>
              </a:spcBef>
              <a:spcAft>
                <a:spcPct val="0"/>
              </a:spcAft>
              <a:buClr>
                <a:srgbClr val="3597BF"/>
              </a:buClr>
              <a:buSzPct val="80000"/>
              <a:buFont typeface="Wingdings" charset="0"/>
              <a:buChar char="n"/>
              <a:defRPr sz="1400">
                <a:solidFill>
                  <a:schemeClr val="accent1"/>
                </a:solidFill>
                <a:latin typeface="+mn-lt"/>
                <a:ea typeface="+mn-ea"/>
              </a:defRPr>
            </a:lvl3pPr>
            <a:lvl4pPr marL="863600" indent="-193675" algn="l" rtl="0" eaLnBrk="1" fontAlgn="base" hangingPunct="1">
              <a:spcBef>
                <a:spcPct val="15000"/>
              </a:spcBef>
              <a:spcAft>
                <a:spcPct val="0"/>
              </a:spcAft>
              <a:buClr>
                <a:srgbClr val="3597BF"/>
              </a:buClr>
              <a:buSzPct val="80000"/>
              <a:buFont typeface="Wingdings" charset="0"/>
              <a:buChar char="n"/>
              <a:defRPr sz="1400">
                <a:solidFill>
                  <a:schemeClr val="accent1"/>
                </a:solidFill>
                <a:latin typeface="+mn-lt"/>
                <a:ea typeface="+mn-ea"/>
              </a:defRPr>
            </a:lvl4pPr>
            <a:lvl5pPr marL="2135188" indent="-228600" algn="l" rtl="0" eaLnBrk="1" fontAlgn="base" hangingPunct="1">
              <a:spcBef>
                <a:spcPct val="20000"/>
              </a:spcBef>
              <a:spcAft>
                <a:spcPct val="0"/>
              </a:spcAft>
              <a:buChar char="»"/>
              <a:defRPr sz="2000">
                <a:solidFill>
                  <a:schemeClr val="tx1"/>
                </a:solidFill>
                <a:latin typeface="+mn-lt"/>
                <a:ea typeface="+mn-ea"/>
              </a:defRPr>
            </a:lvl5pPr>
            <a:lvl6pPr marL="2592388" indent="-228600" algn="l" rtl="0" eaLnBrk="1" fontAlgn="base" hangingPunct="1">
              <a:spcBef>
                <a:spcPct val="20000"/>
              </a:spcBef>
              <a:spcAft>
                <a:spcPct val="0"/>
              </a:spcAft>
              <a:buChar char="»"/>
              <a:defRPr sz="2000">
                <a:solidFill>
                  <a:schemeClr val="tx1"/>
                </a:solidFill>
                <a:latin typeface="+mn-lt"/>
                <a:ea typeface="+mn-ea"/>
              </a:defRPr>
            </a:lvl6pPr>
            <a:lvl7pPr marL="3049588" indent="-228600" algn="l" rtl="0" eaLnBrk="1" fontAlgn="base" hangingPunct="1">
              <a:spcBef>
                <a:spcPct val="20000"/>
              </a:spcBef>
              <a:spcAft>
                <a:spcPct val="0"/>
              </a:spcAft>
              <a:buChar char="»"/>
              <a:defRPr sz="2000">
                <a:solidFill>
                  <a:schemeClr val="tx1"/>
                </a:solidFill>
                <a:latin typeface="+mn-lt"/>
                <a:ea typeface="+mn-ea"/>
              </a:defRPr>
            </a:lvl7pPr>
            <a:lvl8pPr marL="3506788" indent="-228600" algn="l" rtl="0" eaLnBrk="1" fontAlgn="base" hangingPunct="1">
              <a:spcBef>
                <a:spcPct val="20000"/>
              </a:spcBef>
              <a:spcAft>
                <a:spcPct val="0"/>
              </a:spcAft>
              <a:buChar char="»"/>
              <a:defRPr sz="2000">
                <a:solidFill>
                  <a:schemeClr val="tx1"/>
                </a:solidFill>
                <a:latin typeface="+mn-lt"/>
                <a:ea typeface="+mn-ea"/>
              </a:defRPr>
            </a:lvl8pPr>
            <a:lvl9pPr marL="3963988" indent="-228600" algn="l" rtl="0" eaLnBrk="1" fontAlgn="base" hangingPunct="1">
              <a:spcBef>
                <a:spcPct val="20000"/>
              </a:spcBef>
              <a:spcAft>
                <a:spcPct val="0"/>
              </a:spcAft>
              <a:buChar char="»"/>
              <a:defRPr sz="2000">
                <a:solidFill>
                  <a:schemeClr val="tx1"/>
                </a:solidFill>
                <a:latin typeface="+mn-lt"/>
                <a:ea typeface="+mn-ea"/>
              </a:defRPr>
            </a:lvl9pPr>
          </a:lstStyle>
          <a:p>
            <a:pPr marL="50602" indent="0">
              <a:buNone/>
            </a:pPr>
            <a:r>
              <a:rPr lang="en-CA" sz="1400" kern="0" noProof="0" dirty="0">
                <a:solidFill>
                  <a:schemeClr val="tx2"/>
                </a:solidFill>
                <a:latin typeface="+mn-lt"/>
              </a:rPr>
              <a:t>Click on the </a:t>
            </a:r>
            <a:r>
              <a:rPr lang="en-CA" sz="1400" b="1" kern="0" noProof="0" dirty="0">
                <a:solidFill>
                  <a:schemeClr val="tx2"/>
                </a:solidFill>
                <a:latin typeface="+mn-lt"/>
              </a:rPr>
              <a:t>Design</a:t>
            </a:r>
            <a:r>
              <a:rPr lang="en-CA" sz="1400" kern="0" noProof="0" dirty="0">
                <a:solidFill>
                  <a:schemeClr val="tx2"/>
                </a:solidFill>
                <a:latin typeface="+mn-lt"/>
              </a:rPr>
              <a:t> menu tab then on </a:t>
            </a:r>
            <a:r>
              <a:rPr lang="en-CA" sz="1400" b="1" kern="0" noProof="0" dirty="0">
                <a:solidFill>
                  <a:schemeClr val="tx2"/>
                </a:solidFill>
                <a:latin typeface="+mn-lt"/>
              </a:rPr>
              <a:t>Theme</a:t>
            </a:r>
          </a:p>
        </p:txBody>
      </p:sp>
      <p:sp>
        <p:nvSpPr>
          <p:cNvPr id="34" name="Ellipse 33">
            <a:extLst>
              <a:ext uri="{FF2B5EF4-FFF2-40B4-BE49-F238E27FC236}">
                <a16:creationId xmlns:a16="http://schemas.microsoft.com/office/drawing/2014/main" id="{16299DDD-DD75-4B8E-B3EE-010039C69FC3}"/>
              </a:ext>
            </a:extLst>
          </p:cNvPr>
          <p:cNvSpPr/>
          <p:nvPr/>
        </p:nvSpPr>
        <p:spPr bwMode="auto">
          <a:xfrm>
            <a:off x="3015461" y="5621374"/>
            <a:ext cx="428625" cy="428625"/>
          </a:xfrm>
          <a:prstGeom prst="ellipse">
            <a:avLst/>
          </a:prstGeom>
          <a:solidFill>
            <a:schemeClr val="accent1"/>
          </a:solidFill>
          <a:ln>
            <a:noFill/>
          </a:ln>
          <a:effectLst/>
        </p:spPr>
        <p:txBody>
          <a:bodyPr vert="horz" wrap="square" lIns="85725" tIns="42863" rIns="85725" bIns="42863" numCol="1" rtlCol="0" anchor="ctr" anchorCtr="0" compatLnSpc="1">
            <a:prstTxWarp prst="textNoShape">
              <a:avLst/>
            </a:prstTxWarp>
          </a:bodyPr>
          <a:lstStyle/>
          <a:p>
            <a:pPr marL="0" marR="0" indent="0" algn="ctr" defTabSz="857250" rtl="0" eaLnBrk="0" fontAlgn="base" latinLnBrk="0" hangingPunct="0">
              <a:lnSpc>
                <a:spcPct val="100000"/>
              </a:lnSpc>
              <a:spcBef>
                <a:spcPct val="50000"/>
              </a:spcBef>
              <a:spcAft>
                <a:spcPct val="0"/>
              </a:spcAft>
              <a:buClrTx/>
              <a:buSzTx/>
              <a:buFontTx/>
              <a:buNone/>
              <a:tabLst/>
            </a:pPr>
            <a:r>
              <a:rPr kumimoji="0" lang="en-CA" sz="1313" b="1" i="0" u="none" strike="noStrike" cap="none" normalizeH="0" baseline="0" noProof="0" dirty="0">
                <a:ln>
                  <a:noFill/>
                </a:ln>
                <a:solidFill>
                  <a:schemeClr val="bg1"/>
                </a:solidFill>
                <a:effectLst/>
                <a:latin typeface="+mn-lt"/>
                <a:ea typeface="+mn-ea"/>
              </a:rPr>
              <a:t>1</a:t>
            </a:r>
          </a:p>
        </p:txBody>
      </p:sp>
      <p:sp>
        <p:nvSpPr>
          <p:cNvPr id="35" name="Ellipse 34">
            <a:extLst>
              <a:ext uri="{FF2B5EF4-FFF2-40B4-BE49-F238E27FC236}">
                <a16:creationId xmlns:a16="http://schemas.microsoft.com/office/drawing/2014/main" id="{C52FE35E-A406-44C7-AFA8-0197C5730597}"/>
              </a:ext>
            </a:extLst>
          </p:cNvPr>
          <p:cNvSpPr/>
          <p:nvPr/>
        </p:nvSpPr>
        <p:spPr bwMode="auto">
          <a:xfrm>
            <a:off x="5341957" y="5621374"/>
            <a:ext cx="428625" cy="428625"/>
          </a:xfrm>
          <a:prstGeom prst="ellipse">
            <a:avLst/>
          </a:prstGeom>
          <a:solidFill>
            <a:schemeClr val="accent1"/>
          </a:solidFill>
          <a:ln>
            <a:noFill/>
          </a:ln>
          <a:effectLst/>
        </p:spPr>
        <p:txBody>
          <a:bodyPr vert="horz" wrap="square" lIns="85725" tIns="42863" rIns="85725" bIns="42863" numCol="1" rtlCol="0" anchor="ctr" anchorCtr="0" compatLnSpc="1">
            <a:prstTxWarp prst="textNoShape">
              <a:avLst/>
            </a:prstTxWarp>
          </a:bodyPr>
          <a:lstStyle/>
          <a:p>
            <a:pPr marL="0" marR="0" indent="0" algn="ctr" defTabSz="857250" rtl="0" eaLnBrk="0" fontAlgn="base" latinLnBrk="0" hangingPunct="0">
              <a:lnSpc>
                <a:spcPct val="100000"/>
              </a:lnSpc>
              <a:spcBef>
                <a:spcPct val="50000"/>
              </a:spcBef>
              <a:spcAft>
                <a:spcPct val="0"/>
              </a:spcAft>
              <a:buClrTx/>
              <a:buSzTx/>
              <a:buFontTx/>
              <a:buNone/>
              <a:tabLst/>
            </a:pPr>
            <a:r>
              <a:rPr kumimoji="0" lang="en-CA" sz="1313" b="1" i="0" u="none" strike="noStrike" cap="none" normalizeH="0" baseline="0" noProof="0" dirty="0">
                <a:ln>
                  <a:noFill/>
                </a:ln>
                <a:solidFill>
                  <a:schemeClr val="bg1"/>
                </a:solidFill>
                <a:effectLst/>
                <a:latin typeface="+mn-lt"/>
                <a:ea typeface="+mn-ea"/>
              </a:rPr>
              <a:t>2</a:t>
            </a:r>
          </a:p>
        </p:txBody>
      </p:sp>
      <p:sp>
        <p:nvSpPr>
          <p:cNvPr id="36" name="Ellipse 35">
            <a:extLst>
              <a:ext uri="{FF2B5EF4-FFF2-40B4-BE49-F238E27FC236}">
                <a16:creationId xmlns:a16="http://schemas.microsoft.com/office/drawing/2014/main" id="{CF7577FF-515D-47A8-A9E6-091A460555F3}"/>
              </a:ext>
            </a:extLst>
          </p:cNvPr>
          <p:cNvSpPr/>
          <p:nvPr/>
        </p:nvSpPr>
        <p:spPr bwMode="auto">
          <a:xfrm>
            <a:off x="8900389" y="5621374"/>
            <a:ext cx="428625" cy="428625"/>
          </a:xfrm>
          <a:prstGeom prst="ellipse">
            <a:avLst/>
          </a:prstGeom>
          <a:solidFill>
            <a:schemeClr val="accent1"/>
          </a:solidFill>
          <a:ln>
            <a:noFill/>
          </a:ln>
          <a:effectLst/>
        </p:spPr>
        <p:txBody>
          <a:bodyPr vert="horz" wrap="square" lIns="85725" tIns="42863" rIns="85725" bIns="42863" numCol="1" rtlCol="0" anchor="ctr" anchorCtr="0" compatLnSpc="1">
            <a:prstTxWarp prst="textNoShape">
              <a:avLst/>
            </a:prstTxWarp>
          </a:bodyPr>
          <a:lstStyle/>
          <a:p>
            <a:pPr marL="0" marR="0" indent="0" algn="ctr" defTabSz="857250" rtl="0" eaLnBrk="0" fontAlgn="base" latinLnBrk="0" hangingPunct="0">
              <a:lnSpc>
                <a:spcPct val="100000"/>
              </a:lnSpc>
              <a:spcBef>
                <a:spcPct val="50000"/>
              </a:spcBef>
              <a:spcAft>
                <a:spcPct val="0"/>
              </a:spcAft>
              <a:buClrTx/>
              <a:buSzTx/>
              <a:buFontTx/>
              <a:buNone/>
              <a:tabLst/>
            </a:pPr>
            <a:r>
              <a:rPr kumimoji="0" lang="en-CA" sz="1313" b="1" i="0" u="none" strike="noStrike" cap="none" normalizeH="0" baseline="0" noProof="0" dirty="0">
                <a:ln>
                  <a:noFill/>
                </a:ln>
                <a:solidFill>
                  <a:schemeClr val="bg1"/>
                </a:solidFill>
                <a:effectLst/>
                <a:latin typeface="+mn-lt"/>
                <a:ea typeface="+mn-ea"/>
              </a:rPr>
              <a:t>3</a:t>
            </a:r>
          </a:p>
        </p:txBody>
      </p:sp>
      <p:sp>
        <p:nvSpPr>
          <p:cNvPr id="37" name="Text Placeholder 2">
            <a:extLst>
              <a:ext uri="{FF2B5EF4-FFF2-40B4-BE49-F238E27FC236}">
                <a16:creationId xmlns:a16="http://schemas.microsoft.com/office/drawing/2014/main" id="{A5BBBB5C-F294-415B-96BF-3E472A3831B4}"/>
              </a:ext>
            </a:extLst>
          </p:cNvPr>
          <p:cNvSpPr txBox="1">
            <a:spLocks/>
          </p:cNvSpPr>
          <p:nvPr/>
        </p:nvSpPr>
        <p:spPr>
          <a:xfrm>
            <a:off x="9414117" y="3747260"/>
            <a:ext cx="2497328" cy="522127"/>
          </a:xfrm>
          <a:prstGeom prst="rect">
            <a:avLst/>
          </a:prstGeom>
          <a:noFill/>
        </p:spPr>
        <p:txBody>
          <a:bodyPr lIns="85725" anchor="ctr"/>
          <a:lstStyle>
            <a:lvl1pPr marL="339725" indent="-285750" algn="l" rtl="0" eaLnBrk="1" fontAlgn="base" hangingPunct="1">
              <a:spcBef>
                <a:spcPts val="800"/>
              </a:spcBef>
              <a:spcAft>
                <a:spcPct val="0"/>
              </a:spcAft>
              <a:buClr>
                <a:srgbClr val="3597BF"/>
              </a:buClr>
              <a:buSzPct val="85000"/>
              <a:buFont typeface="Wingdings" charset="0"/>
              <a:buChar char="n"/>
              <a:defRPr lang="fr-CA" sz="1800" baseline="0" noProof="0" dirty="0" smtClean="0">
                <a:solidFill>
                  <a:schemeClr val="accent1"/>
                </a:solidFill>
                <a:latin typeface="+mn-lt"/>
                <a:ea typeface="+mn-ea"/>
                <a:cs typeface="+mn-cs"/>
              </a:defRPr>
            </a:lvl1pPr>
            <a:lvl2pPr marL="481013" indent="-195263" algn="l" rtl="0" eaLnBrk="1" fontAlgn="base" hangingPunct="1">
              <a:spcBef>
                <a:spcPts val="200"/>
              </a:spcBef>
              <a:spcAft>
                <a:spcPct val="0"/>
              </a:spcAft>
              <a:buClr>
                <a:srgbClr val="3597BF"/>
              </a:buClr>
              <a:buSzPct val="85000"/>
              <a:buFont typeface="Wingdings" charset="0"/>
              <a:buChar char="n"/>
              <a:defRPr sz="1600">
                <a:solidFill>
                  <a:schemeClr val="accent1"/>
                </a:solidFill>
                <a:latin typeface="+mn-lt"/>
                <a:ea typeface="+mn-ea"/>
              </a:defRPr>
            </a:lvl2pPr>
            <a:lvl3pPr marL="627063" indent="-144463" algn="l" rtl="0" eaLnBrk="1" fontAlgn="base" hangingPunct="1">
              <a:spcBef>
                <a:spcPts val="0"/>
              </a:spcBef>
              <a:spcAft>
                <a:spcPct val="0"/>
              </a:spcAft>
              <a:buClr>
                <a:srgbClr val="3597BF"/>
              </a:buClr>
              <a:buSzPct val="80000"/>
              <a:buFont typeface="Wingdings" charset="0"/>
              <a:buChar char="n"/>
              <a:defRPr sz="1400">
                <a:solidFill>
                  <a:schemeClr val="accent1"/>
                </a:solidFill>
                <a:latin typeface="+mn-lt"/>
                <a:ea typeface="+mn-ea"/>
              </a:defRPr>
            </a:lvl3pPr>
            <a:lvl4pPr marL="863600" indent="-193675" algn="l" rtl="0" eaLnBrk="1" fontAlgn="base" hangingPunct="1">
              <a:spcBef>
                <a:spcPct val="15000"/>
              </a:spcBef>
              <a:spcAft>
                <a:spcPct val="0"/>
              </a:spcAft>
              <a:buClr>
                <a:srgbClr val="3597BF"/>
              </a:buClr>
              <a:buSzPct val="80000"/>
              <a:buFont typeface="Wingdings" charset="0"/>
              <a:buChar char="n"/>
              <a:defRPr sz="1400">
                <a:solidFill>
                  <a:schemeClr val="accent1"/>
                </a:solidFill>
                <a:latin typeface="+mn-lt"/>
                <a:ea typeface="+mn-ea"/>
              </a:defRPr>
            </a:lvl4pPr>
            <a:lvl5pPr marL="2135188" indent="-228600" algn="l" rtl="0" eaLnBrk="1" fontAlgn="base" hangingPunct="1">
              <a:spcBef>
                <a:spcPct val="20000"/>
              </a:spcBef>
              <a:spcAft>
                <a:spcPct val="0"/>
              </a:spcAft>
              <a:buChar char="»"/>
              <a:defRPr sz="2000">
                <a:solidFill>
                  <a:schemeClr val="tx1"/>
                </a:solidFill>
                <a:latin typeface="+mn-lt"/>
                <a:ea typeface="+mn-ea"/>
              </a:defRPr>
            </a:lvl5pPr>
            <a:lvl6pPr marL="2592388" indent="-228600" algn="l" rtl="0" eaLnBrk="1" fontAlgn="base" hangingPunct="1">
              <a:spcBef>
                <a:spcPct val="20000"/>
              </a:spcBef>
              <a:spcAft>
                <a:spcPct val="0"/>
              </a:spcAft>
              <a:buChar char="»"/>
              <a:defRPr sz="2000">
                <a:solidFill>
                  <a:schemeClr val="tx1"/>
                </a:solidFill>
                <a:latin typeface="+mn-lt"/>
                <a:ea typeface="+mn-ea"/>
              </a:defRPr>
            </a:lvl6pPr>
            <a:lvl7pPr marL="3049588" indent="-228600" algn="l" rtl="0" eaLnBrk="1" fontAlgn="base" hangingPunct="1">
              <a:spcBef>
                <a:spcPct val="20000"/>
              </a:spcBef>
              <a:spcAft>
                <a:spcPct val="0"/>
              </a:spcAft>
              <a:buChar char="»"/>
              <a:defRPr sz="2000">
                <a:solidFill>
                  <a:schemeClr val="tx1"/>
                </a:solidFill>
                <a:latin typeface="+mn-lt"/>
                <a:ea typeface="+mn-ea"/>
              </a:defRPr>
            </a:lvl7pPr>
            <a:lvl8pPr marL="3506788" indent="-228600" algn="l" rtl="0" eaLnBrk="1" fontAlgn="base" hangingPunct="1">
              <a:spcBef>
                <a:spcPct val="20000"/>
              </a:spcBef>
              <a:spcAft>
                <a:spcPct val="0"/>
              </a:spcAft>
              <a:buChar char="»"/>
              <a:defRPr sz="2000">
                <a:solidFill>
                  <a:schemeClr val="tx1"/>
                </a:solidFill>
                <a:latin typeface="+mn-lt"/>
                <a:ea typeface="+mn-ea"/>
              </a:defRPr>
            </a:lvl8pPr>
            <a:lvl9pPr marL="3963988" indent="-228600" algn="l" rtl="0" eaLnBrk="1" fontAlgn="base" hangingPunct="1">
              <a:spcBef>
                <a:spcPct val="20000"/>
              </a:spcBef>
              <a:spcAft>
                <a:spcPct val="0"/>
              </a:spcAft>
              <a:buChar char="»"/>
              <a:defRPr sz="2000">
                <a:solidFill>
                  <a:schemeClr val="tx1"/>
                </a:solidFill>
                <a:latin typeface="+mn-lt"/>
                <a:ea typeface="+mn-ea"/>
              </a:defRPr>
            </a:lvl9pPr>
          </a:lstStyle>
          <a:p>
            <a:pPr marL="50602" indent="0">
              <a:buNone/>
            </a:pPr>
            <a:r>
              <a:rPr lang="en-CA" sz="1400" kern="0" noProof="0" dirty="0">
                <a:solidFill>
                  <a:schemeClr val="tx2"/>
                </a:solidFill>
                <a:latin typeface="+mn-lt"/>
              </a:rPr>
              <a:t>Select</a:t>
            </a:r>
            <a:br>
              <a:rPr lang="en-CA" sz="1400" kern="0" baseline="0" noProof="0" dirty="0">
                <a:solidFill>
                  <a:schemeClr val="tx2"/>
                </a:solidFill>
                <a:latin typeface="+mn-lt"/>
              </a:rPr>
            </a:br>
            <a:r>
              <a:rPr lang="en-CA" sz="1400" i="1" kern="0" noProof="0" dirty="0">
                <a:solidFill>
                  <a:schemeClr val="tx2"/>
                </a:solidFill>
                <a:latin typeface="+mn-lt"/>
              </a:rPr>
              <a:t>CAE Theme</a:t>
            </a:r>
            <a:r>
              <a:rPr lang="en-CA" sz="1400" i="1" kern="0" baseline="0" noProof="0" dirty="0">
                <a:solidFill>
                  <a:schemeClr val="tx2"/>
                </a:solidFill>
                <a:latin typeface="+mn-lt"/>
              </a:rPr>
              <a:t> </a:t>
            </a:r>
            <a:r>
              <a:rPr lang="en-CA" sz="1400" i="1" kern="0" noProof="0" dirty="0">
                <a:solidFill>
                  <a:schemeClr val="tx2"/>
                </a:solidFill>
                <a:latin typeface="+mn-lt"/>
              </a:rPr>
              <a:t>16-9 Eng</a:t>
            </a:r>
            <a:endParaRPr lang="en-CA" sz="1400" b="1" kern="0" noProof="0" dirty="0">
              <a:solidFill>
                <a:schemeClr val="tx2"/>
              </a:solidFill>
              <a:latin typeface="+mn-lt"/>
            </a:endParaRPr>
          </a:p>
        </p:txBody>
      </p:sp>
      <p:sp>
        <p:nvSpPr>
          <p:cNvPr id="38" name="Ellipse 39">
            <a:extLst>
              <a:ext uri="{FF2B5EF4-FFF2-40B4-BE49-F238E27FC236}">
                <a16:creationId xmlns:a16="http://schemas.microsoft.com/office/drawing/2014/main" id="{D0351ABF-4795-4B42-90C7-AE4ED40606D9}"/>
              </a:ext>
            </a:extLst>
          </p:cNvPr>
          <p:cNvSpPr/>
          <p:nvPr/>
        </p:nvSpPr>
        <p:spPr bwMode="auto">
          <a:xfrm>
            <a:off x="8908996" y="3794009"/>
            <a:ext cx="428625" cy="428625"/>
          </a:xfrm>
          <a:prstGeom prst="ellipse">
            <a:avLst/>
          </a:prstGeom>
          <a:solidFill>
            <a:schemeClr val="accent1"/>
          </a:solidFill>
          <a:ln>
            <a:noFill/>
          </a:ln>
          <a:effectLst/>
        </p:spPr>
        <p:txBody>
          <a:bodyPr vert="horz" wrap="square" lIns="85725" tIns="42863" rIns="85725" bIns="42863" numCol="1" rtlCol="0" anchor="ctr" anchorCtr="0" compatLnSpc="1">
            <a:prstTxWarp prst="textNoShape">
              <a:avLst/>
            </a:prstTxWarp>
          </a:bodyPr>
          <a:lstStyle/>
          <a:p>
            <a:pPr marL="0" marR="0" indent="0" algn="ctr" defTabSz="857250" rtl="0" eaLnBrk="0" fontAlgn="base" latinLnBrk="0" hangingPunct="0">
              <a:lnSpc>
                <a:spcPct val="100000"/>
              </a:lnSpc>
              <a:spcBef>
                <a:spcPct val="50000"/>
              </a:spcBef>
              <a:spcAft>
                <a:spcPct val="0"/>
              </a:spcAft>
              <a:buClrTx/>
              <a:buSzTx/>
              <a:buFontTx/>
              <a:buNone/>
              <a:tabLst/>
            </a:pPr>
            <a:r>
              <a:rPr kumimoji="0" lang="en-CA" sz="1313" b="1" i="0" u="none" strike="noStrike" cap="none" normalizeH="0" baseline="0" noProof="0" dirty="0">
                <a:ln>
                  <a:noFill/>
                </a:ln>
                <a:solidFill>
                  <a:schemeClr val="bg1"/>
                </a:solidFill>
                <a:effectLst/>
                <a:latin typeface="+mn-lt"/>
                <a:ea typeface="+mn-ea"/>
              </a:rPr>
              <a:t>3</a:t>
            </a:r>
          </a:p>
        </p:txBody>
      </p:sp>
      <p:sp>
        <p:nvSpPr>
          <p:cNvPr id="39" name="Text Placeholder 2">
            <a:extLst>
              <a:ext uri="{FF2B5EF4-FFF2-40B4-BE49-F238E27FC236}">
                <a16:creationId xmlns:a16="http://schemas.microsoft.com/office/drawing/2014/main" id="{B445A92A-524C-4D3B-BE5D-BFA382C01055}"/>
              </a:ext>
            </a:extLst>
          </p:cNvPr>
          <p:cNvSpPr txBox="1">
            <a:spLocks/>
          </p:cNvSpPr>
          <p:nvPr/>
        </p:nvSpPr>
        <p:spPr>
          <a:xfrm>
            <a:off x="9414117" y="4655096"/>
            <a:ext cx="2497328" cy="522127"/>
          </a:xfrm>
          <a:prstGeom prst="rect">
            <a:avLst/>
          </a:prstGeom>
          <a:noFill/>
        </p:spPr>
        <p:txBody>
          <a:bodyPr lIns="85725" anchor="ctr"/>
          <a:lstStyle>
            <a:lvl1pPr marL="339725" indent="-285750" algn="l" rtl="0" eaLnBrk="1" fontAlgn="base" hangingPunct="1">
              <a:spcBef>
                <a:spcPts val="800"/>
              </a:spcBef>
              <a:spcAft>
                <a:spcPct val="0"/>
              </a:spcAft>
              <a:buClr>
                <a:srgbClr val="3597BF"/>
              </a:buClr>
              <a:buSzPct val="85000"/>
              <a:buFont typeface="Wingdings" charset="0"/>
              <a:buChar char="n"/>
              <a:defRPr lang="fr-CA" sz="1800" baseline="0" noProof="0" dirty="0" smtClean="0">
                <a:solidFill>
                  <a:schemeClr val="accent1"/>
                </a:solidFill>
                <a:latin typeface="+mn-lt"/>
                <a:ea typeface="+mn-ea"/>
                <a:cs typeface="+mn-cs"/>
              </a:defRPr>
            </a:lvl1pPr>
            <a:lvl2pPr marL="481013" indent="-195263" algn="l" rtl="0" eaLnBrk="1" fontAlgn="base" hangingPunct="1">
              <a:spcBef>
                <a:spcPts val="200"/>
              </a:spcBef>
              <a:spcAft>
                <a:spcPct val="0"/>
              </a:spcAft>
              <a:buClr>
                <a:srgbClr val="3597BF"/>
              </a:buClr>
              <a:buSzPct val="85000"/>
              <a:buFont typeface="Wingdings" charset="0"/>
              <a:buChar char="n"/>
              <a:defRPr sz="1600">
                <a:solidFill>
                  <a:schemeClr val="accent1"/>
                </a:solidFill>
                <a:latin typeface="+mn-lt"/>
                <a:ea typeface="+mn-ea"/>
              </a:defRPr>
            </a:lvl2pPr>
            <a:lvl3pPr marL="627063" indent="-144463" algn="l" rtl="0" eaLnBrk="1" fontAlgn="base" hangingPunct="1">
              <a:spcBef>
                <a:spcPts val="0"/>
              </a:spcBef>
              <a:spcAft>
                <a:spcPct val="0"/>
              </a:spcAft>
              <a:buClr>
                <a:srgbClr val="3597BF"/>
              </a:buClr>
              <a:buSzPct val="80000"/>
              <a:buFont typeface="Wingdings" charset="0"/>
              <a:buChar char="n"/>
              <a:defRPr sz="1400">
                <a:solidFill>
                  <a:schemeClr val="accent1"/>
                </a:solidFill>
                <a:latin typeface="+mn-lt"/>
                <a:ea typeface="+mn-ea"/>
              </a:defRPr>
            </a:lvl3pPr>
            <a:lvl4pPr marL="863600" indent="-193675" algn="l" rtl="0" eaLnBrk="1" fontAlgn="base" hangingPunct="1">
              <a:spcBef>
                <a:spcPct val="15000"/>
              </a:spcBef>
              <a:spcAft>
                <a:spcPct val="0"/>
              </a:spcAft>
              <a:buClr>
                <a:srgbClr val="3597BF"/>
              </a:buClr>
              <a:buSzPct val="80000"/>
              <a:buFont typeface="Wingdings" charset="0"/>
              <a:buChar char="n"/>
              <a:defRPr sz="1400">
                <a:solidFill>
                  <a:schemeClr val="accent1"/>
                </a:solidFill>
                <a:latin typeface="+mn-lt"/>
                <a:ea typeface="+mn-ea"/>
              </a:defRPr>
            </a:lvl4pPr>
            <a:lvl5pPr marL="2135188" indent="-228600" algn="l" rtl="0" eaLnBrk="1" fontAlgn="base" hangingPunct="1">
              <a:spcBef>
                <a:spcPct val="20000"/>
              </a:spcBef>
              <a:spcAft>
                <a:spcPct val="0"/>
              </a:spcAft>
              <a:buChar char="»"/>
              <a:defRPr sz="2000">
                <a:solidFill>
                  <a:schemeClr val="tx1"/>
                </a:solidFill>
                <a:latin typeface="+mn-lt"/>
                <a:ea typeface="+mn-ea"/>
              </a:defRPr>
            </a:lvl5pPr>
            <a:lvl6pPr marL="2592388" indent="-228600" algn="l" rtl="0" eaLnBrk="1" fontAlgn="base" hangingPunct="1">
              <a:spcBef>
                <a:spcPct val="20000"/>
              </a:spcBef>
              <a:spcAft>
                <a:spcPct val="0"/>
              </a:spcAft>
              <a:buChar char="»"/>
              <a:defRPr sz="2000">
                <a:solidFill>
                  <a:schemeClr val="tx1"/>
                </a:solidFill>
                <a:latin typeface="+mn-lt"/>
                <a:ea typeface="+mn-ea"/>
              </a:defRPr>
            </a:lvl6pPr>
            <a:lvl7pPr marL="3049588" indent="-228600" algn="l" rtl="0" eaLnBrk="1" fontAlgn="base" hangingPunct="1">
              <a:spcBef>
                <a:spcPct val="20000"/>
              </a:spcBef>
              <a:spcAft>
                <a:spcPct val="0"/>
              </a:spcAft>
              <a:buChar char="»"/>
              <a:defRPr sz="2000">
                <a:solidFill>
                  <a:schemeClr val="tx1"/>
                </a:solidFill>
                <a:latin typeface="+mn-lt"/>
                <a:ea typeface="+mn-ea"/>
              </a:defRPr>
            </a:lvl7pPr>
            <a:lvl8pPr marL="3506788" indent="-228600" algn="l" rtl="0" eaLnBrk="1" fontAlgn="base" hangingPunct="1">
              <a:spcBef>
                <a:spcPct val="20000"/>
              </a:spcBef>
              <a:spcAft>
                <a:spcPct val="0"/>
              </a:spcAft>
              <a:buChar char="»"/>
              <a:defRPr sz="2000">
                <a:solidFill>
                  <a:schemeClr val="tx1"/>
                </a:solidFill>
                <a:latin typeface="+mn-lt"/>
                <a:ea typeface="+mn-ea"/>
              </a:defRPr>
            </a:lvl8pPr>
            <a:lvl9pPr marL="3963988" indent="-228600" algn="l" rtl="0" eaLnBrk="1" fontAlgn="base" hangingPunct="1">
              <a:spcBef>
                <a:spcPct val="20000"/>
              </a:spcBef>
              <a:spcAft>
                <a:spcPct val="0"/>
              </a:spcAft>
              <a:buChar char="»"/>
              <a:defRPr sz="2000">
                <a:solidFill>
                  <a:schemeClr val="tx1"/>
                </a:solidFill>
                <a:latin typeface="+mn-lt"/>
                <a:ea typeface="+mn-ea"/>
              </a:defRPr>
            </a:lvl9pPr>
          </a:lstStyle>
          <a:p>
            <a:pPr marL="50602" indent="0">
              <a:buNone/>
            </a:pPr>
            <a:r>
              <a:rPr lang="en-CA" sz="1400" kern="0" noProof="0" dirty="0">
                <a:solidFill>
                  <a:schemeClr val="tx2"/>
                </a:solidFill>
                <a:latin typeface="+mn-lt"/>
              </a:rPr>
              <a:t>Select</a:t>
            </a:r>
            <a:br>
              <a:rPr lang="en-CA" sz="1400" kern="0" baseline="0" noProof="0" dirty="0">
                <a:solidFill>
                  <a:schemeClr val="tx2"/>
                </a:solidFill>
                <a:latin typeface="+mn-lt"/>
              </a:rPr>
            </a:br>
            <a:r>
              <a:rPr lang="en-CA" sz="1400" i="1" kern="0" noProof="0" dirty="0">
                <a:solidFill>
                  <a:schemeClr val="tx2"/>
                </a:solidFill>
                <a:latin typeface="+mn-lt"/>
              </a:rPr>
              <a:t>CAE Theme</a:t>
            </a:r>
            <a:r>
              <a:rPr lang="en-CA" sz="1400" i="1" kern="0" baseline="0" noProof="0" dirty="0">
                <a:solidFill>
                  <a:schemeClr val="tx2"/>
                </a:solidFill>
                <a:latin typeface="+mn-lt"/>
              </a:rPr>
              <a:t> </a:t>
            </a:r>
            <a:r>
              <a:rPr lang="en-CA" sz="1400" i="1" kern="0" noProof="0" dirty="0">
                <a:solidFill>
                  <a:schemeClr val="tx2"/>
                </a:solidFill>
                <a:latin typeface="+mn-lt"/>
              </a:rPr>
              <a:t>16-9 Eng</a:t>
            </a:r>
            <a:endParaRPr lang="en-CA" sz="1400" b="1" kern="0" noProof="0" dirty="0">
              <a:solidFill>
                <a:schemeClr val="tx2"/>
              </a:solidFill>
              <a:latin typeface="+mn-lt"/>
            </a:endParaRPr>
          </a:p>
        </p:txBody>
      </p:sp>
      <p:sp>
        <p:nvSpPr>
          <p:cNvPr id="40" name="Text Placeholder 2">
            <a:extLst>
              <a:ext uri="{FF2B5EF4-FFF2-40B4-BE49-F238E27FC236}">
                <a16:creationId xmlns:a16="http://schemas.microsoft.com/office/drawing/2014/main" id="{E3D742BA-9DF0-4EE5-A428-72323687DE4A}"/>
              </a:ext>
            </a:extLst>
          </p:cNvPr>
          <p:cNvSpPr txBox="1">
            <a:spLocks/>
          </p:cNvSpPr>
          <p:nvPr/>
        </p:nvSpPr>
        <p:spPr>
          <a:xfrm>
            <a:off x="9414117" y="5574625"/>
            <a:ext cx="2497328" cy="522127"/>
          </a:xfrm>
          <a:prstGeom prst="rect">
            <a:avLst/>
          </a:prstGeom>
          <a:noFill/>
        </p:spPr>
        <p:txBody>
          <a:bodyPr lIns="85725" anchor="ctr"/>
          <a:lstStyle>
            <a:lvl1pPr marL="339725" indent="-285750" algn="l" rtl="0" eaLnBrk="1" fontAlgn="base" hangingPunct="1">
              <a:spcBef>
                <a:spcPts val="800"/>
              </a:spcBef>
              <a:spcAft>
                <a:spcPct val="0"/>
              </a:spcAft>
              <a:buClr>
                <a:srgbClr val="3597BF"/>
              </a:buClr>
              <a:buSzPct val="85000"/>
              <a:buFont typeface="Wingdings" charset="0"/>
              <a:buChar char="n"/>
              <a:defRPr lang="fr-CA" sz="1800" baseline="0" noProof="0" dirty="0" smtClean="0">
                <a:solidFill>
                  <a:schemeClr val="accent1"/>
                </a:solidFill>
                <a:latin typeface="+mn-lt"/>
                <a:ea typeface="+mn-ea"/>
                <a:cs typeface="+mn-cs"/>
              </a:defRPr>
            </a:lvl1pPr>
            <a:lvl2pPr marL="481013" indent="-195263" algn="l" rtl="0" eaLnBrk="1" fontAlgn="base" hangingPunct="1">
              <a:spcBef>
                <a:spcPts val="200"/>
              </a:spcBef>
              <a:spcAft>
                <a:spcPct val="0"/>
              </a:spcAft>
              <a:buClr>
                <a:srgbClr val="3597BF"/>
              </a:buClr>
              <a:buSzPct val="85000"/>
              <a:buFont typeface="Wingdings" charset="0"/>
              <a:buChar char="n"/>
              <a:defRPr sz="1600">
                <a:solidFill>
                  <a:schemeClr val="accent1"/>
                </a:solidFill>
                <a:latin typeface="+mn-lt"/>
                <a:ea typeface="+mn-ea"/>
              </a:defRPr>
            </a:lvl2pPr>
            <a:lvl3pPr marL="627063" indent="-144463" algn="l" rtl="0" eaLnBrk="1" fontAlgn="base" hangingPunct="1">
              <a:spcBef>
                <a:spcPts val="0"/>
              </a:spcBef>
              <a:spcAft>
                <a:spcPct val="0"/>
              </a:spcAft>
              <a:buClr>
                <a:srgbClr val="3597BF"/>
              </a:buClr>
              <a:buSzPct val="80000"/>
              <a:buFont typeface="Wingdings" charset="0"/>
              <a:buChar char="n"/>
              <a:defRPr sz="1400">
                <a:solidFill>
                  <a:schemeClr val="accent1"/>
                </a:solidFill>
                <a:latin typeface="+mn-lt"/>
                <a:ea typeface="+mn-ea"/>
              </a:defRPr>
            </a:lvl3pPr>
            <a:lvl4pPr marL="863600" indent="-193675" algn="l" rtl="0" eaLnBrk="1" fontAlgn="base" hangingPunct="1">
              <a:spcBef>
                <a:spcPct val="15000"/>
              </a:spcBef>
              <a:spcAft>
                <a:spcPct val="0"/>
              </a:spcAft>
              <a:buClr>
                <a:srgbClr val="3597BF"/>
              </a:buClr>
              <a:buSzPct val="80000"/>
              <a:buFont typeface="Wingdings" charset="0"/>
              <a:buChar char="n"/>
              <a:defRPr sz="1400">
                <a:solidFill>
                  <a:schemeClr val="accent1"/>
                </a:solidFill>
                <a:latin typeface="+mn-lt"/>
                <a:ea typeface="+mn-ea"/>
              </a:defRPr>
            </a:lvl4pPr>
            <a:lvl5pPr marL="2135188" indent="-228600" algn="l" rtl="0" eaLnBrk="1" fontAlgn="base" hangingPunct="1">
              <a:spcBef>
                <a:spcPct val="20000"/>
              </a:spcBef>
              <a:spcAft>
                <a:spcPct val="0"/>
              </a:spcAft>
              <a:buChar char="»"/>
              <a:defRPr sz="2000">
                <a:solidFill>
                  <a:schemeClr val="tx1"/>
                </a:solidFill>
                <a:latin typeface="+mn-lt"/>
                <a:ea typeface="+mn-ea"/>
              </a:defRPr>
            </a:lvl5pPr>
            <a:lvl6pPr marL="2592388" indent="-228600" algn="l" rtl="0" eaLnBrk="1" fontAlgn="base" hangingPunct="1">
              <a:spcBef>
                <a:spcPct val="20000"/>
              </a:spcBef>
              <a:spcAft>
                <a:spcPct val="0"/>
              </a:spcAft>
              <a:buChar char="»"/>
              <a:defRPr sz="2000">
                <a:solidFill>
                  <a:schemeClr val="tx1"/>
                </a:solidFill>
                <a:latin typeface="+mn-lt"/>
                <a:ea typeface="+mn-ea"/>
              </a:defRPr>
            </a:lvl6pPr>
            <a:lvl7pPr marL="3049588" indent="-228600" algn="l" rtl="0" eaLnBrk="1" fontAlgn="base" hangingPunct="1">
              <a:spcBef>
                <a:spcPct val="20000"/>
              </a:spcBef>
              <a:spcAft>
                <a:spcPct val="0"/>
              </a:spcAft>
              <a:buChar char="»"/>
              <a:defRPr sz="2000">
                <a:solidFill>
                  <a:schemeClr val="tx1"/>
                </a:solidFill>
                <a:latin typeface="+mn-lt"/>
                <a:ea typeface="+mn-ea"/>
              </a:defRPr>
            </a:lvl7pPr>
            <a:lvl8pPr marL="3506788" indent="-228600" algn="l" rtl="0" eaLnBrk="1" fontAlgn="base" hangingPunct="1">
              <a:spcBef>
                <a:spcPct val="20000"/>
              </a:spcBef>
              <a:spcAft>
                <a:spcPct val="0"/>
              </a:spcAft>
              <a:buChar char="»"/>
              <a:defRPr sz="2000">
                <a:solidFill>
                  <a:schemeClr val="tx1"/>
                </a:solidFill>
                <a:latin typeface="+mn-lt"/>
                <a:ea typeface="+mn-ea"/>
              </a:defRPr>
            </a:lvl8pPr>
            <a:lvl9pPr marL="3963988" indent="-228600" algn="l" rtl="0" eaLnBrk="1" fontAlgn="base" hangingPunct="1">
              <a:spcBef>
                <a:spcPct val="20000"/>
              </a:spcBef>
              <a:spcAft>
                <a:spcPct val="0"/>
              </a:spcAft>
              <a:buChar char="»"/>
              <a:defRPr sz="2000">
                <a:solidFill>
                  <a:schemeClr val="tx1"/>
                </a:solidFill>
                <a:latin typeface="+mn-lt"/>
                <a:ea typeface="+mn-ea"/>
              </a:defRPr>
            </a:lvl9pPr>
          </a:lstStyle>
          <a:p>
            <a:pPr marL="50602" indent="0">
              <a:buNone/>
            </a:pPr>
            <a:r>
              <a:rPr lang="en-CA" sz="1400" kern="0" noProof="0" dirty="0">
                <a:solidFill>
                  <a:schemeClr val="tx2"/>
                </a:solidFill>
                <a:latin typeface="+mn-lt"/>
              </a:rPr>
              <a:t>Select</a:t>
            </a:r>
            <a:br>
              <a:rPr lang="en-CA" sz="1400" kern="0" baseline="0" noProof="0" dirty="0">
                <a:solidFill>
                  <a:schemeClr val="tx2"/>
                </a:solidFill>
                <a:latin typeface="+mn-lt"/>
              </a:rPr>
            </a:br>
            <a:r>
              <a:rPr lang="en-CA" sz="1400" i="1" kern="0" noProof="0" dirty="0">
                <a:solidFill>
                  <a:schemeClr val="tx2"/>
                </a:solidFill>
                <a:latin typeface="+mn-lt"/>
              </a:rPr>
              <a:t>CAE Theme</a:t>
            </a:r>
            <a:r>
              <a:rPr lang="en-CA" sz="1400" i="1" kern="0" baseline="0" noProof="0" dirty="0">
                <a:solidFill>
                  <a:schemeClr val="tx2"/>
                </a:solidFill>
                <a:latin typeface="+mn-lt"/>
              </a:rPr>
              <a:t> </a:t>
            </a:r>
            <a:r>
              <a:rPr lang="en-CA" sz="1400" i="1" kern="0" noProof="0" dirty="0">
                <a:solidFill>
                  <a:schemeClr val="tx2"/>
                </a:solidFill>
                <a:latin typeface="+mn-lt"/>
              </a:rPr>
              <a:t>16-9 Eng</a:t>
            </a:r>
            <a:endParaRPr lang="en-CA" sz="1400" b="1" kern="0" noProof="0" dirty="0">
              <a:solidFill>
                <a:schemeClr val="tx2"/>
              </a:solidFill>
              <a:latin typeface="+mn-lt"/>
            </a:endParaRPr>
          </a:p>
        </p:txBody>
      </p:sp>
      <p:pic>
        <p:nvPicPr>
          <p:cNvPr id="41" name="Picture 4" descr="Résultats de recherche d'images pour « logo excel 2016 »">
            <a:extLst>
              <a:ext uri="{FF2B5EF4-FFF2-40B4-BE49-F238E27FC236}">
                <a16:creationId xmlns:a16="http://schemas.microsoft.com/office/drawing/2014/main" id="{69197E75-E993-49BE-9A64-47A611BF753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1277" t="13284" r="31532" b="13776"/>
          <a:stretch/>
        </p:blipFill>
        <p:spPr bwMode="auto">
          <a:xfrm>
            <a:off x="1594135" y="4425880"/>
            <a:ext cx="1058734" cy="980554"/>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8" descr="Résultats de recherche d'images pour « logo powerpoint 2016 »">
            <a:extLst>
              <a:ext uri="{FF2B5EF4-FFF2-40B4-BE49-F238E27FC236}">
                <a16:creationId xmlns:a16="http://schemas.microsoft.com/office/drawing/2014/main" id="{039ADD44-9EE4-4000-B8C9-71E01840A36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2278" t="13308" r="31993" b="13750"/>
          <a:stretch/>
        </p:blipFill>
        <p:spPr bwMode="auto">
          <a:xfrm>
            <a:off x="1625108" y="3518044"/>
            <a:ext cx="1017099" cy="980556"/>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6" descr="Résultats de recherche d'images pour « logo word 2016 »">
            <a:extLst>
              <a:ext uri="{FF2B5EF4-FFF2-40B4-BE49-F238E27FC236}">
                <a16:creationId xmlns:a16="http://schemas.microsoft.com/office/drawing/2014/main" id="{29E9DA14-E6EC-4155-AA8B-D7B1654EB06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0222" t="12598" r="31191" b="13754"/>
          <a:stretch/>
        </p:blipFill>
        <p:spPr bwMode="auto">
          <a:xfrm>
            <a:off x="1548120" y="5336055"/>
            <a:ext cx="1108701" cy="999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2195277"/>
      </p:ext>
    </p:extLst>
  </p:cSld>
  <p:clrMapOvr>
    <a:masterClrMapping/>
  </p:clrMapOvr>
  <p:transition spd="med">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heme as defaul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996FB5E-AB21-4818-A75E-E19C9835C8CC}"/>
              </a:ext>
            </a:extLst>
          </p:cNvPr>
          <p:cNvSpPr/>
          <p:nvPr/>
        </p:nvSpPr>
        <p:spPr>
          <a:xfrm>
            <a:off x="550800" y="331200"/>
            <a:ext cx="11088000" cy="864000"/>
          </a:xfrm>
          <a:prstGeom prst="rect">
            <a:avLst/>
          </a:prstGeom>
        </p:spPr>
        <p:txBody>
          <a:bodyPr wrap="square" lIns="0" tIns="0" rIns="0" bIns="0">
            <a:noAutofit/>
          </a:bodyPr>
          <a:lstStyle/>
          <a:p>
            <a:pPr algn="l">
              <a:lnSpc>
                <a:spcPct val="89000"/>
              </a:lnSpc>
              <a:spcBef>
                <a:spcPts val="0"/>
              </a:spcBef>
            </a:pPr>
            <a:r>
              <a:rPr kumimoji="0" lang="en-CA" sz="3000" b="1" i="0" u="none" strike="noStrike" kern="0" cap="none" spc="0" normalizeH="0" baseline="0" noProof="0" dirty="0">
                <a:ln>
                  <a:noFill/>
                </a:ln>
                <a:solidFill>
                  <a:schemeClr val="tx2"/>
                </a:solidFill>
                <a:effectLst/>
                <a:uLnTx/>
                <a:uFillTx/>
                <a:latin typeface="+mn-lt"/>
                <a:ea typeface="+mn-ea"/>
                <a:cs typeface="+mn-cs"/>
              </a:rPr>
              <a:t>Save your </a:t>
            </a:r>
            <a:r>
              <a:rPr kumimoji="0" lang="en-CA" sz="3000" b="1" i="0" u="none" strike="noStrike" kern="0" cap="none" spc="0" normalizeH="0" baseline="0" noProof="0" dirty="0">
                <a:ln>
                  <a:noFill/>
                </a:ln>
                <a:solidFill>
                  <a:schemeClr val="accent2"/>
                </a:solidFill>
                <a:effectLst/>
                <a:uLnTx/>
                <a:uFillTx/>
                <a:latin typeface="+mn-lt"/>
                <a:ea typeface="+mn-ea"/>
                <a:cs typeface="+mn-cs"/>
              </a:rPr>
              <a:t>CAE theme as default </a:t>
            </a:r>
            <a:r>
              <a:rPr kumimoji="0" lang="en-CA" sz="3000" b="1" i="0" u="none" strike="noStrike" kern="0" cap="none" spc="0" normalizeH="0" baseline="0" noProof="0" dirty="0">
                <a:ln>
                  <a:noFill/>
                </a:ln>
                <a:solidFill>
                  <a:schemeClr val="tx2"/>
                </a:solidFill>
                <a:effectLst/>
                <a:uLnTx/>
                <a:uFillTx/>
                <a:latin typeface="+mn-lt"/>
                <a:ea typeface="+mn-ea"/>
                <a:cs typeface="+mn-cs"/>
              </a:rPr>
              <a:t>in Microsoft Office </a:t>
            </a:r>
            <a:br>
              <a:rPr kumimoji="0" lang="en-CA" sz="3000" b="1" i="0" u="none" strike="noStrike" kern="0" cap="none" spc="0" normalizeH="0" baseline="0" noProof="0" dirty="0">
                <a:ln>
                  <a:noFill/>
                </a:ln>
                <a:solidFill>
                  <a:schemeClr val="tx2"/>
                </a:solidFill>
                <a:effectLst/>
                <a:uLnTx/>
                <a:uFillTx/>
                <a:latin typeface="+mn-lt"/>
                <a:ea typeface="+mn-ea"/>
                <a:cs typeface="+mn-cs"/>
              </a:rPr>
            </a:br>
            <a:r>
              <a:rPr kumimoji="0" lang="en-CA" sz="3000" b="1" i="0" u="none" strike="noStrike" kern="0" cap="none" spc="0" normalizeH="0" baseline="0" noProof="0" dirty="0">
                <a:ln>
                  <a:noFill/>
                </a:ln>
                <a:solidFill>
                  <a:schemeClr val="tx2"/>
                </a:solidFill>
                <a:effectLst/>
                <a:uLnTx/>
                <a:uFillTx/>
                <a:latin typeface="+mn-lt"/>
                <a:ea typeface="+mn-ea"/>
                <a:cs typeface="+mn-cs"/>
              </a:rPr>
              <a:t>to increase your efficiency</a:t>
            </a:r>
          </a:p>
        </p:txBody>
      </p:sp>
      <p:sp>
        <p:nvSpPr>
          <p:cNvPr id="3" name="Espace réservé du numéro de diapositive 2">
            <a:extLst>
              <a:ext uri="{FF2B5EF4-FFF2-40B4-BE49-F238E27FC236}">
                <a16:creationId xmlns:a16="http://schemas.microsoft.com/office/drawing/2014/main" id="{0DD7E86D-F61A-4DCD-88E1-F2C7631C6ABF}"/>
              </a:ext>
            </a:extLst>
          </p:cNvPr>
          <p:cNvSpPr>
            <a:spLocks noGrp="1"/>
          </p:cNvSpPr>
          <p:nvPr>
            <p:ph type="sldNum" sz="quarter" idx="10"/>
          </p:nvPr>
        </p:nvSpPr>
        <p:spPr/>
        <p:txBody>
          <a:bodyPr/>
          <a:lstStyle>
            <a:lvl1pPr>
              <a:defRPr>
                <a:latin typeface="+mn-lt"/>
              </a:defRPr>
            </a:lvl1pPr>
          </a:lstStyle>
          <a:p>
            <a:fld id="{9F13E4E3-EA9B-4FF8-B6C4-2516ED16E94E}" type="slidenum">
              <a:rPr lang="en-CA" smtClean="0"/>
              <a:t>‹#›</a:t>
            </a:fld>
            <a:endParaRPr lang="en-CA" dirty="0"/>
          </a:p>
        </p:txBody>
      </p:sp>
      <p:sp>
        <p:nvSpPr>
          <p:cNvPr id="41" name="Rectangle 40">
            <a:extLst>
              <a:ext uri="{FF2B5EF4-FFF2-40B4-BE49-F238E27FC236}">
                <a16:creationId xmlns:a16="http://schemas.microsoft.com/office/drawing/2014/main" id="{103DEF42-9B04-4EF0-9854-2957E02618C1}"/>
              </a:ext>
            </a:extLst>
          </p:cNvPr>
          <p:cNvSpPr/>
          <p:nvPr/>
        </p:nvSpPr>
        <p:spPr bwMode="auto">
          <a:xfrm>
            <a:off x="2279576" y="1524376"/>
            <a:ext cx="4608000" cy="504000"/>
          </a:xfrm>
          <a:prstGeom prst="rect">
            <a:avLst/>
          </a:prstGeom>
          <a:solidFill>
            <a:schemeClr val="accent2"/>
          </a:solidFill>
          <a:ln>
            <a:noFill/>
          </a:ln>
          <a:effectLst/>
        </p:spPr>
        <p:txBody>
          <a:bodyPr vert="horz" wrap="square" lIns="85725" tIns="42863" rIns="85725" bIns="42863" numCol="1" rtlCol="0" anchor="ctr" anchorCtr="0" compatLnSpc="1">
            <a:prstTxWarp prst="textNoShape">
              <a:avLst/>
            </a:prstTxWarp>
          </a:bodyPr>
          <a:lstStyle/>
          <a:p>
            <a:pPr algn="ctr" eaLnBrk="0" fontAlgn="base" hangingPunct="0">
              <a:spcBef>
                <a:spcPct val="50000"/>
              </a:spcBef>
              <a:spcAft>
                <a:spcPct val="0"/>
              </a:spcAft>
            </a:pPr>
            <a:r>
              <a:rPr lang="en-CA" sz="2000" b="1" noProof="0" dirty="0">
                <a:solidFill>
                  <a:schemeClr val="bg1"/>
                </a:solidFill>
                <a:latin typeface="+mn-lt"/>
                <a:ea typeface="+mn-ea"/>
              </a:rPr>
              <a:t>To save as default</a:t>
            </a:r>
          </a:p>
        </p:txBody>
      </p:sp>
      <p:sp>
        <p:nvSpPr>
          <p:cNvPr id="42" name="Rectangle 41">
            <a:extLst>
              <a:ext uri="{FF2B5EF4-FFF2-40B4-BE49-F238E27FC236}">
                <a16:creationId xmlns:a16="http://schemas.microsoft.com/office/drawing/2014/main" id="{C74E578D-8017-4B91-AA3C-BB34202118F2}"/>
              </a:ext>
            </a:extLst>
          </p:cNvPr>
          <p:cNvSpPr/>
          <p:nvPr/>
        </p:nvSpPr>
        <p:spPr bwMode="auto">
          <a:xfrm>
            <a:off x="7032615" y="1524376"/>
            <a:ext cx="4608000" cy="504000"/>
          </a:xfrm>
          <a:prstGeom prst="rect">
            <a:avLst/>
          </a:prstGeom>
          <a:solidFill>
            <a:schemeClr val="accent2"/>
          </a:solidFill>
          <a:ln>
            <a:noFill/>
          </a:ln>
          <a:effectLst/>
        </p:spPr>
        <p:txBody>
          <a:bodyPr vert="horz" wrap="square" lIns="85725" tIns="42863" rIns="85725" bIns="42863" numCol="1" rtlCol="0" anchor="ctr" anchorCtr="0" compatLnSpc="1">
            <a:prstTxWarp prst="textNoShape">
              <a:avLst/>
            </a:prstTxWarp>
          </a:bodyPr>
          <a:lstStyle/>
          <a:p>
            <a:pPr algn="ctr" eaLnBrk="0" fontAlgn="base" hangingPunct="0">
              <a:spcBef>
                <a:spcPct val="50000"/>
              </a:spcBef>
              <a:spcAft>
                <a:spcPct val="0"/>
              </a:spcAft>
            </a:pPr>
            <a:r>
              <a:rPr lang="en-CA" sz="2000" b="1" noProof="0" dirty="0">
                <a:solidFill>
                  <a:schemeClr val="bg1"/>
                </a:solidFill>
                <a:latin typeface="+mn-lt"/>
                <a:ea typeface="+mn-ea"/>
              </a:rPr>
              <a:t>To use</a:t>
            </a:r>
          </a:p>
        </p:txBody>
      </p:sp>
      <p:sp>
        <p:nvSpPr>
          <p:cNvPr id="46" name="Espace réservé du texte 14">
            <a:extLst>
              <a:ext uri="{FF2B5EF4-FFF2-40B4-BE49-F238E27FC236}">
                <a16:creationId xmlns:a16="http://schemas.microsoft.com/office/drawing/2014/main" id="{46E25934-E844-4F8D-85E9-9FC1F9C741DB}"/>
              </a:ext>
            </a:extLst>
          </p:cNvPr>
          <p:cNvSpPr txBox="1">
            <a:spLocks/>
          </p:cNvSpPr>
          <p:nvPr/>
        </p:nvSpPr>
        <p:spPr>
          <a:xfrm>
            <a:off x="2279576" y="2028837"/>
            <a:ext cx="4608000" cy="1008000"/>
          </a:xfrm>
          <a:prstGeom prst="rect">
            <a:avLst/>
          </a:prstGeom>
          <a:solidFill>
            <a:schemeClr val="bg2"/>
          </a:solidFill>
        </p:spPr>
        <p:txBody>
          <a:bodyPr lIns="144000" tIns="108000" rIns="144000" bIns="108000" anchor="t" anchorCtr="0"/>
          <a:lstStyle>
            <a:lvl1pPr marL="225425" indent="-225425" algn="l" defTabSz="457200" rtl="0" eaLnBrk="1" fontAlgn="base" hangingPunct="1">
              <a:spcBef>
                <a:spcPts val="1200"/>
              </a:spcBef>
              <a:spcAft>
                <a:spcPct val="0"/>
              </a:spcAft>
              <a:buFont typeface="Arial" pitchFamily="34" charset="0"/>
              <a:buChar char="•"/>
              <a:defRPr sz="1600">
                <a:solidFill>
                  <a:schemeClr val="tx1"/>
                </a:solidFill>
                <a:latin typeface="+mn-lt"/>
                <a:ea typeface="+mn-ea"/>
                <a:cs typeface="+mn-cs"/>
              </a:defRPr>
            </a:lvl1pPr>
            <a:lvl2pPr marL="457200" indent="-182880" algn="l" defTabSz="457200" rtl="0" eaLnBrk="1" fontAlgn="base" hangingPunct="1">
              <a:spcBef>
                <a:spcPts val="400"/>
              </a:spcBef>
              <a:spcAft>
                <a:spcPct val="0"/>
              </a:spcAft>
              <a:buFont typeface="Arial" pitchFamily="34" charset="0"/>
              <a:buChar char="•"/>
              <a:defRPr sz="1400">
                <a:solidFill>
                  <a:schemeClr val="tx1"/>
                </a:solidFill>
                <a:latin typeface="+mn-lt"/>
              </a:defRPr>
            </a:lvl2pPr>
            <a:lvl3pPr marL="640080" indent="-137160" algn="l" defTabSz="457200" rtl="0" eaLnBrk="1" fontAlgn="base" hangingPunct="1">
              <a:spcBef>
                <a:spcPts val="0"/>
              </a:spcBef>
              <a:spcAft>
                <a:spcPct val="0"/>
              </a:spcAft>
              <a:buFont typeface="Arial" pitchFamily="34" charset="0"/>
              <a:buChar char="•"/>
              <a:defRPr sz="1200" baseline="0">
                <a:solidFill>
                  <a:schemeClr val="tx1"/>
                </a:solidFill>
                <a:latin typeface="+mn-lt"/>
              </a:defRPr>
            </a:lvl3pPr>
            <a:lvl4pPr marL="1433513" indent="-355600" algn="l" defTabSz="457200" rtl="0" eaLnBrk="1" fontAlgn="base" hangingPunct="1">
              <a:spcBef>
                <a:spcPct val="20000"/>
              </a:spcBef>
              <a:spcAft>
                <a:spcPct val="0"/>
              </a:spcAft>
              <a:buFont typeface="Arial" pitchFamily="34" charset="0"/>
              <a:buChar char="•"/>
              <a:defRPr>
                <a:solidFill>
                  <a:schemeClr val="tx1"/>
                </a:solidFill>
                <a:latin typeface="+mn-lt"/>
              </a:defRPr>
            </a:lvl4pPr>
            <a:lvl5pPr marL="1787525" indent="-354013" algn="l" defTabSz="457200" rtl="0" eaLnBrk="1" fontAlgn="base" hangingPunct="1">
              <a:spcBef>
                <a:spcPct val="20000"/>
              </a:spcBef>
              <a:spcAft>
                <a:spcPct val="0"/>
              </a:spcAft>
              <a:buSzPct val="80000"/>
              <a:buFont typeface="Arial" pitchFamily="34" charset="0"/>
              <a:buChar char="•"/>
              <a:defRPr>
                <a:solidFill>
                  <a:schemeClr val="tx1"/>
                </a:solidFill>
                <a:latin typeface="+mn-lt"/>
              </a:defRPr>
            </a:lvl5pPr>
            <a:lvl6pPr marL="2514600" indent="-228600" algn="l" defTabSz="457200" rtl="0" eaLnBrk="1" fontAlgn="base" hangingPunct="1">
              <a:spcBef>
                <a:spcPct val="20000"/>
              </a:spcBef>
              <a:spcAft>
                <a:spcPct val="0"/>
              </a:spcAft>
              <a:buFont typeface="Arial" charset="0"/>
              <a:buChar char="»"/>
              <a:defRPr sz="2000">
                <a:solidFill>
                  <a:schemeClr val="tx1"/>
                </a:solidFill>
                <a:latin typeface="+mn-lt"/>
              </a:defRPr>
            </a:lvl6pPr>
            <a:lvl7pPr marL="2971800" indent="-228600" algn="l" defTabSz="457200" rtl="0" eaLnBrk="1" fontAlgn="base" hangingPunct="1">
              <a:spcBef>
                <a:spcPct val="20000"/>
              </a:spcBef>
              <a:spcAft>
                <a:spcPct val="0"/>
              </a:spcAft>
              <a:buFont typeface="Arial" charset="0"/>
              <a:buChar char="»"/>
              <a:defRPr sz="2000">
                <a:solidFill>
                  <a:schemeClr val="tx1"/>
                </a:solidFill>
                <a:latin typeface="+mn-lt"/>
              </a:defRPr>
            </a:lvl7pPr>
            <a:lvl8pPr marL="3429000" indent="-228600" algn="l" defTabSz="457200" rtl="0" eaLnBrk="1" fontAlgn="base" hangingPunct="1">
              <a:spcBef>
                <a:spcPct val="20000"/>
              </a:spcBef>
              <a:spcAft>
                <a:spcPct val="0"/>
              </a:spcAft>
              <a:buFont typeface="Arial" charset="0"/>
              <a:buChar char="»"/>
              <a:defRPr sz="2000">
                <a:solidFill>
                  <a:schemeClr val="tx1"/>
                </a:solidFill>
                <a:latin typeface="+mn-lt"/>
              </a:defRPr>
            </a:lvl8pPr>
            <a:lvl9pPr marL="3886200" indent="-228600" algn="l" defTabSz="457200" rtl="0" eaLnBrk="1" fontAlgn="base" hangingPunct="1">
              <a:spcBef>
                <a:spcPct val="20000"/>
              </a:spcBef>
              <a:spcAft>
                <a:spcPct val="0"/>
              </a:spcAft>
              <a:buFont typeface="Arial" charset="0"/>
              <a:buChar char="»"/>
              <a:defRPr sz="2000">
                <a:solidFill>
                  <a:schemeClr val="tx1"/>
                </a:solidFill>
                <a:latin typeface="+mn-lt"/>
              </a:defRPr>
            </a:lvl9pPr>
          </a:lstStyle>
          <a:p>
            <a:pPr marL="168750" indent="-168750">
              <a:buSzPct val="110000"/>
              <a:buFont typeface="+mj-lt"/>
              <a:buAutoNum type="arabicPeriod"/>
            </a:pPr>
            <a:r>
              <a:rPr lang="en-CA" sz="1300" kern="0" noProof="0" dirty="0">
                <a:solidFill>
                  <a:schemeClr val="tx2"/>
                </a:solidFill>
                <a:latin typeface="+mn-lt"/>
              </a:rPr>
              <a:t>In the </a:t>
            </a:r>
            <a:r>
              <a:rPr lang="en-CA" sz="1300" b="1" kern="0" noProof="0" dirty="0">
                <a:solidFill>
                  <a:schemeClr val="tx2"/>
                </a:solidFill>
                <a:latin typeface="+mn-lt"/>
              </a:rPr>
              <a:t>Design</a:t>
            </a:r>
            <a:r>
              <a:rPr lang="en-CA" sz="1300" kern="0" noProof="0" dirty="0">
                <a:solidFill>
                  <a:schemeClr val="tx2"/>
                </a:solidFill>
                <a:latin typeface="+mn-lt"/>
              </a:rPr>
              <a:t> menu, select your theme in the top left corner, then right-click on it</a:t>
            </a:r>
          </a:p>
          <a:p>
            <a:pPr marL="168750" indent="-168750">
              <a:spcBef>
                <a:spcPts val="375"/>
              </a:spcBef>
              <a:buSzPct val="110000"/>
              <a:buFont typeface="+mj-lt"/>
              <a:buAutoNum type="arabicPeriod"/>
            </a:pPr>
            <a:r>
              <a:rPr lang="en-CA" sz="1300" kern="0" noProof="0" dirty="0">
                <a:solidFill>
                  <a:schemeClr val="tx2"/>
                </a:solidFill>
                <a:latin typeface="+mn-lt"/>
              </a:rPr>
              <a:t>Choose </a:t>
            </a:r>
            <a:r>
              <a:rPr lang="en-CA" sz="1300" b="1" kern="0" noProof="0" dirty="0">
                <a:solidFill>
                  <a:schemeClr val="tx2"/>
                </a:solidFill>
                <a:latin typeface="+mn-lt"/>
              </a:rPr>
              <a:t>Set as Default Theme</a:t>
            </a:r>
          </a:p>
        </p:txBody>
      </p:sp>
      <p:sp>
        <p:nvSpPr>
          <p:cNvPr id="47" name="Espace réservé du texte 62">
            <a:extLst>
              <a:ext uri="{FF2B5EF4-FFF2-40B4-BE49-F238E27FC236}">
                <a16:creationId xmlns:a16="http://schemas.microsoft.com/office/drawing/2014/main" id="{8FF6C7E1-88F0-448A-BA53-EF791B5A0651}"/>
              </a:ext>
            </a:extLst>
          </p:cNvPr>
          <p:cNvSpPr txBox="1">
            <a:spLocks/>
          </p:cNvSpPr>
          <p:nvPr/>
        </p:nvSpPr>
        <p:spPr>
          <a:xfrm>
            <a:off x="2279576" y="3180736"/>
            <a:ext cx="4608000" cy="1584000"/>
          </a:xfrm>
          <a:prstGeom prst="rect">
            <a:avLst/>
          </a:prstGeom>
          <a:solidFill>
            <a:schemeClr val="bg2"/>
          </a:solidFill>
        </p:spPr>
        <p:txBody>
          <a:bodyPr lIns="144000" tIns="108000" rIns="144000" bIns="108000" anchor="t" anchorCtr="0"/>
          <a:lstStyle>
            <a:lvl1pPr marL="225425" indent="-225425" algn="l" defTabSz="457200" rtl="0" eaLnBrk="1" fontAlgn="base" hangingPunct="1">
              <a:spcBef>
                <a:spcPts val="1200"/>
              </a:spcBef>
              <a:spcAft>
                <a:spcPct val="0"/>
              </a:spcAft>
              <a:buFont typeface="Arial" pitchFamily="34" charset="0"/>
              <a:buChar char="•"/>
              <a:defRPr sz="1600">
                <a:solidFill>
                  <a:schemeClr val="tx1"/>
                </a:solidFill>
                <a:latin typeface="+mn-lt"/>
                <a:ea typeface="+mn-ea"/>
                <a:cs typeface="+mn-cs"/>
              </a:defRPr>
            </a:lvl1pPr>
            <a:lvl2pPr marL="457200" indent="-182880" algn="l" defTabSz="457200" rtl="0" eaLnBrk="1" fontAlgn="base" hangingPunct="1">
              <a:spcBef>
                <a:spcPts val="400"/>
              </a:spcBef>
              <a:spcAft>
                <a:spcPct val="0"/>
              </a:spcAft>
              <a:buFont typeface="Arial" pitchFamily="34" charset="0"/>
              <a:buChar char="•"/>
              <a:defRPr sz="1400">
                <a:solidFill>
                  <a:schemeClr val="tx1"/>
                </a:solidFill>
                <a:latin typeface="+mn-lt"/>
              </a:defRPr>
            </a:lvl2pPr>
            <a:lvl3pPr marL="640080" indent="-137160" algn="l" defTabSz="457200" rtl="0" eaLnBrk="1" fontAlgn="base" hangingPunct="1">
              <a:spcBef>
                <a:spcPts val="0"/>
              </a:spcBef>
              <a:spcAft>
                <a:spcPct val="0"/>
              </a:spcAft>
              <a:buFont typeface="Arial" pitchFamily="34" charset="0"/>
              <a:buChar char="•"/>
              <a:defRPr sz="1200" baseline="0">
                <a:solidFill>
                  <a:schemeClr val="tx1"/>
                </a:solidFill>
                <a:latin typeface="+mn-lt"/>
              </a:defRPr>
            </a:lvl3pPr>
            <a:lvl4pPr marL="1433513" indent="-355600" algn="l" defTabSz="457200" rtl="0" eaLnBrk="1" fontAlgn="base" hangingPunct="1">
              <a:spcBef>
                <a:spcPct val="20000"/>
              </a:spcBef>
              <a:spcAft>
                <a:spcPct val="0"/>
              </a:spcAft>
              <a:buFont typeface="Arial" pitchFamily="34" charset="0"/>
              <a:buChar char="•"/>
              <a:defRPr>
                <a:solidFill>
                  <a:schemeClr val="tx1"/>
                </a:solidFill>
                <a:latin typeface="+mn-lt"/>
              </a:defRPr>
            </a:lvl4pPr>
            <a:lvl5pPr marL="1787525" indent="-354013" algn="l" defTabSz="457200" rtl="0" eaLnBrk="1" fontAlgn="base" hangingPunct="1">
              <a:spcBef>
                <a:spcPct val="20000"/>
              </a:spcBef>
              <a:spcAft>
                <a:spcPct val="0"/>
              </a:spcAft>
              <a:buSzPct val="80000"/>
              <a:buFont typeface="Arial" pitchFamily="34" charset="0"/>
              <a:buChar char="•"/>
              <a:defRPr>
                <a:solidFill>
                  <a:schemeClr val="tx1"/>
                </a:solidFill>
                <a:latin typeface="+mn-lt"/>
              </a:defRPr>
            </a:lvl5pPr>
            <a:lvl6pPr marL="2514600" indent="-228600" algn="l" defTabSz="457200" rtl="0" eaLnBrk="1" fontAlgn="base" hangingPunct="1">
              <a:spcBef>
                <a:spcPct val="20000"/>
              </a:spcBef>
              <a:spcAft>
                <a:spcPct val="0"/>
              </a:spcAft>
              <a:buFont typeface="Arial" charset="0"/>
              <a:buChar char="»"/>
              <a:defRPr sz="2000">
                <a:solidFill>
                  <a:schemeClr val="tx1"/>
                </a:solidFill>
                <a:latin typeface="+mn-lt"/>
              </a:defRPr>
            </a:lvl6pPr>
            <a:lvl7pPr marL="2971800" indent="-228600" algn="l" defTabSz="457200" rtl="0" eaLnBrk="1" fontAlgn="base" hangingPunct="1">
              <a:spcBef>
                <a:spcPct val="20000"/>
              </a:spcBef>
              <a:spcAft>
                <a:spcPct val="0"/>
              </a:spcAft>
              <a:buFont typeface="Arial" charset="0"/>
              <a:buChar char="»"/>
              <a:defRPr sz="2000">
                <a:solidFill>
                  <a:schemeClr val="tx1"/>
                </a:solidFill>
                <a:latin typeface="+mn-lt"/>
              </a:defRPr>
            </a:lvl7pPr>
            <a:lvl8pPr marL="3429000" indent="-228600" algn="l" defTabSz="457200" rtl="0" eaLnBrk="1" fontAlgn="base" hangingPunct="1">
              <a:spcBef>
                <a:spcPct val="20000"/>
              </a:spcBef>
              <a:spcAft>
                <a:spcPct val="0"/>
              </a:spcAft>
              <a:buFont typeface="Arial" charset="0"/>
              <a:buChar char="»"/>
              <a:defRPr sz="2000">
                <a:solidFill>
                  <a:schemeClr val="tx1"/>
                </a:solidFill>
                <a:latin typeface="+mn-lt"/>
              </a:defRPr>
            </a:lvl8pPr>
            <a:lvl9pPr marL="3886200" indent="-228600" algn="l" defTabSz="457200" rtl="0" eaLnBrk="1" fontAlgn="base" hangingPunct="1">
              <a:spcBef>
                <a:spcPct val="20000"/>
              </a:spcBef>
              <a:spcAft>
                <a:spcPct val="0"/>
              </a:spcAft>
              <a:buFont typeface="Arial" charset="0"/>
              <a:buChar char="»"/>
              <a:defRPr sz="2000">
                <a:solidFill>
                  <a:schemeClr val="tx1"/>
                </a:solidFill>
                <a:latin typeface="+mn-lt"/>
              </a:defRPr>
            </a:lvl9pPr>
          </a:lstStyle>
          <a:p>
            <a:pPr marL="168750" indent="-168750">
              <a:buSzPct val="110000"/>
              <a:buFont typeface="+mj-lt"/>
              <a:buAutoNum type="arabicPeriod"/>
            </a:pPr>
            <a:r>
              <a:rPr lang="en-CA" sz="1300" kern="0" noProof="0" dirty="0">
                <a:solidFill>
                  <a:schemeClr val="tx2"/>
                </a:solidFill>
                <a:latin typeface="+mn-lt"/>
              </a:rPr>
              <a:t>In a blank Excel workbook, under the</a:t>
            </a:r>
            <a:r>
              <a:rPr lang="en-CA" sz="1300" b="1" kern="0" noProof="0" dirty="0">
                <a:solidFill>
                  <a:schemeClr val="tx2"/>
                </a:solidFill>
                <a:latin typeface="+mn-lt"/>
              </a:rPr>
              <a:t> Page Layout </a:t>
            </a:r>
            <a:r>
              <a:rPr lang="en-CA" sz="1300" kern="0" noProof="0" dirty="0">
                <a:solidFill>
                  <a:schemeClr val="tx2"/>
                </a:solidFill>
                <a:latin typeface="+mn-lt"/>
              </a:rPr>
              <a:t>menu, apply your custom theme</a:t>
            </a:r>
          </a:p>
          <a:p>
            <a:pPr marL="168750" indent="-168750">
              <a:spcBef>
                <a:spcPts val="375"/>
              </a:spcBef>
              <a:buSzPct val="110000"/>
              <a:buFont typeface="+mj-lt"/>
              <a:buAutoNum type="arabicPeriod"/>
            </a:pPr>
            <a:r>
              <a:rPr lang="en-CA" sz="1300" kern="0" noProof="0" dirty="0">
                <a:solidFill>
                  <a:schemeClr val="tx2"/>
                </a:solidFill>
                <a:latin typeface="+mn-lt"/>
              </a:rPr>
              <a:t>Using the </a:t>
            </a:r>
            <a:r>
              <a:rPr lang="en-CA" sz="1300" b="1" kern="0" noProof="0" dirty="0">
                <a:solidFill>
                  <a:schemeClr val="tx2"/>
                </a:solidFill>
                <a:latin typeface="+mn-lt"/>
              </a:rPr>
              <a:t>File Save as </a:t>
            </a:r>
            <a:r>
              <a:rPr lang="en-CA" sz="1300" kern="0" noProof="0" dirty="0">
                <a:solidFill>
                  <a:schemeClr val="tx2"/>
                </a:solidFill>
                <a:latin typeface="+mn-lt"/>
              </a:rPr>
              <a:t>menu, save that blank file on your computer as an </a:t>
            </a:r>
            <a:r>
              <a:rPr lang="en-CA" sz="1300" b="1" kern="0" noProof="0" dirty="0">
                <a:solidFill>
                  <a:schemeClr val="tx2"/>
                </a:solidFill>
                <a:latin typeface="+mn-lt"/>
              </a:rPr>
              <a:t>Excel template</a:t>
            </a:r>
            <a:r>
              <a:rPr lang="en-CA" sz="1300" kern="0" noProof="0" dirty="0">
                <a:solidFill>
                  <a:schemeClr val="tx2"/>
                </a:solidFill>
                <a:latin typeface="+mn-lt"/>
              </a:rPr>
              <a:t> by </a:t>
            </a:r>
            <a:r>
              <a:rPr lang="en-CA" sz="1300" b="1" kern="0" noProof="0" dirty="0">
                <a:solidFill>
                  <a:schemeClr val="tx2"/>
                </a:solidFill>
                <a:latin typeface="+mn-lt"/>
              </a:rPr>
              <a:t>selecting the XLTX file extension</a:t>
            </a:r>
            <a:r>
              <a:rPr lang="en-CA" sz="1300" kern="0" noProof="0" dirty="0">
                <a:solidFill>
                  <a:schemeClr val="tx2"/>
                </a:solidFill>
                <a:latin typeface="+mn-lt"/>
              </a:rPr>
              <a:t> and a meaningful name</a:t>
            </a:r>
          </a:p>
          <a:p>
            <a:pPr marL="168750" indent="-168750">
              <a:spcBef>
                <a:spcPts val="375"/>
              </a:spcBef>
              <a:buSzPct val="110000"/>
              <a:buFont typeface="+mj-lt"/>
              <a:buAutoNum type="arabicPeriod"/>
            </a:pPr>
            <a:r>
              <a:rPr lang="en-CA" sz="1300" kern="0" noProof="0" dirty="0">
                <a:solidFill>
                  <a:schemeClr val="tx2"/>
                </a:solidFill>
                <a:latin typeface="+mn-lt"/>
              </a:rPr>
              <a:t>Close Excel</a:t>
            </a:r>
          </a:p>
        </p:txBody>
      </p:sp>
      <p:sp>
        <p:nvSpPr>
          <p:cNvPr id="48" name="Espace réservé du texte 1023">
            <a:extLst>
              <a:ext uri="{FF2B5EF4-FFF2-40B4-BE49-F238E27FC236}">
                <a16:creationId xmlns:a16="http://schemas.microsoft.com/office/drawing/2014/main" id="{181138F4-20DE-46DF-91D0-EE249BDE9D80}"/>
              </a:ext>
            </a:extLst>
          </p:cNvPr>
          <p:cNvSpPr txBox="1">
            <a:spLocks/>
          </p:cNvSpPr>
          <p:nvPr/>
        </p:nvSpPr>
        <p:spPr>
          <a:xfrm>
            <a:off x="2279576" y="4908856"/>
            <a:ext cx="4608000" cy="936000"/>
          </a:xfrm>
          <a:prstGeom prst="rect">
            <a:avLst/>
          </a:prstGeom>
          <a:solidFill>
            <a:schemeClr val="bg2"/>
          </a:solidFill>
        </p:spPr>
        <p:txBody>
          <a:bodyPr lIns="144000" tIns="108000" rIns="144000" bIns="108000" anchor="t" anchorCtr="0"/>
          <a:lstStyle>
            <a:lvl1pPr marL="225425" indent="-225425" algn="l" defTabSz="457200" rtl="0" eaLnBrk="1" fontAlgn="base" hangingPunct="1">
              <a:spcBef>
                <a:spcPts val="1200"/>
              </a:spcBef>
              <a:spcAft>
                <a:spcPct val="0"/>
              </a:spcAft>
              <a:buFont typeface="Arial" pitchFamily="34" charset="0"/>
              <a:buChar char="•"/>
              <a:defRPr sz="1600">
                <a:solidFill>
                  <a:schemeClr val="tx1"/>
                </a:solidFill>
                <a:latin typeface="+mn-lt"/>
                <a:ea typeface="+mn-ea"/>
                <a:cs typeface="+mn-cs"/>
              </a:defRPr>
            </a:lvl1pPr>
            <a:lvl2pPr marL="457200" indent="-182880" algn="l" defTabSz="457200" rtl="0" eaLnBrk="1" fontAlgn="base" hangingPunct="1">
              <a:spcBef>
                <a:spcPts val="400"/>
              </a:spcBef>
              <a:spcAft>
                <a:spcPct val="0"/>
              </a:spcAft>
              <a:buFont typeface="Arial" pitchFamily="34" charset="0"/>
              <a:buChar char="•"/>
              <a:defRPr sz="1400">
                <a:solidFill>
                  <a:schemeClr val="tx1"/>
                </a:solidFill>
                <a:latin typeface="+mn-lt"/>
              </a:defRPr>
            </a:lvl2pPr>
            <a:lvl3pPr marL="640080" indent="-137160" algn="l" defTabSz="457200" rtl="0" eaLnBrk="1" fontAlgn="base" hangingPunct="1">
              <a:spcBef>
                <a:spcPts val="0"/>
              </a:spcBef>
              <a:spcAft>
                <a:spcPct val="0"/>
              </a:spcAft>
              <a:buFont typeface="Arial" pitchFamily="34" charset="0"/>
              <a:buChar char="•"/>
              <a:defRPr sz="1200" baseline="0">
                <a:solidFill>
                  <a:schemeClr val="tx1"/>
                </a:solidFill>
                <a:latin typeface="+mn-lt"/>
              </a:defRPr>
            </a:lvl3pPr>
            <a:lvl4pPr marL="1433513" indent="-355600" algn="l" defTabSz="457200" rtl="0" eaLnBrk="1" fontAlgn="base" hangingPunct="1">
              <a:spcBef>
                <a:spcPct val="20000"/>
              </a:spcBef>
              <a:spcAft>
                <a:spcPct val="0"/>
              </a:spcAft>
              <a:buFont typeface="Arial" pitchFamily="34" charset="0"/>
              <a:buChar char="•"/>
              <a:defRPr>
                <a:solidFill>
                  <a:schemeClr val="tx1"/>
                </a:solidFill>
                <a:latin typeface="+mn-lt"/>
              </a:defRPr>
            </a:lvl4pPr>
            <a:lvl5pPr marL="1787525" indent="-354013" algn="l" defTabSz="457200" rtl="0" eaLnBrk="1" fontAlgn="base" hangingPunct="1">
              <a:spcBef>
                <a:spcPct val="20000"/>
              </a:spcBef>
              <a:spcAft>
                <a:spcPct val="0"/>
              </a:spcAft>
              <a:buSzPct val="80000"/>
              <a:buFont typeface="Arial" pitchFamily="34" charset="0"/>
              <a:buChar char="•"/>
              <a:defRPr>
                <a:solidFill>
                  <a:schemeClr val="tx1"/>
                </a:solidFill>
                <a:latin typeface="+mn-lt"/>
              </a:defRPr>
            </a:lvl5pPr>
            <a:lvl6pPr marL="2514600" indent="-228600" algn="l" defTabSz="457200" rtl="0" eaLnBrk="1" fontAlgn="base" hangingPunct="1">
              <a:spcBef>
                <a:spcPct val="20000"/>
              </a:spcBef>
              <a:spcAft>
                <a:spcPct val="0"/>
              </a:spcAft>
              <a:buFont typeface="Arial" charset="0"/>
              <a:buChar char="»"/>
              <a:defRPr sz="2000">
                <a:solidFill>
                  <a:schemeClr val="tx1"/>
                </a:solidFill>
                <a:latin typeface="+mn-lt"/>
              </a:defRPr>
            </a:lvl6pPr>
            <a:lvl7pPr marL="2971800" indent="-228600" algn="l" defTabSz="457200" rtl="0" eaLnBrk="1" fontAlgn="base" hangingPunct="1">
              <a:spcBef>
                <a:spcPct val="20000"/>
              </a:spcBef>
              <a:spcAft>
                <a:spcPct val="0"/>
              </a:spcAft>
              <a:buFont typeface="Arial" charset="0"/>
              <a:buChar char="»"/>
              <a:defRPr sz="2000">
                <a:solidFill>
                  <a:schemeClr val="tx1"/>
                </a:solidFill>
                <a:latin typeface="+mn-lt"/>
              </a:defRPr>
            </a:lvl7pPr>
            <a:lvl8pPr marL="3429000" indent="-228600" algn="l" defTabSz="457200" rtl="0" eaLnBrk="1" fontAlgn="base" hangingPunct="1">
              <a:spcBef>
                <a:spcPct val="20000"/>
              </a:spcBef>
              <a:spcAft>
                <a:spcPct val="0"/>
              </a:spcAft>
              <a:buFont typeface="Arial" charset="0"/>
              <a:buChar char="»"/>
              <a:defRPr sz="2000">
                <a:solidFill>
                  <a:schemeClr val="tx1"/>
                </a:solidFill>
                <a:latin typeface="+mn-lt"/>
              </a:defRPr>
            </a:lvl8pPr>
            <a:lvl9pPr marL="3886200" indent="-228600" algn="l" defTabSz="457200" rtl="0" eaLnBrk="1" fontAlgn="base" hangingPunct="1">
              <a:spcBef>
                <a:spcPct val="20000"/>
              </a:spcBef>
              <a:spcAft>
                <a:spcPct val="0"/>
              </a:spcAft>
              <a:buFont typeface="Arial" charset="0"/>
              <a:buChar char="»"/>
              <a:defRPr sz="2000">
                <a:solidFill>
                  <a:schemeClr val="tx1"/>
                </a:solidFill>
                <a:latin typeface="+mn-lt"/>
              </a:defRPr>
            </a:lvl9pPr>
          </a:lstStyle>
          <a:p>
            <a:pPr marL="168750" indent="-168750">
              <a:buSzPct val="110000"/>
              <a:buFont typeface="+mj-lt"/>
              <a:buAutoNum type="arabicPeriod"/>
            </a:pPr>
            <a:r>
              <a:rPr lang="en-CA" sz="1300" kern="0" noProof="0" dirty="0">
                <a:solidFill>
                  <a:schemeClr val="tx2"/>
                </a:solidFill>
                <a:latin typeface="+mn-lt"/>
              </a:rPr>
              <a:t>Choose you theme in the </a:t>
            </a:r>
            <a:r>
              <a:rPr lang="en-CA" sz="1300" b="1" kern="0" noProof="0" dirty="0">
                <a:solidFill>
                  <a:schemeClr val="tx2"/>
                </a:solidFill>
                <a:latin typeface="+mn-lt"/>
              </a:rPr>
              <a:t>Design</a:t>
            </a:r>
            <a:r>
              <a:rPr lang="en-CA" sz="1300" kern="0" noProof="0" dirty="0">
                <a:solidFill>
                  <a:schemeClr val="tx2"/>
                </a:solidFill>
                <a:latin typeface="+mn-lt"/>
              </a:rPr>
              <a:t> menu</a:t>
            </a:r>
          </a:p>
          <a:p>
            <a:pPr marL="168750" indent="-168750">
              <a:spcBef>
                <a:spcPts val="375"/>
              </a:spcBef>
              <a:buSzPct val="110000"/>
              <a:buFont typeface="+mj-lt"/>
              <a:buAutoNum type="arabicPeriod"/>
            </a:pPr>
            <a:r>
              <a:rPr lang="en-CA" sz="1300" kern="0" noProof="0" dirty="0">
                <a:solidFill>
                  <a:schemeClr val="tx2"/>
                </a:solidFill>
                <a:latin typeface="+mn-lt"/>
              </a:rPr>
              <a:t>Still on the </a:t>
            </a:r>
            <a:r>
              <a:rPr lang="en-CA" sz="1300" b="1" kern="0" noProof="0" dirty="0">
                <a:solidFill>
                  <a:schemeClr val="tx2"/>
                </a:solidFill>
                <a:latin typeface="+mn-lt"/>
              </a:rPr>
              <a:t>Design</a:t>
            </a:r>
            <a:r>
              <a:rPr lang="en-CA" sz="1300" kern="0" noProof="0" dirty="0">
                <a:solidFill>
                  <a:schemeClr val="tx2"/>
                </a:solidFill>
                <a:latin typeface="+mn-lt"/>
              </a:rPr>
              <a:t> menu, click </a:t>
            </a:r>
            <a:r>
              <a:rPr lang="en-CA" sz="1300" b="1" kern="0" noProof="0" dirty="0">
                <a:solidFill>
                  <a:schemeClr val="tx2"/>
                </a:solidFill>
                <a:latin typeface="+mn-lt"/>
              </a:rPr>
              <a:t>Set as Default </a:t>
            </a:r>
            <a:r>
              <a:rPr lang="en-CA" sz="1300" kern="0" noProof="0" dirty="0">
                <a:solidFill>
                  <a:schemeClr val="tx2"/>
                </a:solidFill>
                <a:latin typeface="+mn-lt"/>
              </a:rPr>
              <a:t>in the top right of your screen</a:t>
            </a:r>
          </a:p>
        </p:txBody>
      </p:sp>
      <p:sp>
        <p:nvSpPr>
          <p:cNvPr id="49" name="Espace réservé du texte 1024">
            <a:extLst>
              <a:ext uri="{FF2B5EF4-FFF2-40B4-BE49-F238E27FC236}">
                <a16:creationId xmlns:a16="http://schemas.microsoft.com/office/drawing/2014/main" id="{5D769026-0312-4890-8D2A-D87BF3E27069}"/>
              </a:ext>
            </a:extLst>
          </p:cNvPr>
          <p:cNvSpPr txBox="1">
            <a:spLocks/>
          </p:cNvSpPr>
          <p:nvPr/>
        </p:nvSpPr>
        <p:spPr>
          <a:xfrm>
            <a:off x="7032616" y="2028432"/>
            <a:ext cx="4608000" cy="1008000"/>
          </a:xfrm>
          <a:prstGeom prst="rect">
            <a:avLst/>
          </a:prstGeom>
          <a:solidFill>
            <a:schemeClr val="bg2"/>
          </a:solidFill>
        </p:spPr>
        <p:txBody>
          <a:bodyPr lIns="144000" tIns="108000" rIns="144000" bIns="108000" anchor="t" anchorCtr="0"/>
          <a:lstStyle>
            <a:lvl1pPr marL="225425" indent="-225425" algn="l" defTabSz="457200" rtl="0" eaLnBrk="1" fontAlgn="base" hangingPunct="1">
              <a:spcBef>
                <a:spcPts val="1200"/>
              </a:spcBef>
              <a:spcAft>
                <a:spcPct val="0"/>
              </a:spcAft>
              <a:buFont typeface="Arial" pitchFamily="34" charset="0"/>
              <a:buChar char="•"/>
              <a:defRPr sz="1600">
                <a:solidFill>
                  <a:schemeClr val="tx1"/>
                </a:solidFill>
                <a:latin typeface="+mn-lt"/>
                <a:ea typeface="+mn-ea"/>
                <a:cs typeface="+mn-cs"/>
              </a:defRPr>
            </a:lvl1pPr>
            <a:lvl2pPr marL="457200" indent="-182880" algn="l" defTabSz="457200" rtl="0" eaLnBrk="1" fontAlgn="base" hangingPunct="1">
              <a:spcBef>
                <a:spcPts val="400"/>
              </a:spcBef>
              <a:spcAft>
                <a:spcPct val="0"/>
              </a:spcAft>
              <a:buFont typeface="Arial" pitchFamily="34" charset="0"/>
              <a:buChar char="•"/>
              <a:defRPr sz="1400">
                <a:solidFill>
                  <a:schemeClr val="tx1"/>
                </a:solidFill>
                <a:latin typeface="+mn-lt"/>
              </a:defRPr>
            </a:lvl2pPr>
            <a:lvl3pPr marL="640080" indent="-137160" algn="l" defTabSz="457200" rtl="0" eaLnBrk="1" fontAlgn="base" hangingPunct="1">
              <a:spcBef>
                <a:spcPts val="0"/>
              </a:spcBef>
              <a:spcAft>
                <a:spcPct val="0"/>
              </a:spcAft>
              <a:buFont typeface="Arial" pitchFamily="34" charset="0"/>
              <a:buChar char="•"/>
              <a:defRPr sz="1200" baseline="0">
                <a:solidFill>
                  <a:schemeClr val="tx1"/>
                </a:solidFill>
                <a:latin typeface="+mn-lt"/>
              </a:defRPr>
            </a:lvl3pPr>
            <a:lvl4pPr marL="1433513" indent="-355600" algn="l" defTabSz="457200" rtl="0" eaLnBrk="1" fontAlgn="base" hangingPunct="1">
              <a:spcBef>
                <a:spcPct val="20000"/>
              </a:spcBef>
              <a:spcAft>
                <a:spcPct val="0"/>
              </a:spcAft>
              <a:buFont typeface="Arial" pitchFamily="34" charset="0"/>
              <a:buChar char="•"/>
              <a:defRPr>
                <a:solidFill>
                  <a:schemeClr val="tx1"/>
                </a:solidFill>
                <a:latin typeface="+mn-lt"/>
              </a:defRPr>
            </a:lvl4pPr>
            <a:lvl5pPr marL="1787525" indent="-354013" algn="l" defTabSz="457200" rtl="0" eaLnBrk="1" fontAlgn="base" hangingPunct="1">
              <a:spcBef>
                <a:spcPct val="20000"/>
              </a:spcBef>
              <a:spcAft>
                <a:spcPct val="0"/>
              </a:spcAft>
              <a:buSzPct val="80000"/>
              <a:buFont typeface="Arial" pitchFamily="34" charset="0"/>
              <a:buChar char="•"/>
              <a:defRPr>
                <a:solidFill>
                  <a:schemeClr val="tx1"/>
                </a:solidFill>
                <a:latin typeface="+mn-lt"/>
              </a:defRPr>
            </a:lvl5pPr>
            <a:lvl6pPr marL="2514600" indent="-228600" algn="l" defTabSz="457200" rtl="0" eaLnBrk="1" fontAlgn="base" hangingPunct="1">
              <a:spcBef>
                <a:spcPct val="20000"/>
              </a:spcBef>
              <a:spcAft>
                <a:spcPct val="0"/>
              </a:spcAft>
              <a:buFont typeface="Arial" charset="0"/>
              <a:buChar char="»"/>
              <a:defRPr sz="2000">
                <a:solidFill>
                  <a:schemeClr val="tx1"/>
                </a:solidFill>
                <a:latin typeface="+mn-lt"/>
              </a:defRPr>
            </a:lvl6pPr>
            <a:lvl7pPr marL="2971800" indent="-228600" algn="l" defTabSz="457200" rtl="0" eaLnBrk="1" fontAlgn="base" hangingPunct="1">
              <a:spcBef>
                <a:spcPct val="20000"/>
              </a:spcBef>
              <a:spcAft>
                <a:spcPct val="0"/>
              </a:spcAft>
              <a:buFont typeface="Arial" charset="0"/>
              <a:buChar char="»"/>
              <a:defRPr sz="2000">
                <a:solidFill>
                  <a:schemeClr val="tx1"/>
                </a:solidFill>
                <a:latin typeface="+mn-lt"/>
              </a:defRPr>
            </a:lvl7pPr>
            <a:lvl8pPr marL="3429000" indent="-228600" algn="l" defTabSz="457200" rtl="0" eaLnBrk="1" fontAlgn="base" hangingPunct="1">
              <a:spcBef>
                <a:spcPct val="20000"/>
              </a:spcBef>
              <a:spcAft>
                <a:spcPct val="0"/>
              </a:spcAft>
              <a:buFont typeface="Arial" charset="0"/>
              <a:buChar char="»"/>
              <a:defRPr sz="2000">
                <a:solidFill>
                  <a:schemeClr val="tx1"/>
                </a:solidFill>
                <a:latin typeface="+mn-lt"/>
              </a:defRPr>
            </a:lvl8pPr>
            <a:lvl9pPr marL="3886200" indent="-228600" algn="l" defTabSz="457200" rtl="0" eaLnBrk="1" fontAlgn="base" hangingPunct="1">
              <a:spcBef>
                <a:spcPct val="20000"/>
              </a:spcBef>
              <a:spcAft>
                <a:spcPct val="0"/>
              </a:spcAft>
              <a:buFont typeface="Arial" charset="0"/>
              <a:buChar char="»"/>
              <a:defRPr sz="2000">
                <a:solidFill>
                  <a:schemeClr val="tx1"/>
                </a:solidFill>
                <a:latin typeface="+mn-lt"/>
              </a:defRPr>
            </a:lvl9pPr>
          </a:lstStyle>
          <a:p>
            <a:pPr marL="0" indent="0">
              <a:buFont typeface="Arial" pitchFamily="34" charset="0"/>
              <a:buNone/>
            </a:pPr>
            <a:r>
              <a:rPr lang="en-CA" sz="1300" kern="0" noProof="0" dirty="0">
                <a:solidFill>
                  <a:schemeClr val="tx2"/>
                </a:solidFill>
                <a:latin typeface="+mn-lt"/>
              </a:rPr>
              <a:t>After having started PowerPoint, your default theme will always be the first one offered to you in the top left, under the name </a:t>
            </a:r>
            <a:r>
              <a:rPr lang="en-CA" sz="1300" b="1" kern="0" noProof="0" dirty="0">
                <a:solidFill>
                  <a:schemeClr val="tx2"/>
                </a:solidFill>
                <a:latin typeface="+mn-lt"/>
              </a:rPr>
              <a:t>Default Theme </a:t>
            </a:r>
            <a:r>
              <a:rPr lang="en-CA" sz="1300" i="1" kern="0" noProof="0" dirty="0">
                <a:solidFill>
                  <a:schemeClr val="tx2"/>
                </a:solidFill>
                <a:latin typeface="+mn-lt"/>
              </a:rPr>
              <a:t>(not under its original name)</a:t>
            </a:r>
          </a:p>
        </p:txBody>
      </p:sp>
      <p:sp>
        <p:nvSpPr>
          <p:cNvPr id="50" name="Espace réservé du texte 1024">
            <a:extLst>
              <a:ext uri="{FF2B5EF4-FFF2-40B4-BE49-F238E27FC236}">
                <a16:creationId xmlns:a16="http://schemas.microsoft.com/office/drawing/2014/main" id="{EA84469C-09CD-4123-B406-0B929DFEF579}"/>
              </a:ext>
            </a:extLst>
          </p:cNvPr>
          <p:cNvSpPr txBox="1">
            <a:spLocks/>
          </p:cNvSpPr>
          <p:nvPr/>
        </p:nvSpPr>
        <p:spPr>
          <a:xfrm>
            <a:off x="7032616" y="3180331"/>
            <a:ext cx="4608000" cy="1584000"/>
          </a:xfrm>
          <a:prstGeom prst="rect">
            <a:avLst/>
          </a:prstGeom>
          <a:solidFill>
            <a:schemeClr val="bg2"/>
          </a:solidFill>
        </p:spPr>
        <p:txBody>
          <a:bodyPr lIns="144000" tIns="108000" rIns="144000" bIns="108000" anchor="t" anchorCtr="0"/>
          <a:lstStyle>
            <a:lvl1pPr marL="225425" indent="-225425" algn="l" defTabSz="457200" rtl="0" eaLnBrk="1" fontAlgn="base" hangingPunct="1">
              <a:spcBef>
                <a:spcPts val="1200"/>
              </a:spcBef>
              <a:spcAft>
                <a:spcPct val="0"/>
              </a:spcAft>
              <a:buFont typeface="Arial" pitchFamily="34" charset="0"/>
              <a:buChar char="•"/>
              <a:defRPr sz="1600">
                <a:solidFill>
                  <a:schemeClr val="tx1"/>
                </a:solidFill>
                <a:latin typeface="+mn-lt"/>
                <a:ea typeface="+mn-ea"/>
                <a:cs typeface="+mn-cs"/>
              </a:defRPr>
            </a:lvl1pPr>
            <a:lvl2pPr marL="457200" indent="-182880" algn="l" defTabSz="457200" rtl="0" eaLnBrk="1" fontAlgn="base" hangingPunct="1">
              <a:spcBef>
                <a:spcPts val="400"/>
              </a:spcBef>
              <a:spcAft>
                <a:spcPct val="0"/>
              </a:spcAft>
              <a:buFont typeface="Arial" pitchFamily="34" charset="0"/>
              <a:buChar char="•"/>
              <a:defRPr sz="1400">
                <a:solidFill>
                  <a:schemeClr val="tx1"/>
                </a:solidFill>
                <a:latin typeface="+mn-lt"/>
              </a:defRPr>
            </a:lvl2pPr>
            <a:lvl3pPr marL="640080" indent="-137160" algn="l" defTabSz="457200" rtl="0" eaLnBrk="1" fontAlgn="base" hangingPunct="1">
              <a:spcBef>
                <a:spcPts val="0"/>
              </a:spcBef>
              <a:spcAft>
                <a:spcPct val="0"/>
              </a:spcAft>
              <a:buFont typeface="Arial" pitchFamily="34" charset="0"/>
              <a:buChar char="•"/>
              <a:defRPr sz="1200" baseline="0">
                <a:solidFill>
                  <a:schemeClr val="tx1"/>
                </a:solidFill>
                <a:latin typeface="+mn-lt"/>
              </a:defRPr>
            </a:lvl3pPr>
            <a:lvl4pPr marL="1433513" indent="-355600" algn="l" defTabSz="457200" rtl="0" eaLnBrk="1" fontAlgn="base" hangingPunct="1">
              <a:spcBef>
                <a:spcPct val="20000"/>
              </a:spcBef>
              <a:spcAft>
                <a:spcPct val="0"/>
              </a:spcAft>
              <a:buFont typeface="Arial" pitchFamily="34" charset="0"/>
              <a:buChar char="•"/>
              <a:defRPr>
                <a:solidFill>
                  <a:schemeClr val="tx1"/>
                </a:solidFill>
                <a:latin typeface="+mn-lt"/>
              </a:defRPr>
            </a:lvl4pPr>
            <a:lvl5pPr marL="1787525" indent="-354013" algn="l" defTabSz="457200" rtl="0" eaLnBrk="1" fontAlgn="base" hangingPunct="1">
              <a:spcBef>
                <a:spcPct val="20000"/>
              </a:spcBef>
              <a:spcAft>
                <a:spcPct val="0"/>
              </a:spcAft>
              <a:buSzPct val="80000"/>
              <a:buFont typeface="Arial" pitchFamily="34" charset="0"/>
              <a:buChar char="•"/>
              <a:defRPr>
                <a:solidFill>
                  <a:schemeClr val="tx1"/>
                </a:solidFill>
                <a:latin typeface="+mn-lt"/>
              </a:defRPr>
            </a:lvl5pPr>
            <a:lvl6pPr marL="2514600" indent="-228600" algn="l" defTabSz="457200" rtl="0" eaLnBrk="1" fontAlgn="base" hangingPunct="1">
              <a:spcBef>
                <a:spcPct val="20000"/>
              </a:spcBef>
              <a:spcAft>
                <a:spcPct val="0"/>
              </a:spcAft>
              <a:buFont typeface="Arial" charset="0"/>
              <a:buChar char="»"/>
              <a:defRPr sz="2000">
                <a:solidFill>
                  <a:schemeClr val="tx1"/>
                </a:solidFill>
                <a:latin typeface="+mn-lt"/>
              </a:defRPr>
            </a:lvl6pPr>
            <a:lvl7pPr marL="2971800" indent="-228600" algn="l" defTabSz="457200" rtl="0" eaLnBrk="1" fontAlgn="base" hangingPunct="1">
              <a:spcBef>
                <a:spcPct val="20000"/>
              </a:spcBef>
              <a:spcAft>
                <a:spcPct val="0"/>
              </a:spcAft>
              <a:buFont typeface="Arial" charset="0"/>
              <a:buChar char="»"/>
              <a:defRPr sz="2000">
                <a:solidFill>
                  <a:schemeClr val="tx1"/>
                </a:solidFill>
                <a:latin typeface="+mn-lt"/>
              </a:defRPr>
            </a:lvl7pPr>
            <a:lvl8pPr marL="3429000" indent="-228600" algn="l" defTabSz="457200" rtl="0" eaLnBrk="1" fontAlgn="base" hangingPunct="1">
              <a:spcBef>
                <a:spcPct val="20000"/>
              </a:spcBef>
              <a:spcAft>
                <a:spcPct val="0"/>
              </a:spcAft>
              <a:buFont typeface="Arial" charset="0"/>
              <a:buChar char="»"/>
              <a:defRPr sz="2000">
                <a:solidFill>
                  <a:schemeClr val="tx1"/>
                </a:solidFill>
                <a:latin typeface="+mn-lt"/>
              </a:defRPr>
            </a:lvl8pPr>
            <a:lvl9pPr marL="3886200" indent="-228600" algn="l" defTabSz="457200" rtl="0" eaLnBrk="1" fontAlgn="base" hangingPunct="1">
              <a:spcBef>
                <a:spcPct val="20000"/>
              </a:spcBef>
              <a:spcAft>
                <a:spcPct val="0"/>
              </a:spcAft>
              <a:buFont typeface="Arial" charset="0"/>
              <a:buChar char="»"/>
              <a:defRPr sz="2000">
                <a:solidFill>
                  <a:schemeClr val="tx1"/>
                </a:solidFill>
                <a:latin typeface="+mn-lt"/>
              </a:defRPr>
            </a:lvl9pPr>
          </a:lstStyle>
          <a:p>
            <a:pPr marL="168750" indent="-168750">
              <a:buSzPct val="110000"/>
              <a:buFont typeface="+mj-lt"/>
              <a:buAutoNum type="arabicPeriod"/>
            </a:pPr>
            <a:r>
              <a:rPr lang="en-CA" sz="1300" kern="0" noProof="0" dirty="0">
                <a:solidFill>
                  <a:schemeClr val="tx2"/>
                </a:solidFill>
                <a:latin typeface="+mn-lt"/>
              </a:rPr>
              <a:t>After having started Excel, click on </a:t>
            </a:r>
            <a:r>
              <a:rPr lang="en-CA" sz="1300" b="1" kern="0" noProof="0" dirty="0">
                <a:solidFill>
                  <a:schemeClr val="tx2"/>
                </a:solidFill>
                <a:latin typeface="+mn-lt"/>
              </a:rPr>
              <a:t>File New </a:t>
            </a:r>
            <a:r>
              <a:rPr lang="en-CA" sz="1300" kern="0" noProof="0" dirty="0">
                <a:solidFill>
                  <a:schemeClr val="tx2"/>
                </a:solidFill>
                <a:latin typeface="+mn-lt"/>
              </a:rPr>
              <a:t>and then choose your template from the list offered to you.</a:t>
            </a:r>
          </a:p>
          <a:p>
            <a:pPr marL="168750" indent="-168750">
              <a:spcBef>
                <a:spcPts val="563"/>
              </a:spcBef>
              <a:buSzPct val="110000"/>
              <a:buFont typeface="+mj-lt"/>
              <a:buAutoNum type="arabicPeriod"/>
            </a:pPr>
            <a:r>
              <a:rPr lang="en-CA" sz="1300" kern="0" noProof="0" dirty="0">
                <a:solidFill>
                  <a:schemeClr val="tx2"/>
                </a:solidFill>
                <a:latin typeface="+mn-lt"/>
              </a:rPr>
              <a:t>If you do not see the name of your Excel template in that list, click on </a:t>
            </a:r>
            <a:r>
              <a:rPr lang="en-CA" sz="1300" b="1" kern="0" noProof="0" dirty="0">
                <a:solidFill>
                  <a:schemeClr val="tx2"/>
                </a:solidFill>
                <a:latin typeface="+mn-lt"/>
              </a:rPr>
              <a:t>PERSONAL</a:t>
            </a:r>
            <a:r>
              <a:rPr lang="en-CA" sz="1300" kern="0" noProof="0" dirty="0">
                <a:solidFill>
                  <a:schemeClr val="tx2"/>
                </a:solidFill>
                <a:latin typeface="+mn-lt"/>
              </a:rPr>
              <a:t> in the top left of your screen, and your template should be there</a:t>
            </a:r>
          </a:p>
        </p:txBody>
      </p:sp>
      <p:sp>
        <p:nvSpPr>
          <p:cNvPr id="51" name="Espace réservé du texte 1024">
            <a:extLst>
              <a:ext uri="{FF2B5EF4-FFF2-40B4-BE49-F238E27FC236}">
                <a16:creationId xmlns:a16="http://schemas.microsoft.com/office/drawing/2014/main" id="{2AE46AE1-611E-42E3-A0CA-3EE7B6CFF1EC}"/>
              </a:ext>
            </a:extLst>
          </p:cNvPr>
          <p:cNvSpPr txBox="1">
            <a:spLocks/>
          </p:cNvSpPr>
          <p:nvPr/>
        </p:nvSpPr>
        <p:spPr>
          <a:xfrm>
            <a:off x="7032616" y="4908451"/>
            <a:ext cx="4608000" cy="936000"/>
          </a:xfrm>
          <a:prstGeom prst="rect">
            <a:avLst/>
          </a:prstGeom>
          <a:solidFill>
            <a:schemeClr val="bg2"/>
          </a:solidFill>
        </p:spPr>
        <p:txBody>
          <a:bodyPr lIns="144000" tIns="108000" rIns="144000" bIns="108000" anchor="t" anchorCtr="0"/>
          <a:lstStyle>
            <a:lvl1pPr marL="225425" indent="-225425" algn="l" defTabSz="457200" rtl="0" eaLnBrk="1" fontAlgn="base" hangingPunct="1">
              <a:spcBef>
                <a:spcPts val="1200"/>
              </a:spcBef>
              <a:spcAft>
                <a:spcPct val="0"/>
              </a:spcAft>
              <a:buFont typeface="Arial" pitchFamily="34" charset="0"/>
              <a:buChar char="•"/>
              <a:defRPr sz="1600">
                <a:solidFill>
                  <a:schemeClr val="tx1"/>
                </a:solidFill>
                <a:latin typeface="+mn-lt"/>
                <a:ea typeface="+mn-ea"/>
                <a:cs typeface="+mn-cs"/>
              </a:defRPr>
            </a:lvl1pPr>
            <a:lvl2pPr marL="457200" indent="-182880" algn="l" defTabSz="457200" rtl="0" eaLnBrk="1" fontAlgn="base" hangingPunct="1">
              <a:spcBef>
                <a:spcPts val="400"/>
              </a:spcBef>
              <a:spcAft>
                <a:spcPct val="0"/>
              </a:spcAft>
              <a:buFont typeface="Arial" pitchFamily="34" charset="0"/>
              <a:buChar char="•"/>
              <a:defRPr sz="1400">
                <a:solidFill>
                  <a:schemeClr val="tx1"/>
                </a:solidFill>
                <a:latin typeface="+mn-lt"/>
              </a:defRPr>
            </a:lvl2pPr>
            <a:lvl3pPr marL="640080" indent="-137160" algn="l" defTabSz="457200" rtl="0" eaLnBrk="1" fontAlgn="base" hangingPunct="1">
              <a:spcBef>
                <a:spcPts val="0"/>
              </a:spcBef>
              <a:spcAft>
                <a:spcPct val="0"/>
              </a:spcAft>
              <a:buFont typeface="Arial" pitchFamily="34" charset="0"/>
              <a:buChar char="•"/>
              <a:defRPr sz="1200" baseline="0">
                <a:solidFill>
                  <a:schemeClr val="tx1"/>
                </a:solidFill>
                <a:latin typeface="+mn-lt"/>
              </a:defRPr>
            </a:lvl3pPr>
            <a:lvl4pPr marL="1433513" indent="-355600" algn="l" defTabSz="457200" rtl="0" eaLnBrk="1" fontAlgn="base" hangingPunct="1">
              <a:spcBef>
                <a:spcPct val="20000"/>
              </a:spcBef>
              <a:spcAft>
                <a:spcPct val="0"/>
              </a:spcAft>
              <a:buFont typeface="Arial" pitchFamily="34" charset="0"/>
              <a:buChar char="•"/>
              <a:defRPr>
                <a:solidFill>
                  <a:schemeClr val="tx1"/>
                </a:solidFill>
                <a:latin typeface="+mn-lt"/>
              </a:defRPr>
            </a:lvl4pPr>
            <a:lvl5pPr marL="1787525" indent="-354013" algn="l" defTabSz="457200" rtl="0" eaLnBrk="1" fontAlgn="base" hangingPunct="1">
              <a:spcBef>
                <a:spcPct val="20000"/>
              </a:spcBef>
              <a:spcAft>
                <a:spcPct val="0"/>
              </a:spcAft>
              <a:buSzPct val="80000"/>
              <a:buFont typeface="Arial" pitchFamily="34" charset="0"/>
              <a:buChar char="•"/>
              <a:defRPr>
                <a:solidFill>
                  <a:schemeClr val="tx1"/>
                </a:solidFill>
                <a:latin typeface="+mn-lt"/>
              </a:defRPr>
            </a:lvl5pPr>
            <a:lvl6pPr marL="2514600" indent="-228600" algn="l" defTabSz="457200" rtl="0" eaLnBrk="1" fontAlgn="base" hangingPunct="1">
              <a:spcBef>
                <a:spcPct val="20000"/>
              </a:spcBef>
              <a:spcAft>
                <a:spcPct val="0"/>
              </a:spcAft>
              <a:buFont typeface="Arial" charset="0"/>
              <a:buChar char="»"/>
              <a:defRPr sz="2000">
                <a:solidFill>
                  <a:schemeClr val="tx1"/>
                </a:solidFill>
                <a:latin typeface="+mn-lt"/>
              </a:defRPr>
            </a:lvl6pPr>
            <a:lvl7pPr marL="2971800" indent="-228600" algn="l" defTabSz="457200" rtl="0" eaLnBrk="1" fontAlgn="base" hangingPunct="1">
              <a:spcBef>
                <a:spcPct val="20000"/>
              </a:spcBef>
              <a:spcAft>
                <a:spcPct val="0"/>
              </a:spcAft>
              <a:buFont typeface="Arial" charset="0"/>
              <a:buChar char="»"/>
              <a:defRPr sz="2000">
                <a:solidFill>
                  <a:schemeClr val="tx1"/>
                </a:solidFill>
                <a:latin typeface="+mn-lt"/>
              </a:defRPr>
            </a:lvl7pPr>
            <a:lvl8pPr marL="3429000" indent="-228600" algn="l" defTabSz="457200" rtl="0" eaLnBrk="1" fontAlgn="base" hangingPunct="1">
              <a:spcBef>
                <a:spcPct val="20000"/>
              </a:spcBef>
              <a:spcAft>
                <a:spcPct val="0"/>
              </a:spcAft>
              <a:buFont typeface="Arial" charset="0"/>
              <a:buChar char="»"/>
              <a:defRPr sz="2000">
                <a:solidFill>
                  <a:schemeClr val="tx1"/>
                </a:solidFill>
                <a:latin typeface="+mn-lt"/>
              </a:defRPr>
            </a:lvl8pPr>
            <a:lvl9pPr marL="3886200" indent="-228600" algn="l" defTabSz="457200" rtl="0" eaLnBrk="1" fontAlgn="base" hangingPunct="1">
              <a:spcBef>
                <a:spcPct val="20000"/>
              </a:spcBef>
              <a:spcAft>
                <a:spcPct val="0"/>
              </a:spcAft>
              <a:buFont typeface="Arial" charset="0"/>
              <a:buChar char="»"/>
              <a:defRPr sz="2000">
                <a:solidFill>
                  <a:schemeClr val="tx1"/>
                </a:solidFill>
                <a:latin typeface="+mn-lt"/>
              </a:defRPr>
            </a:lvl9pPr>
          </a:lstStyle>
          <a:p>
            <a:pPr marL="0" indent="0">
              <a:buFont typeface="Arial" pitchFamily="34" charset="0"/>
              <a:buNone/>
            </a:pPr>
            <a:r>
              <a:rPr lang="en-CA" sz="1300" kern="0" noProof="0" dirty="0">
                <a:solidFill>
                  <a:schemeClr val="tx2"/>
                </a:solidFill>
                <a:latin typeface="+mn-lt"/>
              </a:rPr>
              <a:t>After having started Word, choose </a:t>
            </a:r>
            <a:r>
              <a:rPr lang="en-CA" sz="1300" b="1" kern="0" noProof="0" dirty="0">
                <a:solidFill>
                  <a:schemeClr val="tx2"/>
                </a:solidFill>
                <a:latin typeface="+mn-lt"/>
              </a:rPr>
              <a:t>Blank Document </a:t>
            </a:r>
            <a:r>
              <a:rPr lang="en-CA" sz="1300" kern="0" noProof="0" dirty="0">
                <a:solidFill>
                  <a:schemeClr val="tx2"/>
                </a:solidFill>
                <a:latin typeface="+mn-lt"/>
              </a:rPr>
              <a:t>in the top left, and your default theme will automatically be used</a:t>
            </a:r>
            <a:endParaRPr lang="en-CA" sz="1300" b="1" i="1" kern="0" noProof="0" dirty="0">
              <a:solidFill>
                <a:schemeClr val="tx2"/>
              </a:solidFill>
              <a:latin typeface="+mn-lt"/>
            </a:endParaRPr>
          </a:p>
        </p:txBody>
      </p:sp>
      <p:pic>
        <p:nvPicPr>
          <p:cNvPr id="15" name="Picture 8" descr="Résultats de recherche d'images pour « logo powerpoint 2016 »">
            <a:extLst>
              <a:ext uri="{FF2B5EF4-FFF2-40B4-BE49-F238E27FC236}">
                <a16:creationId xmlns:a16="http://schemas.microsoft.com/office/drawing/2014/main" id="{81A26933-2156-4390-ACB0-FCB4ECE2E681}"/>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0036" r="20036"/>
          <a:stretch/>
        </p:blipFill>
        <p:spPr>
          <a:xfrm>
            <a:off x="398169" y="1888405"/>
            <a:ext cx="1636875" cy="1288864"/>
          </a:xfrm>
          <a:prstGeom prst="rect">
            <a:avLst/>
          </a:prstGeom>
        </p:spPr>
      </p:pic>
      <p:pic>
        <p:nvPicPr>
          <p:cNvPr id="16" name="Picture 4" descr="Résultats de recherche d'images pour « logo excel 2016 »">
            <a:extLst>
              <a:ext uri="{FF2B5EF4-FFF2-40B4-BE49-F238E27FC236}">
                <a16:creationId xmlns:a16="http://schemas.microsoft.com/office/drawing/2014/main" id="{1F4C1E4E-001B-4D4C-A6A4-C5C4D5D8C0D2}"/>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0009" r="20009"/>
          <a:stretch/>
        </p:blipFill>
        <p:spPr>
          <a:xfrm>
            <a:off x="398169" y="3328304"/>
            <a:ext cx="1636875" cy="1288864"/>
          </a:xfrm>
          <a:prstGeom prst="rect">
            <a:avLst/>
          </a:prstGeom>
        </p:spPr>
      </p:pic>
      <p:pic>
        <p:nvPicPr>
          <p:cNvPr id="17" name="Picture 6" descr="Résultats de recherche d'images pour « logo word 2016 »">
            <a:extLst>
              <a:ext uri="{FF2B5EF4-FFF2-40B4-BE49-F238E27FC236}">
                <a16:creationId xmlns:a16="http://schemas.microsoft.com/office/drawing/2014/main" id="{3A03ECA3-F8AD-42C2-A06D-4048B1EEE620}"/>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0009" r="20009"/>
          <a:stretch/>
        </p:blipFill>
        <p:spPr>
          <a:xfrm>
            <a:off x="398169" y="4732424"/>
            <a:ext cx="1636875" cy="1288864"/>
          </a:xfrm>
          <a:prstGeom prst="rect">
            <a:avLst/>
          </a:prstGeom>
        </p:spPr>
      </p:pic>
    </p:spTree>
    <p:extLst>
      <p:ext uri="{BB962C8B-B14F-4D97-AF65-F5344CB8AC3E}">
        <p14:creationId xmlns:p14="http://schemas.microsoft.com/office/powerpoint/2010/main" val="3560358836"/>
      </p:ext>
    </p:extLst>
  </p:cSld>
  <p:clrMapOvr>
    <a:masterClrMapping/>
  </p:clrMapOvr>
  <p:transition spd="med">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Headline and message box">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996FB5E-AB21-4818-A75E-E19C9835C8CC}"/>
              </a:ext>
            </a:extLst>
          </p:cNvPr>
          <p:cNvSpPr/>
          <p:nvPr/>
        </p:nvSpPr>
        <p:spPr>
          <a:xfrm>
            <a:off x="550800" y="331200"/>
            <a:ext cx="11088000" cy="864000"/>
          </a:xfrm>
          <a:prstGeom prst="rect">
            <a:avLst/>
          </a:prstGeom>
        </p:spPr>
        <p:txBody>
          <a:bodyPr wrap="square" lIns="0" tIns="0" rIns="0" bIns="0">
            <a:noAutofit/>
          </a:bodyPr>
          <a:lstStyle/>
          <a:p>
            <a:pPr algn="l">
              <a:lnSpc>
                <a:spcPct val="89000"/>
              </a:lnSpc>
              <a:spcBef>
                <a:spcPts val="0"/>
              </a:spcBef>
            </a:pPr>
            <a:r>
              <a:rPr kumimoji="0" lang="en-CA" sz="3000" b="1" i="0" u="none" strike="noStrike" kern="0" cap="none" spc="0" normalizeH="0" baseline="0" noProof="0" dirty="0">
                <a:ln>
                  <a:noFill/>
                </a:ln>
                <a:solidFill>
                  <a:schemeClr val="tx2"/>
                </a:solidFill>
                <a:effectLst/>
                <a:uLnTx/>
                <a:uFillTx/>
                <a:latin typeface="+mn-lt"/>
                <a:ea typeface="+mn-ea"/>
                <a:cs typeface="+mn-cs"/>
              </a:rPr>
              <a:t>Tips for effective </a:t>
            </a:r>
            <a:r>
              <a:rPr kumimoji="0" lang="en-CA" sz="3000" b="1" i="0" u="none" strike="noStrike" kern="0" cap="none" spc="0" normalizeH="0" baseline="0" noProof="0" dirty="0">
                <a:ln>
                  <a:noFill/>
                </a:ln>
                <a:solidFill>
                  <a:schemeClr val="accent2"/>
                </a:solidFill>
                <a:effectLst/>
                <a:uLnTx/>
                <a:uFillTx/>
                <a:latin typeface="+mn-lt"/>
                <a:ea typeface="+mn-ea"/>
                <a:cs typeface="+mn-cs"/>
              </a:rPr>
              <a:t>headlines</a:t>
            </a:r>
            <a:r>
              <a:rPr kumimoji="0" lang="en-CA" sz="3000" b="1" i="0" u="none" strike="noStrike" kern="0" cap="none" spc="0" normalizeH="0" baseline="0" noProof="0" dirty="0">
                <a:ln>
                  <a:noFill/>
                </a:ln>
                <a:solidFill>
                  <a:schemeClr val="tx2"/>
                </a:solidFill>
                <a:effectLst/>
                <a:uLnTx/>
                <a:uFillTx/>
                <a:latin typeface="+mn-lt"/>
                <a:ea typeface="+mn-ea"/>
                <a:cs typeface="+mn-cs"/>
              </a:rPr>
              <a:t> and </a:t>
            </a:r>
            <a:r>
              <a:rPr kumimoji="0" lang="en-CA" sz="3000" b="1" i="0" u="none" strike="noStrike" kern="0" cap="none" spc="0" normalizeH="0" baseline="0" noProof="0" dirty="0">
                <a:ln>
                  <a:noFill/>
                </a:ln>
                <a:solidFill>
                  <a:schemeClr val="accent2"/>
                </a:solidFill>
                <a:effectLst/>
                <a:uLnTx/>
                <a:uFillTx/>
                <a:latin typeface="+mn-lt"/>
                <a:ea typeface="+mn-ea"/>
                <a:cs typeface="+mn-cs"/>
              </a:rPr>
              <a:t>message boxes</a:t>
            </a:r>
          </a:p>
        </p:txBody>
      </p:sp>
      <p:sp>
        <p:nvSpPr>
          <p:cNvPr id="3" name="Espace réservé du numéro de diapositive 2">
            <a:extLst>
              <a:ext uri="{FF2B5EF4-FFF2-40B4-BE49-F238E27FC236}">
                <a16:creationId xmlns:a16="http://schemas.microsoft.com/office/drawing/2014/main" id="{0DD7E86D-F61A-4DCD-88E1-F2C7631C6ABF}"/>
              </a:ext>
            </a:extLst>
          </p:cNvPr>
          <p:cNvSpPr>
            <a:spLocks noGrp="1"/>
          </p:cNvSpPr>
          <p:nvPr>
            <p:ph type="sldNum" sz="quarter" idx="10"/>
          </p:nvPr>
        </p:nvSpPr>
        <p:spPr/>
        <p:txBody>
          <a:bodyPr/>
          <a:lstStyle>
            <a:lvl1pPr>
              <a:defRPr>
                <a:latin typeface="+mn-lt"/>
              </a:defRPr>
            </a:lvl1pPr>
          </a:lstStyle>
          <a:p>
            <a:fld id="{9F13E4E3-EA9B-4FF8-B6C4-2516ED16E94E}" type="slidenum">
              <a:rPr lang="en-CA" smtClean="0"/>
              <a:t>‹#›</a:t>
            </a:fld>
            <a:endParaRPr lang="en-CA" dirty="0"/>
          </a:p>
        </p:txBody>
      </p:sp>
      <p:sp>
        <p:nvSpPr>
          <p:cNvPr id="15" name="ZoneTexte 14">
            <a:extLst>
              <a:ext uri="{FF2B5EF4-FFF2-40B4-BE49-F238E27FC236}">
                <a16:creationId xmlns:a16="http://schemas.microsoft.com/office/drawing/2014/main" id="{6FA5B277-51EC-4FD4-BD3E-90E78ADC0C0C}"/>
              </a:ext>
            </a:extLst>
          </p:cNvPr>
          <p:cNvSpPr txBox="1"/>
          <p:nvPr/>
        </p:nvSpPr>
        <p:spPr>
          <a:xfrm>
            <a:off x="4583384" y="1412778"/>
            <a:ext cx="7057753" cy="2232246"/>
          </a:xfrm>
          <a:prstGeom prst="rect">
            <a:avLst/>
          </a:prstGeom>
          <a:solidFill>
            <a:schemeClr val="accent5"/>
          </a:solidFill>
        </p:spPr>
        <p:txBody>
          <a:bodyPr wrap="square" lIns="180000" tIns="135000" rIns="180000" bIns="135000" rtlCol="0">
            <a:noAutofit/>
          </a:bodyPr>
          <a:lstStyle/>
          <a:p>
            <a:pPr marL="405000" marR="0" lvl="0" indent="-321469" algn="l" defTabSz="428625" rtl="0" eaLnBrk="1" fontAlgn="base" latinLnBrk="0" hangingPunct="1">
              <a:lnSpc>
                <a:spcPct val="100000"/>
              </a:lnSpc>
              <a:spcBef>
                <a:spcPts val="800"/>
              </a:spcBef>
              <a:spcAft>
                <a:spcPct val="0"/>
              </a:spcAft>
              <a:buClr>
                <a:schemeClr val="accent1"/>
              </a:buClr>
              <a:buSzTx/>
              <a:buFont typeface="+mj-lt"/>
              <a:buAutoNum type="arabicPeriod"/>
              <a:tabLst/>
              <a:defRPr/>
            </a:pPr>
            <a:r>
              <a:rPr kumimoji="0" lang="en-CA" sz="2000" b="0" i="0" u="none" strike="noStrike" kern="0" cap="none" spc="0" normalizeH="0" baseline="0" noProof="0" dirty="0">
                <a:ln>
                  <a:noFill/>
                </a:ln>
                <a:solidFill>
                  <a:schemeClr val="tx2"/>
                </a:solidFill>
                <a:effectLst/>
                <a:uLnTx/>
                <a:uFillTx/>
                <a:latin typeface="+mn-lt"/>
                <a:ea typeface="+mn-ea"/>
                <a:cs typeface="+mn-cs"/>
              </a:rPr>
              <a:t>Insightful</a:t>
            </a:r>
          </a:p>
          <a:p>
            <a:pPr marL="405000" marR="0" lvl="0" indent="-321469" algn="l" defTabSz="428625" rtl="0" eaLnBrk="1" fontAlgn="base" latinLnBrk="0" hangingPunct="1">
              <a:lnSpc>
                <a:spcPct val="100000"/>
              </a:lnSpc>
              <a:spcBef>
                <a:spcPts val="800"/>
              </a:spcBef>
              <a:spcAft>
                <a:spcPct val="0"/>
              </a:spcAft>
              <a:buClr>
                <a:schemeClr val="accent1"/>
              </a:buClr>
              <a:buSzTx/>
              <a:buFont typeface="+mj-lt"/>
              <a:buAutoNum type="arabicPeriod"/>
              <a:tabLst/>
              <a:defRPr/>
            </a:pPr>
            <a:r>
              <a:rPr kumimoji="0" lang="en-CA" sz="2000" b="0" i="0" u="none" strike="noStrike" kern="0" cap="none" spc="0" normalizeH="0" baseline="0" noProof="0" dirty="0">
                <a:ln>
                  <a:noFill/>
                </a:ln>
                <a:solidFill>
                  <a:schemeClr val="tx2"/>
                </a:solidFill>
                <a:effectLst/>
                <a:uLnTx/>
                <a:uFillTx/>
                <a:latin typeface="+mn-lt"/>
                <a:ea typeface="+mn-ea"/>
                <a:cs typeface="+mn-cs"/>
              </a:rPr>
              <a:t>Unique</a:t>
            </a:r>
          </a:p>
          <a:p>
            <a:pPr marL="405000" marR="0" lvl="0" indent="-321469" algn="l" defTabSz="428625" rtl="0" eaLnBrk="1" fontAlgn="base" latinLnBrk="0" hangingPunct="1">
              <a:lnSpc>
                <a:spcPct val="100000"/>
              </a:lnSpc>
              <a:spcBef>
                <a:spcPts val="800"/>
              </a:spcBef>
              <a:spcAft>
                <a:spcPct val="0"/>
              </a:spcAft>
              <a:buClr>
                <a:schemeClr val="accent1"/>
              </a:buClr>
              <a:buSzTx/>
              <a:buFont typeface="+mj-lt"/>
              <a:buAutoNum type="arabicPeriod"/>
              <a:tabLst/>
              <a:defRPr/>
            </a:pPr>
            <a:r>
              <a:rPr kumimoji="0" lang="en-CA" sz="2000" b="0" i="0" u="none" strike="noStrike" kern="0" cap="none" spc="0" normalizeH="0" baseline="0" noProof="0" dirty="0">
                <a:ln>
                  <a:noFill/>
                </a:ln>
                <a:solidFill>
                  <a:schemeClr val="tx2"/>
                </a:solidFill>
                <a:effectLst/>
                <a:uLnTx/>
                <a:uFillTx/>
                <a:latin typeface="+mn-lt"/>
                <a:ea typeface="+mn-ea"/>
                <a:cs typeface="+mn-cs"/>
              </a:rPr>
              <a:t>Directly related to page content</a:t>
            </a:r>
          </a:p>
          <a:p>
            <a:pPr marL="405000" marR="0" lvl="0" indent="-321469" algn="l" defTabSz="428625" rtl="0" eaLnBrk="1" fontAlgn="base" latinLnBrk="0" hangingPunct="1">
              <a:lnSpc>
                <a:spcPct val="100000"/>
              </a:lnSpc>
              <a:spcBef>
                <a:spcPts val="800"/>
              </a:spcBef>
              <a:spcAft>
                <a:spcPct val="0"/>
              </a:spcAft>
              <a:buClr>
                <a:schemeClr val="accent1"/>
              </a:buClr>
              <a:buSzTx/>
              <a:buFont typeface="+mj-lt"/>
              <a:buAutoNum type="arabicPeriod"/>
              <a:tabLst/>
              <a:defRPr/>
            </a:pPr>
            <a:r>
              <a:rPr kumimoji="0" lang="en-CA" sz="2000" b="0" i="0" u="none" strike="noStrike" kern="0" cap="none" spc="0" normalizeH="0" baseline="0" noProof="0" dirty="0">
                <a:ln>
                  <a:noFill/>
                </a:ln>
                <a:solidFill>
                  <a:schemeClr val="tx2"/>
                </a:solidFill>
                <a:effectLst/>
                <a:uLnTx/>
                <a:uFillTx/>
                <a:latin typeface="+mn-lt"/>
                <a:ea typeface="+mn-ea"/>
                <a:cs typeface="+mn-cs"/>
              </a:rPr>
              <a:t>Clear and specific</a:t>
            </a:r>
          </a:p>
          <a:p>
            <a:pPr marL="405000" marR="0" lvl="0" indent="-321469" algn="l" defTabSz="428625" rtl="0" eaLnBrk="1" fontAlgn="base" latinLnBrk="0" hangingPunct="1">
              <a:lnSpc>
                <a:spcPct val="100000"/>
              </a:lnSpc>
              <a:spcBef>
                <a:spcPts val="800"/>
              </a:spcBef>
              <a:spcAft>
                <a:spcPct val="0"/>
              </a:spcAft>
              <a:buClr>
                <a:schemeClr val="accent1"/>
              </a:buClr>
              <a:buSzTx/>
              <a:buFont typeface="+mj-lt"/>
              <a:buAutoNum type="arabicPeriod"/>
              <a:tabLst/>
              <a:defRPr/>
            </a:pPr>
            <a:r>
              <a:rPr kumimoji="0" lang="en-CA" sz="2000" b="0" i="0" u="none" strike="noStrike" kern="0" cap="none" spc="0" normalizeH="0" baseline="0" noProof="0" dirty="0">
                <a:ln>
                  <a:noFill/>
                </a:ln>
                <a:solidFill>
                  <a:schemeClr val="tx2"/>
                </a:solidFill>
                <a:effectLst/>
                <a:uLnTx/>
                <a:uFillTx/>
                <a:latin typeface="+mn-lt"/>
                <a:ea typeface="+mn-ea"/>
                <a:cs typeface="+mn-cs"/>
              </a:rPr>
              <a:t>As short as possible</a:t>
            </a:r>
          </a:p>
        </p:txBody>
      </p:sp>
      <p:sp>
        <p:nvSpPr>
          <p:cNvPr id="16" name="Rectangle 15">
            <a:extLst>
              <a:ext uri="{FF2B5EF4-FFF2-40B4-BE49-F238E27FC236}">
                <a16:creationId xmlns:a16="http://schemas.microsoft.com/office/drawing/2014/main" id="{4DF59822-9361-44BB-8C02-37E756A2777B}"/>
              </a:ext>
            </a:extLst>
          </p:cNvPr>
          <p:cNvSpPr/>
          <p:nvPr/>
        </p:nvSpPr>
        <p:spPr bwMode="auto">
          <a:xfrm>
            <a:off x="551384" y="1412776"/>
            <a:ext cx="3816424" cy="2232246"/>
          </a:xfrm>
          <a:prstGeom prst="rect">
            <a:avLst/>
          </a:prstGeom>
          <a:solidFill>
            <a:schemeClr val="accent2"/>
          </a:solidFill>
          <a:ln>
            <a:noFill/>
          </a:ln>
        </p:spPr>
        <p:txBody>
          <a:bodyPr rot="0" spcFirstLastPara="0" vertOverflow="overflow" horzOverflow="overflow" vert="horz" wrap="square" lIns="180000" tIns="135000" rIns="180000" bIns="135000" numCol="1" spcCol="0" rtlCol="0" fromWordArt="0" anchor="t" anchorCtr="0" forceAA="0" compatLnSpc="1">
            <a:prstTxWarp prst="textNoShape">
              <a:avLst/>
            </a:prstTxWarp>
            <a:noAutofit/>
          </a:bodyPr>
          <a:lstStyle/>
          <a:p>
            <a:pPr algn="l">
              <a:spcBef>
                <a:spcPts val="563"/>
              </a:spcBef>
            </a:pPr>
            <a:r>
              <a:rPr lang="en-CA" sz="2200" b="1" noProof="0" dirty="0">
                <a:solidFill>
                  <a:schemeClr val="bg1"/>
                </a:solidFill>
                <a:latin typeface="+mn-lt"/>
              </a:rPr>
              <a:t>5 attributes </a:t>
            </a:r>
            <a:br>
              <a:rPr lang="en-CA" sz="2200" b="1" noProof="0" dirty="0">
                <a:solidFill>
                  <a:schemeClr val="bg1"/>
                </a:solidFill>
                <a:latin typeface="+mn-lt"/>
              </a:rPr>
            </a:br>
            <a:r>
              <a:rPr lang="en-CA" sz="2200" b="1" noProof="0" dirty="0">
                <a:solidFill>
                  <a:schemeClr val="bg1"/>
                </a:solidFill>
                <a:latin typeface="+mn-lt"/>
              </a:rPr>
              <a:t>of an effective </a:t>
            </a:r>
            <a:br>
              <a:rPr lang="en-CA" sz="2200" b="1" noProof="0" dirty="0">
                <a:solidFill>
                  <a:schemeClr val="bg1"/>
                </a:solidFill>
                <a:latin typeface="+mn-lt"/>
              </a:rPr>
            </a:br>
            <a:r>
              <a:rPr lang="en-CA" sz="2200" b="1" noProof="0" dirty="0">
                <a:solidFill>
                  <a:schemeClr val="bg1"/>
                </a:solidFill>
                <a:latin typeface="+mn-lt"/>
              </a:rPr>
              <a:t>headline</a:t>
            </a:r>
          </a:p>
        </p:txBody>
      </p:sp>
      <p:sp>
        <p:nvSpPr>
          <p:cNvPr id="17" name="Rectangle 16">
            <a:extLst>
              <a:ext uri="{FF2B5EF4-FFF2-40B4-BE49-F238E27FC236}">
                <a16:creationId xmlns:a16="http://schemas.microsoft.com/office/drawing/2014/main" id="{9869317F-5212-4E83-A23B-97E2A89548E8}"/>
              </a:ext>
            </a:extLst>
          </p:cNvPr>
          <p:cNvSpPr/>
          <p:nvPr/>
        </p:nvSpPr>
        <p:spPr bwMode="auto">
          <a:xfrm>
            <a:off x="551384" y="3885880"/>
            <a:ext cx="3816424" cy="1415328"/>
          </a:xfrm>
          <a:prstGeom prst="rect">
            <a:avLst/>
          </a:prstGeom>
          <a:solidFill>
            <a:schemeClr val="accent2"/>
          </a:solidFill>
          <a:ln>
            <a:noFill/>
          </a:ln>
        </p:spPr>
        <p:txBody>
          <a:bodyPr rot="0" spcFirstLastPara="0" vertOverflow="overflow" horzOverflow="overflow" vert="horz" wrap="square" lIns="180000" tIns="135000" rIns="180000" bIns="135000" numCol="1" spcCol="0" rtlCol="0" fromWordArt="0" anchor="t" anchorCtr="0" forceAA="0" compatLnSpc="1">
            <a:prstTxWarp prst="textNoShape">
              <a:avLst/>
            </a:prstTxWarp>
            <a:noAutofit/>
          </a:bodyPr>
          <a:lstStyle/>
          <a:p>
            <a:pPr algn="l">
              <a:spcBef>
                <a:spcPts val="563"/>
              </a:spcBef>
            </a:pPr>
            <a:r>
              <a:rPr lang="en-CA" sz="2200" b="1" noProof="0" dirty="0">
                <a:solidFill>
                  <a:schemeClr val="bg1"/>
                </a:solidFill>
                <a:latin typeface="+mn-lt"/>
              </a:rPr>
              <a:t>3 different ways to use </a:t>
            </a:r>
            <a:br>
              <a:rPr lang="en-CA" sz="2200" b="1" noProof="0" dirty="0">
                <a:solidFill>
                  <a:schemeClr val="bg1"/>
                </a:solidFill>
                <a:latin typeface="+mn-lt"/>
              </a:rPr>
            </a:br>
            <a:r>
              <a:rPr lang="en-CA" sz="2200" b="1" noProof="0" dirty="0">
                <a:solidFill>
                  <a:schemeClr val="bg1"/>
                </a:solidFill>
                <a:latin typeface="+mn-lt"/>
              </a:rPr>
              <a:t>a bottom message box</a:t>
            </a:r>
          </a:p>
        </p:txBody>
      </p:sp>
      <p:sp>
        <p:nvSpPr>
          <p:cNvPr id="18" name="ZoneTexte 17">
            <a:extLst>
              <a:ext uri="{FF2B5EF4-FFF2-40B4-BE49-F238E27FC236}">
                <a16:creationId xmlns:a16="http://schemas.microsoft.com/office/drawing/2014/main" id="{B9753BDB-7621-42F5-B0A6-1429D19F6B1F}"/>
              </a:ext>
            </a:extLst>
          </p:cNvPr>
          <p:cNvSpPr txBox="1"/>
          <p:nvPr/>
        </p:nvSpPr>
        <p:spPr>
          <a:xfrm>
            <a:off x="4583384" y="3885880"/>
            <a:ext cx="7057753" cy="1415328"/>
          </a:xfrm>
          <a:prstGeom prst="rect">
            <a:avLst/>
          </a:prstGeom>
          <a:solidFill>
            <a:schemeClr val="accent5"/>
          </a:solidFill>
        </p:spPr>
        <p:txBody>
          <a:bodyPr wrap="square" lIns="180000" tIns="135000" rIns="180000" bIns="135000" rtlCol="0">
            <a:noAutofit/>
          </a:bodyPr>
          <a:lstStyle/>
          <a:p>
            <a:pPr marL="405000" marR="0" lvl="0" indent="-321469" algn="l" defTabSz="428625" rtl="0" eaLnBrk="1" fontAlgn="base" latinLnBrk="0" hangingPunct="1">
              <a:lnSpc>
                <a:spcPct val="100000"/>
              </a:lnSpc>
              <a:spcBef>
                <a:spcPts val="800"/>
              </a:spcBef>
              <a:spcAft>
                <a:spcPct val="0"/>
              </a:spcAft>
              <a:buClr>
                <a:schemeClr val="accent1"/>
              </a:buClr>
              <a:buSzTx/>
              <a:buFont typeface="+mj-lt"/>
              <a:buAutoNum type="arabicPeriod"/>
              <a:tabLst/>
              <a:defRPr/>
            </a:pPr>
            <a:r>
              <a:rPr kumimoji="0" lang="en-CA" sz="2000" b="0" i="0" u="none" strike="noStrike" kern="0" cap="none" spc="0" normalizeH="0" baseline="0" noProof="0" dirty="0">
                <a:ln>
                  <a:noFill/>
                </a:ln>
                <a:solidFill>
                  <a:schemeClr val="tx2"/>
                </a:solidFill>
                <a:effectLst/>
                <a:uLnTx/>
                <a:uFillTx/>
                <a:latin typeface="+mn-lt"/>
                <a:ea typeface="+mn-ea"/>
                <a:cs typeface="+mn-cs"/>
              </a:rPr>
              <a:t>Consequence</a:t>
            </a:r>
          </a:p>
          <a:p>
            <a:pPr marL="405000" marR="0" lvl="0" indent="-321469" algn="l" defTabSz="428625" rtl="0" eaLnBrk="1" fontAlgn="base" latinLnBrk="0" hangingPunct="1">
              <a:lnSpc>
                <a:spcPct val="100000"/>
              </a:lnSpc>
              <a:spcBef>
                <a:spcPts val="800"/>
              </a:spcBef>
              <a:spcAft>
                <a:spcPct val="0"/>
              </a:spcAft>
              <a:buClr>
                <a:schemeClr val="accent1"/>
              </a:buClr>
              <a:buSzTx/>
              <a:buFont typeface="+mj-lt"/>
              <a:buAutoNum type="arabicPeriod"/>
              <a:tabLst/>
              <a:defRPr/>
            </a:pPr>
            <a:r>
              <a:rPr kumimoji="0" lang="en-CA" sz="2000" b="0" i="0" u="none" strike="noStrike" kern="0" cap="none" spc="0" normalizeH="0" baseline="0" noProof="0" dirty="0">
                <a:ln>
                  <a:noFill/>
                </a:ln>
                <a:solidFill>
                  <a:schemeClr val="tx2"/>
                </a:solidFill>
                <a:effectLst/>
                <a:uLnTx/>
                <a:uFillTx/>
                <a:latin typeface="+mn-lt"/>
                <a:ea typeface="+mn-ea"/>
                <a:cs typeface="+mn-cs"/>
              </a:rPr>
              <a:t>Second key message</a:t>
            </a:r>
          </a:p>
          <a:p>
            <a:pPr marL="405000" marR="0" lvl="0" indent="-321469" algn="l" defTabSz="428625" rtl="0" eaLnBrk="1" fontAlgn="base" latinLnBrk="0" hangingPunct="1">
              <a:lnSpc>
                <a:spcPct val="100000"/>
              </a:lnSpc>
              <a:spcBef>
                <a:spcPts val="800"/>
              </a:spcBef>
              <a:spcAft>
                <a:spcPct val="0"/>
              </a:spcAft>
              <a:buClr>
                <a:schemeClr val="accent1"/>
              </a:buClr>
              <a:buSzTx/>
              <a:buFont typeface="+mj-lt"/>
              <a:buAutoNum type="arabicPeriod"/>
              <a:tabLst/>
              <a:defRPr/>
            </a:pPr>
            <a:r>
              <a:rPr kumimoji="0" lang="en-CA" sz="2000" b="0" i="0" u="none" strike="noStrike" kern="0" cap="none" spc="0" normalizeH="0" baseline="0" noProof="0" dirty="0">
                <a:ln>
                  <a:noFill/>
                </a:ln>
                <a:solidFill>
                  <a:schemeClr val="tx2"/>
                </a:solidFill>
                <a:effectLst/>
                <a:uLnTx/>
                <a:uFillTx/>
                <a:latin typeface="+mn-lt"/>
                <a:ea typeface="+mn-ea"/>
                <a:cs typeface="+mn-cs"/>
              </a:rPr>
              <a:t>Q &amp; A</a:t>
            </a:r>
          </a:p>
        </p:txBody>
      </p:sp>
    </p:spTree>
    <p:extLst>
      <p:ext uri="{BB962C8B-B14F-4D97-AF65-F5344CB8AC3E}">
        <p14:creationId xmlns:p14="http://schemas.microsoft.com/office/powerpoint/2010/main" val="3610701374"/>
      </p:ext>
    </p:extLst>
  </p:cSld>
  <p:clrMapOvr>
    <a:masterClrMapping/>
  </p:clrMapOvr>
  <p:transition spd="med">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Effective bullet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996FB5E-AB21-4818-A75E-E19C9835C8CC}"/>
              </a:ext>
            </a:extLst>
          </p:cNvPr>
          <p:cNvSpPr/>
          <p:nvPr/>
        </p:nvSpPr>
        <p:spPr>
          <a:xfrm>
            <a:off x="550800" y="331200"/>
            <a:ext cx="11088000" cy="864000"/>
          </a:xfrm>
          <a:prstGeom prst="rect">
            <a:avLst/>
          </a:prstGeom>
        </p:spPr>
        <p:txBody>
          <a:bodyPr wrap="square" lIns="0" tIns="0" rIns="0" bIns="0">
            <a:noAutofit/>
          </a:bodyPr>
          <a:lstStyle/>
          <a:p>
            <a:pPr algn="l">
              <a:lnSpc>
                <a:spcPct val="89000"/>
              </a:lnSpc>
              <a:spcBef>
                <a:spcPts val="0"/>
              </a:spcBef>
            </a:pPr>
            <a:r>
              <a:rPr kumimoji="0" lang="en-CA" sz="3000" b="1" i="0" u="none" strike="noStrike" kern="0" cap="none" spc="0" normalizeH="0" baseline="0" noProof="0" dirty="0">
                <a:ln>
                  <a:noFill/>
                </a:ln>
                <a:solidFill>
                  <a:schemeClr val="tx2"/>
                </a:solidFill>
                <a:effectLst/>
                <a:uLnTx/>
                <a:uFillTx/>
                <a:latin typeface="+mn-lt"/>
                <a:ea typeface="+mn-ea"/>
                <a:cs typeface="+mn-cs"/>
              </a:rPr>
              <a:t>Principles to create </a:t>
            </a:r>
            <a:r>
              <a:rPr kumimoji="0" lang="en-CA" sz="3000" b="1" i="0" u="none" strike="noStrike" kern="0" cap="none" spc="0" normalizeH="0" baseline="0" noProof="0" dirty="0">
                <a:ln>
                  <a:noFill/>
                </a:ln>
                <a:solidFill>
                  <a:schemeClr val="accent1"/>
                </a:solidFill>
                <a:effectLst/>
                <a:uLnTx/>
                <a:uFillTx/>
                <a:latin typeface="+mn-lt"/>
                <a:ea typeface="+mn-ea"/>
                <a:cs typeface="+mn-cs"/>
              </a:rPr>
              <a:t>effective </a:t>
            </a:r>
            <a:r>
              <a:rPr kumimoji="0" lang="en-CA" sz="3000" b="1" i="0" u="none" strike="noStrike" kern="0" cap="none" spc="0" normalizeH="0" baseline="0" noProof="0" dirty="0">
                <a:ln>
                  <a:noFill/>
                </a:ln>
                <a:solidFill>
                  <a:schemeClr val="accent2"/>
                </a:solidFill>
                <a:effectLst/>
                <a:uLnTx/>
                <a:uFillTx/>
                <a:latin typeface="+mn-lt"/>
                <a:ea typeface="+mn-ea"/>
                <a:cs typeface="+mn-cs"/>
              </a:rPr>
              <a:t>bullets</a:t>
            </a:r>
          </a:p>
        </p:txBody>
      </p:sp>
      <p:sp>
        <p:nvSpPr>
          <p:cNvPr id="3" name="Espace réservé du numéro de diapositive 2">
            <a:extLst>
              <a:ext uri="{FF2B5EF4-FFF2-40B4-BE49-F238E27FC236}">
                <a16:creationId xmlns:a16="http://schemas.microsoft.com/office/drawing/2014/main" id="{0DD7E86D-F61A-4DCD-88E1-F2C7631C6ABF}"/>
              </a:ext>
            </a:extLst>
          </p:cNvPr>
          <p:cNvSpPr>
            <a:spLocks noGrp="1"/>
          </p:cNvSpPr>
          <p:nvPr>
            <p:ph type="sldNum" sz="quarter" idx="10"/>
          </p:nvPr>
        </p:nvSpPr>
        <p:spPr/>
        <p:txBody>
          <a:bodyPr/>
          <a:lstStyle>
            <a:lvl1pPr>
              <a:defRPr>
                <a:latin typeface="+mn-lt"/>
              </a:defRPr>
            </a:lvl1pPr>
          </a:lstStyle>
          <a:p>
            <a:fld id="{9F13E4E3-EA9B-4FF8-B6C4-2516ED16E94E}" type="slidenum">
              <a:rPr lang="en-CA" smtClean="0"/>
              <a:t>‹#›</a:t>
            </a:fld>
            <a:endParaRPr lang="en-CA" dirty="0"/>
          </a:p>
        </p:txBody>
      </p:sp>
      <p:sp>
        <p:nvSpPr>
          <p:cNvPr id="8" name="Rectangle 7">
            <a:extLst>
              <a:ext uri="{FF2B5EF4-FFF2-40B4-BE49-F238E27FC236}">
                <a16:creationId xmlns:a16="http://schemas.microsoft.com/office/drawing/2014/main" id="{DD2DCFCF-9197-404E-B592-10BF1BD0BC2A}"/>
              </a:ext>
            </a:extLst>
          </p:cNvPr>
          <p:cNvSpPr/>
          <p:nvPr/>
        </p:nvSpPr>
        <p:spPr bwMode="auto">
          <a:xfrm>
            <a:off x="550863" y="4160529"/>
            <a:ext cx="2052420" cy="2148791"/>
          </a:xfrm>
          <a:prstGeom prst="rect">
            <a:avLst/>
          </a:prstGeom>
          <a:solidFill>
            <a:schemeClr val="accent2"/>
          </a:solidFill>
          <a:ln>
            <a:noFill/>
          </a:ln>
        </p:spPr>
        <p:txBody>
          <a:bodyPr rot="0" spcFirstLastPara="0" vertOverflow="overflow" horzOverflow="overflow" vert="horz" wrap="square" lIns="168750" tIns="108000" rIns="118125" bIns="118125" numCol="1" spcCol="0" rtlCol="0" fromWordArt="0" anchor="t" anchorCtr="0" forceAA="0" compatLnSpc="1">
            <a:prstTxWarp prst="textNoShape">
              <a:avLst/>
            </a:prstTxWarp>
            <a:noAutofit/>
          </a:bodyPr>
          <a:lstStyle/>
          <a:p>
            <a:pPr algn="l">
              <a:spcBef>
                <a:spcPts val="563"/>
              </a:spcBef>
            </a:pPr>
            <a:r>
              <a:rPr lang="en-CA" sz="2000" b="1" noProof="0" dirty="0">
                <a:solidFill>
                  <a:schemeClr val="bg1"/>
                </a:solidFill>
                <a:latin typeface="+mn-lt"/>
              </a:rPr>
              <a:t>Best </a:t>
            </a:r>
            <a:br>
              <a:rPr lang="en-CA" sz="2000" b="1" noProof="0" dirty="0">
                <a:solidFill>
                  <a:schemeClr val="bg1"/>
                </a:solidFill>
                <a:latin typeface="+mn-lt"/>
              </a:rPr>
            </a:br>
            <a:r>
              <a:rPr lang="en-CA" sz="2000" b="1" noProof="0" dirty="0">
                <a:solidFill>
                  <a:schemeClr val="bg1"/>
                </a:solidFill>
                <a:latin typeface="+mn-lt"/>
              </a:rPr>
              <a:t>practices</a:t>
            </a:r>
          </a:p>
        </p:txBody>
      </p:sp>
      <p:sp>
        <p:nvSpPr>
          <p:cNvPr id="9" name="ZoneTexte 8">
            <a:extLst>
              <a:ext uri="{FF2B5EF4-FFF2-40B4-BE49-F238E27FC236}">
                <a16:creationId xmlns:a16="http://schemas.microsoft.com/office/drawing/2014/main" id="{44841EAF-D01E-49EA-9889-3AEA62A68EBE}"/>
              </a:ext>
            </a:extLst>
          </p:cNvPr>
          <p:cNvSpPr txBox="1"/>
          <p:nvPr/>
        </p:nvSpPr>
        <p:spPr>
          <a:xfrm>
            <a:off x="2603283" y="4160529"/>
            <a:ext cx="9037855" cy="2148791"/>
          </a:xfrm>
          <a:prstGeom prst="rect">
            <a:avLst/>
          </a:prstGeom>
          <a:solidFill>
            <a:schemeClr val="bg2"/>
          </a:solidFill>
        </p:spPr>
        <p:txBody>
          <a:bodyPr vert="horz" lIns="168750" tIns="118125" rIns="118125" bIns="118125" rtlCol="0" anchor="ctr" anchorCtr="0">
            <a:noAutofit/>
          </a:bodyPr>
          <a:lstStyle>
            <a:lvl1pPr marL="270000" lvl="0" indent="-270000" defTabSz="914400">
              <a:lnSpc>
                <a:spcPct val="100000"/>
              </a:lnSpc>
              <a:spcBef>
                <a:spcPts val="800"/>
              </a:spcBef>
              <a:buClr>
                <a:schemeClr val="accent4"/>
              </a:buClr>
              <a:buFont typeface="Wingdings" panose="05000000000000000000" pitchFamily="2" charset="2"/>
              <a:buChar char=""/>
              <a:defRPr sz="1400">
                <a:solidFill>
                  <a:schemeClr val="accent1"/>
                </a:solidFill>
                <a:latin typeface="+mn-lt"/>
                <a:cs typeface="+mn-cs"/>
              </a:defRPr>
            </a:lvl1pPr>
            <a:lvl2pPr marL="496800" lvl="1" indent="-216000" defTabSz="914400">
              <a:lnSpc>
                <a:spcPct val="100000"/>
              </a:lnSpc>
              <a:spcBef>
                <a:spcPts val="400"/>
              </a:spcBef>
              <a:buClr>
                <a:schemeClr val="accent4"/>
              </a:buClr>
              <a:buFont typeface="Wingdings" panose="05000000000000000000" pitchFamily="2" charset="2"/>
              <a:buChar char=""/>
              <a:defRPr sz="1200">
                <a:solidFill>
                  <a:schemeClr val="accent1"/>
                </a:solidFill>
                <a:latin typeface="+mn-lt"/>
                <a:cs typeface="+mn-cs"/>
              </a:defRPr>
            </a:lvl2pPr>
            <a:lvl3pPr marL="705600" lvl="2" indent="-180000" defTabSz="914400">
              <a:lnSpc>
                <a:spcPct val="100000"/>
              </a:lnSpc>
              <a:spcBef>
                <a:spcPts val="200"/>
              </a:spcBef>
              <a:buClr>
                <a:schemeClr val="accent4"/>
              </a:buClr>
              <a:buFont typeface="Wingdings" panose="05000000000000000000" pitchFamily="2" charset="2"/>
              <a:buChar char=""/>
              <a:defRPr sz="1100">
                <a:solidFill>
                  <a:schemeClr val="accent1"/>
                </a:solidFill>
                <a:latin typeface="+mn-lt"/>
                <a:cs typeface="+mn-cs"/>
              </a:defRPr>
            </a:lvl3pPr>
            <a:lvl4pPr marL="856800" indent="-144000" defTabSz="914400">
              <a:lnSpc>
                <a:spcPct val="100000"/>
              </a:lnSpc>
              <a:spcBef>
                <a:spcPts val="400"/>
              </a:spcBef>
              <a:buClr>
                <a:schemeClr val="accent4"/>
              </a:buClr>
              <a:buFont typeface="Wingdings" panose="05000000000000000000" pitchFamily="2" charset="2"/>
              <a:buChar char=""/>
              <a:defRPr sz="1200">
                <a:solidFill>
                  <a:schemeClr val="accent1"/>
                </a:solidFill>
                <a:latin typeface="+mn-lt"/>
                <a:cs typeface="+mn-cs"/>
              </a:defRPr>
            </a:lvl4pPr>
            <a:lvl5pPr marL="990000" indent="-126000" defTabSz="914400">
              <a:lnSpc>
                <a:spcPct val="100000"/>
              </a:lnSpc>
              <a:spcBef>
                <a:spcPts val="200"/>
              </a:spcBef>
              <a:buClr>
                <a:schemeClr val="accent4"/>
              </a:buClr>
              <a:buFont typeface="Wingdings" panose="05000000000000000000" pitchFamily="2" charset="2"/>
              <a:buChar char=""/>
              <a:defRPr sz="1200">
                <a:solidFill>
                  <a:schemeClr val="accent1"/>
                </a:solidFill>
                <a:latin typeface="+mn-lt"/>
                <a:cs typeface="+mn-cs"/>
              </a:defRPr>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marL="253125" lvl="0" indent="-253125" algn="l" defTabSz="428625" rtl="0" eaLnBrk="1" fontAlgn="base" latinLnBrk="0" hangingPunct="1">
              <a:lnSpc>
                <a:spcPct val="110000"/>
              </a:lnSpc>
              <a:spcAft>
                <a:spcPct val="0"/>
              </a:spcAft>
              <a:buClr>
                <a:schemeClr val="accent1"/>
              </a:buClr>
              <a:buFont typeface="Wingdings" panose="05000000000000000000" pitchFamily="2" charset="2"/>
              <a:buChar char="§"/>
            </a:pPr>
            <a:r>
              <a:rPr lang="en-CA" sz="1600" b="1" kern="1200" noProof="0" dirty="0">
                <a:solidFill>
                  <a:schemeClr val="tx2"/>
                </a:solidFill>
                <a:latin typeface="+mn-lt"/>
                <a:ea typeface="+mn-ea"/>
                <a:cs typeface="+mn-cs"/>
              </a:rPr>
              <a:t>Avoid long sentences</a:t>
            </a:r>
          </a:p>
          <a:p>
            <a:pPr marL="522000" lvl="1" indent="-253125" algn="l" defTabSz="428625" rtl="0" eaLnBrk="1" fontAlgn="base" latinLnBrk="0" hangingPunct="1">
              <a:lnSpc>
                <a:spcPct val="100000"/>
              </a:lnSpc>
              <a:spcBef>
                <a:spcPts val="188"/>
              </a:spcBef>
              <a:spcAft>
                <a:spcPct val="0"/>
              </a:spcAft>
              <a:buClr>
                <a:schemeClr val="accent3"/>
              </a:buClr>
              <a:buFont typeface="Wingdings" panose="05000000000000000000" pitchFamily="2" charset="2"/>
              <a:buChar char="§"/>
            </a:pPr>
            <a:r>
              <a:rPr lang="en-CA" sz="1400" b="0" kern="1200" noProof="0" dirty="0">
                <a:solidFill>
                  <a:schemeClr val="tx2"/>
                </a:solidFill>
                <a:latin typeface="+mn-lt"/>
                <a:ea typeface="+mn-ea"/>
                <a:cs typeface="+mn-cs"/>
              </a:rPr>
              <a:t>No more than 1-2 rows per bullet, if possible</a:t>
            </a:r>
          </a:p>
          <a:p>
            <a:pPr marL="522000" lvl="1" indent="-253125" algn="l" defTabSz="428625" rtl="0" eaLnBrk="1" fontAlgn="base" latinLnBrk="0" hangingPunct="1">
              <a:lnSpc>
                <a:spcPct val="100000"/>
              </a:lnSpc>
              <a:spcBef>
                <a:spcPts val="188"/>
              </a:spcBef>
              <a:spcAft>
                <a:spcPct val="0"/>
              </a:spcAft>
              <a:buClr>
                <a:schemeClr val="accent3"/>
              </a:buClr>
              <a:buFont typeface="Wingdings" panose="05000000000000000000" pitchFamily="2" charset="2"/>
              <a:buChar char="§"/>
            </a:pPr>
            <a:r>
              <a:rPr lang="en-CA" sz="1400" b="0" kern="1200" noProof="0" dirty="0">
                <a:solidFill>
                  <a:schemeClr val="tx2"/>
                </a:solidFill>
                <a:latin typeface="+mn-lt"/>
                <a:ea typeface="+mn-ea"/>
                <a:cs typeface="+mn-cs"/>
              </a:rPr>
              <a:t>No periods used unless 2 concise sentences in one bullet are necessary</a:t>
            </a:r>
          </a:p>
          <a:p>
            <a:pPr marL="253125" lvl="0" indent="-253125" algn="l" defTabSz="428625" rtl="0" eaLnBrk="1" fontAlgn="base" latinLnBrk="0" hangingPunct="1">
              <a:lnSpc>
                <a:spcPct val="110000"/>
              </a:lnSpc>
              <a:spcAft>
                <a:spcPct val="0"/>
              </a:spcAft>
              <a:buClr>
                <a:schemeClr val="accent1"/>
              </a:buClr>
              <a:buFont typeface="Wingdings" panose="05000000000000000000" pitchFamily="2" charset="2"/>
              <a:buChar char="§"/>
            </a:pPr>
            <a:r>
              <a:rPr lang="en-CA" sz="1600" b="1" kern="1200" noProof="0" dirty="0">
                <a:solidFill>
                  <a:schemeClr val="tx2"/>
                </a:solidFill>
                <a:latin typeface="+mn-lt"/>
                <a:ea typeface="+mn-ea"/>
                <a:cs typeface="+mn-cs"/>
              </a:rPr>
              <a:t>Use sub-bullets </a:t>
            </a:r>
            <a:r>
              <a:rPr lang="en-CA" sz="1600" b="0" kern="1200" noProof="0" dirty="0">
                <a:solidFill>
                  <a:schemeClr val="tx2"/>
                </a:solidFill>
                <a:latin typeface="+mn-lt"/>
                <a:ea typeface="+mn-ea"/>
                <a:cs typeface="+mn-cs"/>
              </a:rPr>
              <a:t>instead of long bullets with many sentences</a:t>
            </a:r>
          </a:p>
          <a:p>
            <a:pPr marL="522000" lvl="1" indent="-253125" algn="l" defTabSz="428625" rtl="0" eaLnBrk="1" fontAlgn="base" latinLnBrk="0" hangingPunct="1">
              <a:lnSpc>
                <a:spcPct val="100000"/>
              </a:lnSpc>
              <a:spcBef>
                <a:spcPts val="188"/>
              </a:spcBef>
              <a:spcAft>
                <a:spcPct val="0"/>
              </a:spcAft>
              <a:buClr>
                <a:schemeClr val="accent3"/>
              </a:buClr>
              <a:buFont typeface="Wingdings" panose="05000000000000000000" pitchFamily="2" charset="2"/>
              <a:buChar char="§"/>
            </a:pPr>
            <a:r>
              <a:rPr lang="en-CA" sz="1400" b="0" kern="1200" noProof="0" dirty="0">
                <a:solidFill>
                  <a:schemeClr val="tx2"/>
                </a:solidFill>
                <a:latin typeface="+mn-lt"/>
                <a:ea typeface="+mn-ea"/>
                <a:cs typeface="+mn-cs"/>
              </a:rPr>
              <a:t>To share secondary information </a:t>
            </a:r>
          </a:p>
          <a:p>
            <a:pPr marL="522000" lvl="1" indent="-253125" algn="l" defTabSz="428625" rtl="0" eaLnBrk="1" fontAlgn="base" latinLnBrk="0" hangingPunct="1">
              <a:lnSpc>
                <a:spcPct val="100000"/>
              </a:lnSpc>
              <a:spcBef>
                <a:spcPts val="188"/>
              </a:spcBef>
              <a:spcAft>
                <a:spcPct val="0"/>
              </a:spcAft>
              <a:buClr>
                <a:schemeClr val="accent3"/>
              </a:buClr>
              <a:buFont typeface="Wingdings" panose="05000000000000000000" pitchFamily="2" charset="2"/>
              <a:buChar char="§"/>
            </a:pPr>
            <a:r>
              <a:rPr lang="en-CA" sz="1400" b="0" kern="1200" noProof="0" dirty="0">
                <a:solidFill>
                  <a:schemeClr val="tx2"/>
                </a:solidFill>
                <a:latin typeface="+mn-lt"/>
                <a:ea typeface="+mn-ea"/>
                <a:cs typeface="+mn-cs"/>
              </a:rPr>
              <a:t>To support or further define the first-level bullet</a:t>
            </a:r>
          </a:p>
          <a:p>
            <a:pPr marL="253125" lvl="0" indent="-253125" algn="l" defTabSz="428625" rtl="0" eaLnBrk="1" fontAlgn="base" latinLnBrk="0" hangingPunct="1">
              <a:lnSpc>
                <a:spcPct val="110000"/>
              </a:lnSpc>
              <a:spcAft>
                <a:spcPct val="0"/>
              </a:spcAft>
              <a:buClr>
                <a:schemeClr val="accent1"/>
              </a:buClr>
              <a:buFont typeface="Wingdings" panose="05000000000000000000" pitchFamily="2" charset="2"/>
              <a:buChar char="§"/>
            </a:pPr>
            <a:r>
              <a:rPr lang="en-CA" sz="1600" b="1" kern="1200" noProof="0" dirty="0">
                <a:solidFill>
                  <a:schemeClr val="tx2"/>
                </a:solidFill>
                <a:latin typeface="+mn-lt"/>
                <a:ea typeface="+mn-ea"/>
                <a:cs typeface="+mn-cs"/>
              </a:rPr>
              <a:t>Sequence </a:t>
            </a:r>
            <a:r>
              <a:rPr lang="en-CA" sz="1600" b="0" kern="1200" noProof="0" dirty="0">
                <a:solidFill>
                  <a:schemeClr val="tx2"/>
                </a:solidFill>
                <a:latin typeface="+mn-lt"/>
                <a:ea typeface="+mn-ea"/>
                <a:cs typeface="+mn-cs"/>
              </a:rPr>
              <a:t>your bullets with a clear logic</a:t>
            </a:r>
          </a:p>
        </p:txBody>
      </p:sp>
      <p:sp>
        <p:nvSpPr>
          <p:cNvPr id="10" name="Rectangle 9">
            <a:extLst>
              <a:ext uri="{FF2B5EF4-FFF2-40B4-BE49-F238E27FC236}">
                <a16:creationId xmlns:a16="http://schemas.microsoft.com/office/drawing/2014/main" id="{41F7941A-CAE6-4C63-83F4-3CDE071D70D5}"/>
              </a:ext>
            </a:extLst>
          </p:cNvPr>
          <p:cNvSpPr/>
          <p:nvPr/>
        </p:nvSpPr>
        <p:spPr bwMode="auto">
          <a:xfrm>
            <a:off x="550863" y="1156628"/>
            <a:ext cx="7785566" cy="2848436"/>
          </a:xfrm>
          <a:prstGeom prst="rect">
            <a:avLst/>
          </a:prstGeom>
          <a:solidFill>
            <a:schemeClr val="accent1"/>
          </a:solidFill>
          <a:ln>
            <a:noFill/>
          </a:ln>
        </p:spPr>
        <p:txBody>
          <a:bodyPr rot="0" spcFirstLastPara="0" vertOverflow="overflow" horzOverflow="overflow" vert="horz" wrap="square" lIns="168750" tIns="135000" rIns="4893750" bIns="118125" numCol="1" spcCol="0" rtlCol="0" fromWordArt="0" anchor="t" anchorCtr="0" forceAA="0" compatLnSpc="1">
            <a:prstTxWarp prst="textNoShape">
              <a:avLst/>
            </a:prstTxWarp>
            <a:noAutofit/>
          </a:bodyPr>
          <a:lstStyle/>
          <a:p>
            <a:pPr algn="l">
              <a:spcBef>
                <a:spcPts val="563"/>
              </a:spcBef>
            </a:pPr>
            <a:r>
              <a:rPr lang="en-CA" sz="2000" b="1" noProof="0" dirty="0">
                <a:solidFill>
                  <a:schemeClr val="bg1"/>
                </a:solidFill>
                <a:latin typeface="+mn-lt"/>
              </a:rPr>
              <a:t>Default bullets settings in </a:t>
            </a:r>
            <a:br>
              <a:rPr lang="en-CA" sz="2000" b="1" noProof="0" dirty="0">
                <a:solidFill>
                  <a:schemeClr val="bg1"/>
                </a:solidFill>
                <a:latin typeface="+mn-lt"/>
              </a:rPr>
            </a:br>
            <a:r>
              <a:rPr lang="en-CA" sz="2000" b="1" noProof="0" dirty="0">
                <a:solidFill>
                  <a:schemeClr val="bg1"/>
                </a:solidFill>
                <a:latin typeface="+mn-lt"/>
              </a:rPr>
              <a:t>your template</a:t>
            </a:r>
          </a:p>
        </p:txBody>
      </p:sp>
      <p:sp>
        <p:nvSpPr>
          <p:cNvPr id="11" name="Rectangle 10">
            <a:extLst>
              <a:ext uri="{FF2B5EF4-FFF2-40B4-BE49-F238E27FC236}">
                <a16:creationId xmlns:a16="http://schemas.microsoft.com/office/drawing/2014/main" id="{F55BFFD9-80E5-4606-95A2-412B3F10ECCE}"/>
              </a:ext>
            </a:extLst>
          </p:cNvPr>
          <p:cNvSpPr/>
          <p:nvPr/>
        </p:nvSpPr>
        <p:spPr>
          <a:xfrm>
            <a:off x="711252" y="3499596"/>
            <a:ext cx="7420266" cy="4334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68750" rIns="118125" rtlCol="0" anchor="ctr"/>
          <a:lstStyle/>
          <a:p>
            <a:pPr algn="l">
              <a:lnSpc>
                <a:spcPct val="90000"/>
              </a:lnSpc>
              <a:spcBef>
                <a:spcPts val="0"/>
              </a:spcBef>
            </a:pPr>
            <a:r>
              <a:rPr lang="en-CA" sz="1150" noProof="0" dirty="0">
                <a:solidFill>
                  <a:schemeClr val="tx2"/>
                </a:solidFill>
                <a:latin typeface="+mn-lt"/>
              </a:rPr>
              <a:t>Feel free to increase or decrease font size across all bullet levels to optimize the empty spaces on your page. The font size of the largest bullets should always be equal or smaller than the font size of the page headline.</a:t>
            </a:r>
          </a:p>
        </p:txBody>
      </p:sp>
      <p:sp>
        <p:nvSpPr>
          <p:cNvPr id="12" name="ZoneTexte 11">
            <a:extLst>
              <a:ext uri="{FF2B5EF4-FFF2-40B4-BE49-F238E27FC236}">
                <a16:creationId xmlns:a16="http://schemas.microsoft.com/office/drawing/2014/main" id="{2FAFC226-12ED-406F-B63D-F4CCD6E30B8C}"/>
              </a:ext>
            </a:extLst>
          </p:cNvPr>
          <p:cNvSpPr txBox="1"/>
          <p:nvPr/>
        </p:nvSpPr>
        <p:spPr>
          <a:xfrm>
            <a:off x="5087711" y="1557923"/>
            <a:ext cx="1440000" cy="216000"/>
          </a:xfrm>
          <a:prstGeom prst="rect">
            <a:avLst/>
          </a:prstGeom>
          <a:solidFill>
            <a:schemeClr val="bg1"/>
          </a:solidFill>
        </p:spPr>
        <p:txBody>
          <a:bodyPr wrap="square" lIns="0" tIns="0" rIns="0" bIns="0" rtlCol="0" anchor="ctr" anchorCtr="0">
            <a:noAutofit/>
          </a:bodyPr>
          <a:lstStyle/>
          <a:p>
            <a:pPr marL="0" marR="0" lvl="0" indent="0" algn="ctr" defTabSz="428625" rtl="0" eaLnBrk="1" fontAlgn="base" latinLnBrk="0" hangingPunct="1">
              <a:lnSpc>
                <a:spcPct val="100000"/>
              </a:lnSpc>
              <a:spcBef>
                <a:spcPts val="938"/>
              </a:spcBef>
              <a:spcAft>
                <a:spcPct val="0"/>
              </a:spcAft>
              <a:buClr>
                <a:schemeClr val="accent4"/>
              </a:buClr>
              <a:buSzTx/>
              <a:buFont typeface="Wingdings" panose="05000000000000000000" pitchFamily="2" charset="2"/>
              <a:buNone/>
              <a:tabLst/>
              <a:defRPr/>
            </a:pPr>
            <a:r>
              <a:rPr kumimoji="0" lang="en-CA" sz="1100" b="0" i="0" u="none" strike="noStrike" kern="0" cap="none" spc="0" normalizeH="0" baseline="0" noProof="0" dirty="0">
                <a:ln>
                  <a:noFill/>
                </a:ln>
                <a:solidFill>
                  <a:schemeClr val="tx2"/>
                </a:solidFill>
                <a:effectLst/>
                <a:uLnTx/>
                <a:uFillTx/>
                <a:latin typeface="+mn-lt"/>
                <a:ea typeface="+mn-ea"/>
                <a:cs typeface="+mn-cs"/>
              </a:rPr>
              <a:t>22</a:t>
            </a:r>
          </a:p>
        </p:txBody>
      </p:sp>
      <p:sp>
        <p:nvSpPr>
          <p:cNvPr id="13" name="Rectangle 12">
            <a:extLst>
              <a:ext uri="{FF2B5EF4-FFF2-40B4-BE49-F238E27FC236}">
                <a16:creationId xmlns:a16="http://schemas.microsoft.com/office/drawing/2014/main" id="{AE4609D8-F579-40FD-A443-980A3C4E26A7}"/>
              </a:ext>
            </a:extLst>
          </p:cNvPr>
          <p:cNvSpPr/>
          <p:nvPr/>
        </p:nvSpPr>
        <p:spPr bwMode="auto">
          <a:xfrm>
            <a:off x="5087711" y="1301852"/>
            <a:ext cx="1433140" cy="211379"/>
          </a:xfrm>
          <a:prstGeom prst="rect">
            <a:avLst/>
          </a:prstGeom>
          <a:noFill/>
          <a:ln>
            <a:noFill/>
          </a:ln>
        </p:spPr>
        <p:txBody>
          <a:bodyPr rot="0" spcFirstLastPara="0" vertOverflow="overflow" horzOverflow="overflow" vert="horz" wrap="square" lIns="0" tIns="0" rIns="0" bIns="0" numCol="1" spcCol="0" rtlCol="0" fromWordArt="0" anchor="b" anchorCtr="0" forceAA="0" compatLnSpc="1">
            <a:prstTxWarp prst="textNoShape">
              <a:avLst/>
            </a:prstTxWarp>
            <a:noAutofit/>
          </a:bodyPr>
          <a:lstStyle/>
          <a:p>
            <a:pPr algn="ctr">
              <a:lnSpc>
                <a:spcPct val="80000"/>
              </a:lnSpc>
              <a:spcBef>
                <a:spcPts val="0"/>
              </a:spcBef>
            </a:pPr>
            <a:r>
              <a:rPr lang="en-CA" sz="1200" b="1" noProof="0" dirty="0">
                <a:solidFill>
                  <a:schemeClr val="bg1"/>
                </a:solidFill>
                <a:latin typeface="+mn-lt"/>
              </a:rPr>
              <a:t>Font size</a:t>
            </a:r>
          </a:p>
        </p:txBody>
      </p:sp>
      <p:sp>
        <p:nvSpPr>
          <p:cNvPr id="14" name="Rectangle 13">
            <a:extLst>
              <a:ext uri="{FF2B5EF4-FFF2-40B4-BE49-F238E27FC236}">
                <a16:creationId xmlns:a16="http://schemas.microsoft.com/office/drawing/2014/main" id="{ED17DDC0-B654-4E62-A555-A98789106055}"/>
              </a:ext>
            </a:extLst>
          </p:cNvPr>
          <p:cNvSpPr/>
          <p:nvPr/>
        </p:nvSpPr>
        <p:spPr bwMode="auto">
          <a:xfrm>
            <a:off x="3071710" y="1556792"/>
            <a:ext cx="1854548" cy="216000"/>
          </a:xfrm>
          <a:prstGeom prst="rect">
            <a:avLst/>
          </a:prstGeom>
          <a:solidFill>
            <a:schemeClr val="accent2"/>
          </a:solidFill>
          <a:ln>
            <a:noFill/>
          </a:ln>
        </p:spPr>
        <p:txBody>
          <a:bodyPr rot="0" spcFirstLastPara="0" vertOverflow="overflow" horzOverflow="overflow" vert="horz" wrap="square" lIns="101250" tIns="101250" rIns="101250" bIns="101250" numCol="1" spcCol="0" rtlCol="0" fromWordArt="0" anchor="ctr" anchorCtr="0" forceAA="0" compatLnSpc="1">
            <a:prstTxWarp prst="textNoShape">
              <a:avLst/>
            </a:prstTxWarp>
            <a:noAutofit/>
          </a:bodyPr>
          <a:lstStyle/>
          <a:p>
            <a:pPr algn="l">
              <a:spcBef>
                <a:spcPts val="563"/>
              </a:spcBef>
            </a:pPr>
            <a:r>
              <a:rPr lang="en-CA" sz="1100" b="1" noProof="0" dirty="0">
                <a:solidFill>
                  <a:schemeClr val="bg1"/>
                </a:solidFill>
                <a:latin typeface="+mn-lt"/>
              </a:rPr>
              <a:t>1</a:t>
            </a:r>
            <a:r>
              <a:rPr lang="en-CA" sz="1100" b="1" baseline="30000" noProof="0" dirty="0">
                <a:solidFill>
                  <a:schemeClr val="bg1"/>
                </a:solidFill>
                <a:latin typeface="+mn-lt"/>
              </a:rPr>
              <a:t>st </a:t>
            </a:r>
            <a:r>
              <a:rPr lang="en-CA" sz="1100" b="1" baseline="0" noProof="0" dirty="0">
                <a:solidFill>
                  <a:schemeClr val="bg1"/>
                </a:solidFill>
                <a:latin typeface="+mn-lt"/>
              </a:rPr>
              <a:t>(No bullet)</a:t>
            </a:r>
            <a:endParaRPr lang="en-CA" sz="1100" b="1" noProof="0" dirty="0">
              <a:solidFill>
                <a:schemeClr val="bg1"/>
              </a:solidFill>
              <a:latin typeface="+mn-lt"/>
            </a:endParaRPr>
          </a:p>
        </p:txBody>
      </p:sp>
      <p:sp>
        <p:nvSpPr>
          <p:cNvPr id="19" name="Rectangle 18">
            <a:extLst>
              <a:ext uri="{FF2B5EF4-FFF2-40B4-BE49-F238E27FC236}">
                <a16:creationId xmlns:a16="http://schemas.microsoft.com/office/drawing/2014/main" id="{6926D20A-25AC-471B-84B2-BE06A40814B0}"/>
              </a:ext>
            </a:extLst>
          </p:cNvPr>
          <p:cNvSpPr/>
          <p:nvPr/>
        </p:nvSpPr>
        <p:spPr bwMode="auto">
          <a:xfrm>
            <a:off x="3071710" y="1809373"/>
            <a:ext cx="1854548" cy="216000"/>
          </a:xfrm>
          <a:prstGeom prst="rect">
            <a:avLst/>
          </a:prstGeom>
          <a:solidFill>
            <a:schemeClr val="accent2"/>
          </a:solidFill>
          <a:ln>
            <a:noFill/>
          </a:ln>
        </p:spPr>
        <p:txBody>
          <a:bodyPr rot="0" spcFirstLastPara="0" vertOverflow="overflow" horzOverflow="overflow" vert="horz" wrap="square" lIns="101250" tIns="101250" rIns="101250" bIns="101250" numCol="1" spcCol="0" rtlCol="0" fromWordArt="0" anchor="ctr" anchorCtr="0" forceAA="0" compatLnSpc="1">
            <a:prstTxWarp prst="textNoShape">
              <a:avLst/>
            </a:prstTxWarp>
            <a:noAutofit/>
          </a:bodyPr>
          <a:lstStyle/>
          <a:p>
            <a:pPr algn="l">
              <a:spcBef>
                <a:spcPts val="563"/>
              </a:spcBef>
            </a:pPr>
            <a:r>
              <a:rPr lang="en-CA" sz="1100" b="1" noProof="0" dirty="0">
                <a:solidFill>
                  <a:schemeClr val="bg1"/>
                </a:solidFill>
                <a:latin typeface="+mn-lt"/>
              </a:rPr>
              <a:t>2</a:t>
            </a:r>
            <a:r>
              <a:rPr lang="en-CA" sz="1100" b="1" baseline="30000" noProof="0" dirty="0">
                <a:solidFill>
                  <a:schemeClr val="bg1"/>
                </a:solidFill>
                <a:latin typeface="+mn-lt"/>
              </a:rPr>
              <a:t>nd</a:t>
            </a:r>
            <a:endParaRPr lang="en-CA" sz="1100" b="1" noProof="0" dirty="0">
              <a:solidFill>
                <a:schemeClr val="bg1"/>
              </a:solidFill>
              <a:latin typeface="+mn-lt"/>
            </a:endParaRPr>
          </a:p>
        </p:txBody>
      </p:sp>
      <p:sp>
        <p:nvSpPr>
          <p:cNvPr id="20" name="Rectangle 19">
            <a:extLst>
              <a:ext uri="{FF2B5EF4-FFF2-40B4-BE49-F238E27FC236}">
                <a16:creationId xmlns:a16="http://schemas.microsoft.com/office/drawing/2014/main" id="{461AB1A0-6943-4148-AD7F-579C773E3871}"/>
              </a:ext>
            </a:extLst>
          </p:cNvPr>
          <p:cNvSpPr/>
          <p:nvPr/>
        </p:nvSpPr>
        <p:spPr bwMode="auto">
          <a:xfrm>
            <a:off x="3071710" y="2061955"/>
            <a:ext cx="1854548" cy="216000"/>
          </a:xfrm>
          <a:prstGeom prst="rect">
            <a:avLst/>
          </a:prstGeom>
          <a:solidFill>
            <a:schemeClr val="accent2"/>
          </a:solidFill>
          <a:ln>
            <a:noFill/>
          </a:ln>
        </p:spPr>
        <p:txBody>
          <a:bodyPr rot="0" spcFirstLastPara="0" vertOverflow="overflow" horzOverflow="overflow" vert="horz" wrap="square" lIns="101250" tIns="101250" rIns="101250" bIns="101250" numCol="1" spcCol="0" rtlCol="0" fromWordArt="0" anchor="ctr" anchorCtr="0" forceAA="0" compatLnSpc="1">
            <a:prstTxWarp prst="textNoShape">
              <a:avLst/>
            </a:prstTxWarp>
            <a:noAutofit/>
          </a:bodyPr>
          <a:lstStyle/>
          <a:p>
            <a:pPr algn="l">
              <a:spcBef>
                <a:spcPts val="563"/>
              </a:spcBef>
            </a:pPr>
            <a:r>
              <a:rPr lang="en-CA" sz="1100" b="1" noProof="0" dirty="0">
                <a:solidFill>
                  <a:schemeClr val="bg1"/>
                </a:solidFill>
                <a:latin typeface="+mn-lt"/>
              </a:rPr>
              <a:t>3</a:t>
            </a:r>
            <a:r>
              <a:rPr lang="en-CA" sz="1100" b="1" baseline="30000" noProof="0" dirty="0">
                <a:solidFill>
                  <a:schemeClr val="bg1"/>
                </a:solidFill>
                <a:latin typeface="+mn-lt"/>
              </a:rPr>
              <a:t>rd</a:t>
            </a:r>
            <a:endParaRPr lang="en-CA" sz="1100" b="1" noProof="0" dirty="0">
              <a:solidFill>
                <a:schemeClr val="bg1"/>
              </a:solidFill>
              <a:latin typeface="+mn-lt"/>
            </a:endParaRPr>
          </a:p>
        </p:txBody>
      </p:sp>
      <p:sp>
        <p:nvSpPr>
          <p:cNvPr id="21" name="Rectangle 20">
            <a:extLst>
              <a:ext uri="{FF2B5EF4-FFF2-40B4-BE49-F238E27FC236}">
                <a16:creationId xmlns:a16="http://schemas.microsoft.com/office/drawing/2014/main" id="{93950618-BEAB-4491-908D-3AC8FFDD306E}"/>
              </a:ext>
            </a:extLst>
          </p:cNvPr>
          <p:cNvSpPr/>
          <p:nvPr/>
        </p:nvSpPr>
        <p:spPr bwMode="auto">
          <a:xfrm>
            <a:off x="6696219" y="1372429"/>
            <a:ext cx="1424654" cy="140801"/>
          </a:xfrm>
          <a:prstGeom prst="rect">
            <a:avLst/>
          </a:prstGeom>
          <a:noFill/>
          <a:ln>
            <a:noFill/>
          </a:ln>
        </p:spPr>
        <p:txBody>
          <a:bodyPr rot="0" spcFirstLastPara="0" vertOverflow="overflow" horzOverflow="overflow" vert="horz" wrap="square" lIns="0" tIns="0" rIns="0" bIns="0" numCol="1" spcCol="0" rtlCol="0" fromWordArt="0" anchor="b" anchorCtr="0" forceAA="0" compatLnSpc="1">
            <a:prstTxWarp prst="textNoShape">
              <a:avLst/>
            </a:prstTxWarp>
            <a:noAutofit/>
          </a:bodyPr>
          <a:lstStyle/>
          <a:p>
            <a:pPr algn="ctr">
              <a:lnSpc>
                <a:spcPct val="80000"/>
              </a:lnSpc>
              <a:spcBef>
                <a:spcPts val="0"/>
              </a:spcBef>
            </a:pPr>
            <a:r>
              <a:rPr lang="en-CA" sz="1200" b="1" noProof="0" dirty="0">
                <a:solidFill>
                  <a:schemeClr val="bg1"/>
                </a:solidFill>
                <a:latin typeface="+mn-lt"/>
              </a:rPr>
              <a:t>Space before paragraph </a:t>
            </a:r>
            <a:r>
              <a:rPr lang="en-CA" sz="1200" b="1" i="1" noProof="0" dirty="0">
                <a:solidFill>
                  <a:schemeClr val="bg1"/>
                </a:solidFill>
                <a:latin typeface="+mn-lt"/>
              </a:rPr>
              <a:t>(pt)</a:t>
            </a:r>
          </a:p>
        </p:txBody>
      </p:sp>
      <p:sp>
        <p:nvSpPr>
          <p:cNvPr id="22" name="ZoneTexte 21">
            <a:extLst>
              <a:ext uri="{FF2B5EF4-FFF2-40B4-BE49-F238E27FC236}">
                <a16:creationId xmlns:a16="http://schemas.microsoft.com/office/drawing/2014/main" id="{5FCCA3FE-B476-4301-921C-6BA7284C6C7C}"/>
              </a:ext>
            </a:extLst>
          </p:cNvPr>
          <p:cNvSpPr txBox="1"/>
          <p:nvPr/>
        </p:nvSpPr>
        <p:spPr>
          <a:xfrm>
            <a:off x="6692023" y="1557571"/>
            <a:ext cx="1440000" cy="216000"/>
          </a:xfrm>
          <a:prstGeom prst="rect">
            <a:avLst/>
          </a:prstGeom>
          <a:solidFill>
            <a:schemeClr val="bg1"/>
          </a:solidFill>
        </p:spPr>
        <p:txBody>
          <a:bodyPr wrap="square" lIns="236250" tIns="111375" rIns="641250" bIns="118125" rtlCol="0" anchor="ctr" anchorCtr="0">
            <a:noAutofit/>
          </a:bodyPr>
          <a:lstStyle/>
          <a:p>
            <a:pPr marL="0" marR="0" lvl="0" indent="0" algn="r" defTabSz="428625" rtl="0" eaLnBrk="1" fontAlgn="base" latinLnBrk="0" hangingPunct="1">
              <a:lnSpc>
                <a:spcPct val="100000"/>
              </a:lnSpc>
              <a:spcBef>
                <a:spcPts val="938"/>
              </a:spcBef>
              <a:spcAft>
                <a:spcPct val="0"/>
              </a:spcAft>
              <a:buClr>
                <a:schemeClr val="accent4"/>
              </a:buClr>
              <a:buSzTx/>
              <a:buFont typeface="Wingdings" panose="05000000000000000000" pitchFamily="2" charset="2"/>
              <a:buNone/>
              <a:tabLst/>
              <a:defRPr/>
            </a:pPr>
            <a:r>
              <a:rPr kumimoji="0" lang="en-CA" sz="1100" b="0" i="0" u="none" strike="noStrike" kern="0" cap="none" spc="0" normalizeH="0" baseline="0" noProof="0" dirty="0">
                <a:ln>
                  <a:noFill/>
                </a:ln>
                <a:solidFill>
                  <a:schemeClr val="tx2"/>
                </a:solidFill>
                <a:effectLst/>
                <a:uLnTx/>
                <a:uFillTx/>
                <a:latin typeface="+mn-lt"/>
                <a:ea typeface="+mn-ea"/>
                <a:cs typeface="+mn-cs"/>
              </a:rPr>
              <a:t>14</a:t>
            </a:r>
          </a:p>
        </p:txBody>
      </p:sp>
      <p:sp>
        <p:nvSpPr>
          <p:cNvPr id="23" name="ZoneTexte 22">
            <a:extLst>
              <a:ext uri="{FF2B5EF4-FFF2-40B4-BE49-F238E27FC236}">
                <a16:creationId xmlns:a16="http://schemas.microsoft.com/office/drawing/2014/main" id="{FE5D2014-590B-4E09-9E09-F6807A449B51}"/>
              </a:ext>
            </a:extLst>
          </p:cNvPr>
          <p:cNvSpPr txBox="1"/>
          <p:nvPr/>
        </p:nvSpPr>
        <p:spPr>
          <a:xfrm>
            <a:off x="5087757" y="1809940"/>
            <a:ext cx="1440000" cy="216000"/>
          </a:xfrm>
          <a:prstGeom prst="rect">
            <a:avLst/>
          </a:prstGeom>
          <a:solidFill>
            <a:schemeClr val="bg1"/>
          </a:solidFill>
        </p:spPr>
        <p:txBody>
          <a:bodyPr wrap="square" lIns="0" tIns="0" rIns="0" bIns="0" rtlCol="0" anchor="ctr" anchorCtr="0">
            <a:noAutofit/>
          </a:bodyPr>
          <a:lstStyle/>
          <a:p>
            <a:pPr marL="0" marR="0" lvl="0" indent="0" algn="ctr" defTabSz="428625" rtl="0" eaLnBrk="1" fontAlgn="base" latinLnBrk="0" hangingPunct="1">
              <a:lnSpc>
                <a:spcPct val="100000"/>
              </a:lnSpc>
              <a:spcBef>
                <a:spcPts val="938"/>
              </a:spcBef>
              <a:spcAft>
                <a:spcPct val="0"/>
              </a:spcAft>
              <a:buClr>
                <a:schemeClr val="accent4"/>
              </a:buClr>
              <a:buSzTx/>
              <a:buFont typeface="Wingdings" panose="05000000000000000000" pitchFamily="2" charset="2"/>
              <a:buNone/>
              <a:tabLst/>
              <a:defRPr/>
            </a:pPr>
            <a:r>
              <a:rPr kumimoji="0" lang="en-CA" sz="1100" b="0" i="0" u="none" strike="noStrike" kern="0" cap="none" spc="0" normalizeH="0" baseline="0" noProof="0" dirty="0">
                <a:ln>
                  <a:noFill/>
                </a:ln>
                <a:solidFill>
                  <a:schemeClr val="tx2"/>
                </a:solidFill>
                <a:effectLst/>
                <a:uLnTx/>
                <a:uFillTx/>
                <a:latin typeface="+mn-lt"/>
                <a:ea typeface="+mn-ea"/>
                <a:cs typeface="+mn-cs"/>
              </a:rPr>
              <a:t>20</a:t>
            </a:r>
          </a:p>
        </p:txBody>
      </p:sp>
      <p:sp>
        <p:nvSpPr>
          <p:cNvPr id="24" name="ZoneTexte 23">
            <a:extLst>
              <a:ext uri="{FF2B5EF4-FFF2-40B4-BE49-F238E27FC236}">
                <a16:creationId xmlns:a16="http://schemas.microsoft.com/office/drawing/2014/main" id="{0219FD67-02C5-434A-999B-270AAB6146B4}"/>
              </a:ext>
            </a:extLst>
          </p:cNvPr>
          <p:cNvSpPr txBox="1"/>
          <p:nvPr/>
        </p:nvSpPr>
        <p:spPr>
          <a:xfrm>
            <a:off x="6692023" y="1809764"/>
            <a:ext cx="1440000" cy="216000"/>
          </a:xfrm>
          <a:prstGeom prst="rect">
            <a:avLst/>
          </a:prstGeom>
          <a:solidFill>
            <a:schemeClr val="bg1"/>
          </a:solidFill>
        </p:spPr>
        <p:txBody>
          <a:bodyPr wrap="square" lIns="236250" tIns="111375" rIns="641250" bIns="118125" rtlCol="0" anchor="ctr" anchorCtr="0">
            <a:noAutofit/>
          </a:bodyPr>
          <a:lstStyle/>
          <a:p>
            <a:pPr marL="0" marR="0" lvl="0" indent="0" algn="r" defTabSz="428625" rtl="0" eaLnBrk="1" fontAlgn="base" latinLnBrk="0" hangingPunct="1">
              <a:lnSpc>
                <a:spcPct val="100000"/>
              </a:lnSpc>
              <a:spcBef>
                <a:spcPts val="938"/>
              </a:spcBef>
              <a:spcAft>
                <a:spcPct val="0"/>
              </a:spcAft>
              <a:buClr>
                <a:schemeClr val="accent4"/>
              </a:buClr>
              <a:buSzTx/>
              <a:buFont typeface="Wingdings" panose="05000000000000000000" pitchFamily="2" charset="2"/>
              <a:buNone/>
              <a:tabLst/>
              <a:defRPr/>
            </a:pPr>
            <a:r>
              <a:rPr kumimoji="0" lang="en-CA" sz="1100" b="0" i="0" u="none" strike="noStrike" kern="0" cap="none" spc="0" normalizeH="0" baseline="0" noProof="0" dirty="0">
                <a:ln>
                  <a:noFill/>
                </a:ln>
                <a:solidFill>
                  <a:schemeClr val="tx2"/>
                </a:solidFill>
                <a:effectLst/>
                <a:uLnTx/>
                <a:uFillTx/>
                <a:latin typeface="+mn-lt"/>
                <a:ea typeface="+mn-ea"/>
                <a:cs typeface="+mn-cs"/>
              </a:rPr>
              <a:t>8</a:t>
            </a:r>
          </a:p>
        </p:txBody>
      </p:sp>
      <p:sp>
        <p:nvSpPr>
          <p:cNvPr id="25" name="ZoneTexte 24">
            <a:extLst>
              <a:ext uri="{FF2B5EF4-FFF2-40B4-BE49-F238E27FC236}">
                <a16:creationId xmlns:a16="http://schemas.microsoft.com/office/drawing/2014/main" id="{56C98C5F-47EF-471F-BCBB-2F9C9A8C351E}"/>
              </a:ext>
            </a:extLst>
          </p:cNvPr>
          <p:cNvSpPr txBox="1"/>
          <p:nvPr/>
        </p:nvSpPr>
        <p:spPr>
          <a:xfrm>
            <a:off x="5087757" y="2061957"/>
            <a:ext cx="1440000" cy="216000"/>
          </a:xfrm>
          <a:prstGeom prst="rect">
            <a:avLst/>
          </a:prstGeom>
          <a:solidFill>
            <a:schemeClr val="bg1"/>
          </a:solidFill>
        </p:spPr>
        <p:txBody>
          <a:bodyPr wrap="square" lIns="0" tIns="0" rIns="0" bIns="0" rtlCol="0" anchor="ctr" anchorCtr="0">
            <a:noAutofit/>
          </a:bodyPr>
          <a:lstStyle/>
          <a:p>
            <a:pPr marL="0" marR="0" lvl="0" indent="0" algn="ctr" defTabSz="428625" rtl="0" eaLnBrk="1" fontAlgn="base" latinLnBrk="0" hangingPunct="1">
              <a:lnSpc>
                <a:spcPct val="100000"/>
              </a:lnSpc>
              <a:spcBef>
                <a:spcPts val="938"/>
              </a:spcBef>
              <a:spcAft>
                <a:spcPct val="0"/>
              </a:spcAft>
              <a:buClr>
                <a:schemeClr val="accent4"/>
              </a:buClr>
              <a:buSzTx/>
              <a:buFont typeface="Wingdings" panose="05000000000000000000" pitchFamily="2" charset="2"/>
              <a:buNone/>
              <a:tabLst/>
              <a:defRPr/>
            </a:pPr>
            <a:r>
              <a:rPr kumimoji="0" lang="en-CA" sz="1100" b="0" i="0" u="none" strike="noStrike" kern="0" cap="none" spc="0" normalizeH="0" baseline="0" noProof="0" dirty="0">
                <a:ln>
                  <a:noFill/>
                </a:ln>
                <a:solidFill>
                  <a:schemeClr val="tx2"/>
                </a:solidFill>
                <a:effectLst/>
                <a:uLnTx/>
                <a:uFillTx/>
                <a:latin typeface="+mn-lt"/>
                <a:ea typeface="+mn-ea"/>
                <a:cs typeface="+mn-cs"/>
              </a:rPr>
              <a:t>18</a:t>
            </a:r>
          </a:p>
        </p:txBody>
      </p:sp>
      <p:sp>
        <p:nvSpPr>
          <p:cNvPr id="26" name="ZoneTexte 25">
            <a:extLst>
              <a:ext uri="{FF2B5EF4-FFF2-40B4-BE49-F238E27FC236}">
                <a16:creationId xmlns:a16="http://schemas.microsoft.com/office/drawing/2014/main" id="{52AA92B7-9B94-4F7B-978D-7474FBB38B49}"/>
              </a:ext>
            </a:extLst>
          </p:cNvPr>
          <p:cNvSpPr txBox="1"/>
          <p:nvPr/>
        </p:nvSpPr>
        <p:spPr>
          <a:xfrm>
            <a:off x="6692023" y="2061957"/>
            <a:ext cx="1440000" cy="216000"/>
          </a:xfrm>
          <a:prstGeom prst="rect">
            <a:avLst/>
          </a:prstGeom>
          <a:solidFill>
            <a:schemeClr val="bg1"/>
          </a:solidFill>
        </p:spPr>
        <p:txBody>
          <a:bodyPr wrap="square" lIns="236250" tIns="111375" rIns="641250" bIns="118125" rtlCol="0" anchor="ctr" anchorCtr="0">
            <a:noAutofit/>
          </a:bodyPr>
          <a:lstStyle/>
          <a:p>
            <a:pPr marL="0" marR="0" lvl="0" indent="0" algn="r" defTabSz="428625" rtl="0" eaLnBrk="1" fontAlgn="base" latinLnBrk="0" hangingPunct="1">
              <a:lnSpc>
                <a:spcPct val="100000"/>
              </a:lnSpc>
              <a:spcBef>
                <a:spcPts val="938"/>
              </a:spcBef>
              <a:spcAft>
                <a:spcPct val="0"/>
              </a:spcAft>
              <a:buClr>
                <a:schemeClr val="accent4"/>
              </a:buClr>
              <a:buSzTx/>
              <a:buFont typeface="Wingdings" panose="05000000000000000000" pitchFamily="2" charset="2"/>
              <a:buNone/>
              <a:tabLst/>
              <a:defRPr/>
            </a:pPr>
            <a:r>
              <a:rPr kumimoji="0" lang="en-CA" sz="1100" b="0" i="0" u="none" strike="noStrike" kern="0" cap="none" spc="0" normalizeH="0" baseline="0" noProof="0" dirty="0">
                <a:ln>
                  <a:noFill/>
                </a:ln>
                <a:solidFill>
                  <a:schemeClr val="tx2"/>
                </a:solidFill>
                <a:effectLst/>
                <a:uLnTx/>
                <a:uFillTx/>
                <a:latin typeface="+mn-lt"/>
                <a:ea typeface="+mn-ea"/>
                <a:cs typeface="+mn-cs"/>
              </a:rPr>
              <a:t>4</a:t>
            </a:r>
          </a:p>
        </p:txBody>
      </p:sp>
      <p:sp>
        <p:nvSpPr>
          <p:cNvPr id="27" name="Rectangle 26">
            <a:extLst>
              <a:ext uri="{FF2B5EF4-FFF2-40B4-BE49-F238E27FC236}">
                <a16:creationId xmlns:a16="http://schemas.microsoft.com/office/drawing/2014/main" id="{D5A7B4A2-E15C-4161-B9D5-14815E1E8B38}"/>
              </a:ext>
            </a:extLst>
          </p:cNvPr>
          <p:cNvSpPr/>
          <p:nvPr/>
        </p:nvSpPr>
        <p:spPr bwMode="auto">
          <a:xfrm>
            <a:off x="8487478" y="1156628"/>
            <a:ext cx="3153138" cy="2848435"/>
          </a:xfrm>
          <a:prstGeom prst="rect">
            <a:avLst/>
          </a:prstGeom>
          <a:noFill/>
          <a:ln w="28575">
            <a:solidFill>
              <a:schemeClr val="accent2"/>
            </a:solidFill>
          </a:ln>
        </p:spPr>
        <p:txBody>
          <a:bodyPr rot="0" spcFirstLastPara="0" vertOverflow="overflow" horzOverflow="overflow" vert="horz" wrap="square" lIns="168750" tIns="135000" rIns="168750" bIns="118125" numCol="1" spcCol="0" rtlCol="0" fromWordArt="0" anchor="t" anchorCtr="0" forceAA="0" compatLnSpc="1">
            <a:prstTxWarp prst="textNoShape">
              <a:avLst/>
            </a:prstTxWarp>
            <a:noAutofit/>
          </a:bodyPr>
          <a:lstStyle/>
          <a:p>
            <a:pPr algn="l">
              <a:spcBef>
                <a:spcPts val="422"/>
              </a:spcBef>
            </a:pPr>
            <a:r>
              <a:rPr lang="en-CA" sz="2000" b="1" i="1" noProof="0" dirty="0">
                <a:solidFill>
                  <a:schemeClr val="tx2"/>
                </a:solidFill>
                <a:latin typeface="+mn-lt"/>
              </a:rPr>
              <a:t>pTIP</a:t>
            </a:r>
          </a:p>
        </p:txBody>
      </p:sp>
      <p:pic>
        <p:nvPicPr>
          <p:cNvPr id="28" name="Picture 3">
            <a:extLst>
              <a:ext uri="{FF2B5EF4-FFF2-40B4-BE49-F238E27FC236}">
                <a16:creationId xmlns:a16="http://schemas.microsoft.com/office/drawing/2014/main" id="{D7E7EBC0-275D-46E0-A8A4-5F75C250AAA9}"/>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Lst>
          </a:blip>
          <a:srcRect l="48968" t="24767" r="32084"/>
          <a:stretch/>
        </p:blipFill>
        <p:spPr>
          <a:xfrm>
            <a:off x="8843435" y="2725699"/>
            <a:ext cx="2441221" cy="991333"/>
          </a:xfrm>
          <a:prstGeom prst="rect">
            <a:avLst/>
          </a:prstGeom>
          <a:effectLst>
            <a:outerShdw blurRad="50800" dist="38100" dir="2700000" algn="tl" rotWithShape="0">
              <a:prstClr val="black">
                <a:alpha val="40000"/>
              </a:prstClr>
            </a:outerShdw>
          </a:effectLst>
        </p:spPr>
      </p:pic>
      <p:sp>
        <p:nvSpPr>
          <p:cNvPr id="29" name="Rectangle 28">
            <a:extLst>
              <a:ext uri="{FF2B5EF4-FFF2-40B4-BE49-F238E27FC236}">
                <a16:creationId xmlns:a16="http://schemas.microsoft.com/office/drawing/2014/main" id="{B9CD9952-B3B7-4C84-9EA7-AA0F25934D7B}"/>
              </a:ext>
            </a:extLst>
          </p:cNvPr>
          <p:cNvSpPr/>
          <p:nvPr/>
        </p:nvSpPr>
        <p:spPr>
          <a:xfrm>
            <a:off x="8692389" y="1844824"/>
            <a:ext cx="2724796" cy="523220"/>
          </a:xfrm>
          <a:prstGeom prst="rect">
            <a:avLst/>
          </a:prstGeom>
        </p:spPr>
        <p:txBody>
          <a:bodyPr wrap="square" lIns="0" rIns="0">
            <a:spAutoFit/>
          </a:bodyPr>
          <a:lstStyle/>
          <a:p>
            <a:pPr marL="0" indent="0">
              <a:spcBef>
                <a:spcPts val="563"/>
              </a:spcBef>
              <a:buSzPct val="110000"/>
              <a:buFont typeface="+mj-lt"/>
              <a:buNone/>
            </a:pPr>
            <a:r>
              <a:rPr lang="en-CA" sz="1400" kern="0" noProof="0" dirty="0">
                <a:solidFill>
                  <a:schemeClr val="tx2"/>
                </a:solidFill>
                <a:latin typeface="+mn-lt"/>
                <a:cs typeface="+mn-cs"/>
              </a:rPr>
              <a:t>In the </a:t>
            </a:r>
            <a:r>
              <a:rPr lang="en-CA" sz="1400" b="1" kern="0" noProof="0" dirty="0">
                <a:solidFill>
                  <a:schemeClr val="tx2"/>
                </a:solidFill>
                <a:latin typeface="+mn-lt"/>
                <a:cs typeface="+mn-cs"/>
              </a:rPr>
              <a:t>Home</a:t>
            </a:r>
            <a:r>
              <a:rPr lang="en-CA" sz="1400" kern="0" noProof="0" dirty="0">
                <a:solidFill>
                  <a:schemeClr val="tx2"/>
                </a:solidFill>
                <a:latin typeface="+mn-lt"/>
                <a:cs typeface="+mn-cs"/>
              </a:rPr>
              <a:t> menu, use these indent buttons to adjust bullet level</a:t>
            </a:r>
          </a:p>
        </p:txBody>
      </p:sp>
      <p:sp>
        <p:nvSpPr>
          <p:cNvPr id="30" name="Rectangle 29">
            <a:extLst>
              <a:ext uri="{FF2B5EF4-FFF2-40B4-BE49-F238E27FC236}">
                <a16:creationId xmlns:a16="http://schemas.microsoft.com/office/drawing/2014/main" id="{BA1F7AF3-9758-462C-8409-CC45987298E1}"/>
              </a:ext>
            </a:extLst>
          </p:cNvPr>
          <p:cNvSpPr/>
          <p:nvPr/>
        </p:nvSpPr>
        <p:spPr>
          <a:xfrm>
            <a:off x="9640331" y="2834450"/>
            <a:ext cx="788527" cy="263198"/>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18125" tIns="42863" rIns="118125" bIns="42863" numCol="1" spcCol="0" rtlCol="0" fromWordArt="0" anchor="ctr" anchorCtr="0" forceAA="0" compatLnSpc="1">
            <a:prstTxWarp prst="textNoShape">
              <a:avLst/>
            </a:prstTxWarp>
            <a:noAutofit/>
          </a:bodyPr>
          <a:lstStyle/>
          <a:p>
            <a:pPr algn="ctr">
              <a:spcBef>
                <a:spcPts val="563"/>
              </a:spcBef>
            </a:pPr>
            <a:endParaRPr lang="en-CA" sz="1400" b="1" noProof="0" dirty="0">
              <a:latin typeface="+mn-lt"/>
            </a:endParaRPr>
          </a:p>
        </p:txBody>
      </p:sp>
      <p:sp>
        <p:nvSpPr>
          <p:cNvPr id="31" name="Triangle isocèle 30">
            <a:extLst>
              <a:ext uri="{FF2B5EF4-FFF2-40B4-BE49-F238E27FC236}">
                <a16:creationId xmlns:a16="http://schemas.microsoft.com/office/drawing/2014/main" id="{AC775E1E-3962-45BB-8EA2-7CD9B07FD3C6}"/>
              </a:ext>
            </a:extLst>
          </p:cNvPr>
          <p:cNvSpPr/>
          <p:nvPr/>
        </p:nvSpPr>
        <p:spPr>
          <a:xfrm flipV="1">
            <a:off x="9840767" y="2574029"/>
            <a:ext cx="409525" cy="214728"/>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18125" rIns="118125" rtlCol="0" anchor="ctr"/>
          <a:lstStyle/>
          <a:p>
            <a:pPr algn="ctr">
              <a:spcBef>
                <a:spcPts val="1125"/>
              </a:spcBef>
            </a:pPr>
            <a:endParaRPr lang="en-CA" sz="2000" noProof="0" dirty="0">
              <a:latin typeface="+mn-lt"/>
            </a:endParaRPr>
          </a:p>
        </p:txBody>
      </p:sp>
      <p:cxnSp>
        <p:nvCxnSpPr>
          <p:cNvPr id="32" name="Connecteur droit 31">
            <a:extLst>
              <a:ext uri="{FF2B5EF4-FFF2-40B4-BE49-F238E27FC236}">
                <a16:creationId xmlns:a16="http://schemas.microsoft.com/office/drawing/2014/main" id="{532A5FCA-D5F5-4B78-B04E-73D27B1D21A8}"/>
              </a:ext>
            </a:extLst>
          </p:cNvPr>
          <p:cNvCxnSpPr>
            <a:cxnSpLocks/>
          </p:cNvCxnSpPr>
          <p:nvPr/>
        </p:nvCxnSpPr>
        <p:spPr>
          <a:xfrm>
            <a:off x="8710907" y="2574029"/>
            <a:ext cx="2706278" cy="608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66D16BC6-4C6C-4A56-B8BF-5229570C4BF8}"/>
              </a:ext>
            </a:extLst>
          </p:cNvPr>
          <p:cNvSpPr/>
          <p:nvPr/>
        </p:nvSpPr>
        <p:spPr bwMode="auto">
          <a:xfrm>
            <a:off x="3074865" y="1311267"/>
            <a:ext cx="1845713" cy="211379"/>
          </a:xfrm>
          <a:prstGeom prst="rect">
            <a:avLst/>
          </a:prstGeom>
          <a:noFill/>
          <a:ln>
            <a:noFill/>
          </a:ln>
        </p:spPr>
        <p:txBody>
          <a:bodyPr rot="0" spcFirstLastPara="0" vertOverflow="overflow" horzOverflow="overflow" vert="horz" wrap="square" lIns="0" tIns="0" rIns="0" bIns="0" numCol="1" spcCol="0" rtlCol="0" fromWordArt="0" anchor="b" anchorCtr="0" forceAA="0" compatLnSpc="1">
            <a:prstTxWarp prst="textNoShape">
              <a:avLst/>
            </a:prstTxWarp>
            <a:noAutofit/>
          </a:bodyPr>
          <a:lstStyle/>
          <a:p>
            <a:pPr algn="ctr">
              <a:lnSpc>
                <a:spcPct val="80000"/>
              </a:lnSpc>
              <a:spcBef>
                <a:spcPts val="0"/>
              </a:spcBef>
            </a:pPr>
            <a:r>
              <a:rPr lang="en-CA" sz="1200" b="1" noProof="0" dirty="0">
                <a:solidFill>
                  <a:schemeClr val="bg1"/>
                </a:solidFill>
                <a:latin typeface="+mn-lt"/>
              </a:rPr>
              <a:t>Level</a:t>
            </a:r>
          </a:p>
        </p:txBody>
      </p:sp>
      <p:sp>
        <p:nvSpPr>
          <p:cNvPr id="35" name="Triangle isocèle 34">
            <a:extLst>
              <a:ext uri="{FF2B5EF4-FFF2-40B4-BE49-F238E27FC236}">
                <a16:creationId xmlns:a16="http://schemas.microsoft.com/office/drawing/2014/main" id="{46052131-A526-4792-9FD6-73598D411A37}"/>
              </a:ext>
            </a:extLst>
          </p:cNvPr>
          <p:cNvSpPr/>
          <p:nvPr/>
        </p:nvSpPr>
        <p:spPr>
          <a:xfrm flipV="1">
            <a:off x="5602995" y="3319130"/>
            <a:ext cx="409525" cy="1440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18125" rIns="118125" rtlCol="0" anchor="ctr"/>
          <a:lstStyle/>
          <a:p>
            <a:pPr algn="ctr">
              <a:spcBef>
                <a:spcPts val="1125"/>
              </a:spcBef>
            </a:pPr>
            <a:endParaRPr lang="en-CA" sz="2000" noProof="0" dirty="0">
              <a:latin typeface="+mn-lt"/>
            </a:endParaRPr>
          </a:p>
        </p:txBody>
      </p:sp>
      <p:sp>
        <p:nvSpPr>
          <p:cNvPr id="33" name="ZoneTexte 11">
            <a:extLst>
              <a:ext uri="{FF2B5EF4-FFF2-40B4-BE49-F238E27FC236}">
                <a16:creationId xmlns:a16="http://schemas.microsoft.com/office/drawing/2014/main" id="{3D341B3F-5383-44BA-92A7-66F428BA91C3}"/>
              </a:ext>
            </a:extLst>
          </p:cNvPr>
          <p:cNvSpPr txBox="1"/>
          <p:nvPr userDrawn="1"/>
        </p:nvSpPr>
        <p:spPr>
          <a:xfrm>
            <a:off x="5087711" y="2314324"/>
            <a:ext cx="1440000" cy="216000"/>
          </a:xfrm>
          <a:prstGeom prst="rect">
            <a:avLst/>
          </a:prstGeom>
          <a:solidFill>
            <a:schemeClr val="bg1"/>
          </a:solidFill>
        </p:spPr>
        <p:txBody>
          <a:bodyPr wrap="square" lIns="0" tIns="0" rIns="0" bIns="0" rtlCol="0" anchor="ctr" anchorCtr="0">
            <a:noAutofit/>
          </a:bodyPr>
          <a:lstStyle/>
          <a:p>
            <a:pPr marL="0" marR="0" lvl="0" indent="0" algn="ctr" defTabSz="428625" rtl="0" eaLnBrk="1" fontAlgn="base" latinLnBrk="0" hangingPunct="1">
              <a:lnSpc>
                <a:spcPct val="100000"/>
              </a:lnSpc>
              <a:spcBef>
                <a:spcPts val="938"/>
              </a:spcBef>
              <a:spcAft>
                <a:spcPct val="0"/>
              </a:spcAft>
              <a:buClr>
                <a:schemeClr val="accent4"/>
              </a:buClr>
              <a:buSzTx/>
              <a:buFont typeface="Wingdings" panose="05000000000000000000" pitchFamily="2" charset="2"/>
              <a:buNone/>
              <a:tabLst/>
              <a:defRPr/>
            </a:pPr>
            <a:r>
              <a:rPr kumimoji="0" lang="en-CA" sz="1100" b="0" i="0" u="none" strike="noStrike" kern="0" cap="none" spc="0" normalizeH="0" baseline="0" noProof="0" dirty="0">
                <a:ln>
                  <a:noFill/>
                </a:ln>
                <a:solidFill>
                  <a:schemeClr val="tx2"/>
                </a:solidFill>
                <a:effectLst/>
                <a:uLnTx/>
                <a:uFillTx/>
                <a:latin typeface="+mn-lt"/>
                <a:ea typeface="+mn-ea"/>
                <a:cs typeface="+mn-cs"/>
              </a:rPr>
              <a:t>16</a:t>
            </a:r>
          </a:p>
        </p:txBody>
      </p:sp>
      <p:sp>
        <p:nvSpPr>
          <p:cNvPr id="36" name="Rectangle 35">
            <a:extLst>
              <a:ext uri="{FF2B5EF4-FFF2-40B4-BE49-F238E27FC236}">
                <a16:creationId xmlns:a16="http://schemas.microsoft.com/office/drawing/2014/main" id="{60C04383-9B71-490E-BF3A-726CEF8884EA}"/>
              </a:ext>
            </a:extLst>
          </p:cNvPr>
          <p:cNvSpPr/>
          <p:nvPr userDrawn="1"/>
        </p:nvSpPr>
        <p:spPr bwMode="auto">
          <a:xfrm>
            <a:off x="3071710" y="2313193"/>
            <a:ext cx="1854548" cy="216000"/>
          </a:xfrm>
          <a:prstGeom prst="rect">
            <a:avLst/>
          </a:prstGeom>
          <a:solidFill>
            <a:schemeClr val="accent2"/>
          </a:solidFill>
          <a:ln>
            <a:noFill/>
          </a:ln>
        </p:spPr>
        <p:txBody>
          <a:bodyPr rot="0" spcFirstLastPara="0" vertOverflow="overflow" horzOverflow="overflow" vert="horz" wrap="square" lIns="101250" tIns="101250" rIns="101250" bIns="101250" numCol="1" spcCol="0" rtlCol="0" fromWordArt="0" anchor="ctr" anchorCtr="0" forceAA="0" compatLnSpc="1">
            <a:prstTxWarp prst="textNoShape">
              <a:avLst/>
            </a:prstTxWarp>
            <a:noAutofit/>
          </a:bodyPr>
          <a:lstStyle/>
          <a:p>
            <a:pPr algn="l">
              <a:spcBef>
                <a:spcPts val="563"/>
              </a:spcBef>
            </a:pPr>
            <a:r>
              <a:rPr lang="en-CA" sz="1100" b="1" noProof="0" dirty="0">
                <a:solidFill>
                  <a:schemeClr val="bg1"/>
                </a:solidFill>
                <a:latin typeface="+mn-lt"/>
              </a:rPr>
              <a:t>4</a:t>
            </a:r>
            <a:r>
              <a:rPr lang="en-CA" sz="1100" b="1" baseline="30000" noProof="0" dirty="0">
                <a:solidFill>
                  <a:schemeClr val="bg1"/>
                </a:solidFill>
                <a:latin typeface="+mn-lt"/>
              </a:rPr>
              <a:t>th</a:t>
            </a:r>
            <a:endParaRPr lang="en-CA" sz="1100" b="1" noProof="0" dirty="0">
              <a:solidFill>
                <a:schemeClr val="bg1"/>
              </a:solidFill>
              <a:latin typeface="+mn-lt"/>
            </a:endParaRPr>
          </a:p>
        </p:txBody>
      </p:sp>
      <p:sp>
        <p:nvSpPr>
          <p:cNvPr id="37" name="Rectangle 36">
            <a:extLst>
              <a:ext uri="{FF2B5EF4-FFF2-40B4-BE49-F238E27FC236}">
                <a16:creationId xmlns:a16="http://schemas.microsoft.com/office/drawing/2014/main" id="{FECDE98B-3DFA-41C6-9B61-A7967C1E9E72}"/>
              </a:ext>
            </a:extLst>
          </p:cNvPr>
          <p:cNvSpPr/>
          <p:nvPr userDrawn="1"/>
        </p:nvSpPr>
        <p:spPr bwMode="auto">
          <a:xfrm>
            <a:off x="3071710" y="2565774"/>
            <a:ext cx="1854548" cy="216000"/>
          </a:xfrm>
          <a:prstGeom prst="rect">
            <a:avLst/>
          </a:prstGeom>
          <a:solidFill>
            <a:schemeClr val="accent2"/>
          </a:solidFill>
          <a:ln>
            <a:noFill/>
          </a:ln>
        </p:spPr>
        <p:txBody>
          <a:bodyPr rot="0" spcFirstLastPara="0" vertOverflow="overflow" horzOverflow="overflow" vert="horz" wrap="square" lIns="101250" tIns="101250" rIns="101250" bIns="101250" numCol="1" spcCol="0" rtlCol="0" fromWordArt="0" anchor="ctr" anchorCtr="0" forceAA="0" compatLnSpc="1">
            <a:prstTxWarp prst="textNoShape">
              <a:avLst/>
            </a:prstTxWarp>
            <a:noAutofit/>
          </a:bodyPr>
          <a:lstStyle/>
          <a:p>
            <a:pPr algn="l">
              <a:spcBef>
                <a:spcPts val="563"/>
              </a:spcBef>
            </a:pPr>
            <a:r>
              <a:rPr lang="en-CA" sz="1100" b="1" noProof="0" dirty="0">
                <a:solidFill>
                  <a:schemeClr val="bg1"/>
                </a:solidFill>
                <a:latin typeface="+mn-lt"/>
              </a:rPr>
              <a:t>5</a:t>
            </a:r>
            <a:r>
              <a:rPr lang="en-CA" sz="1100" b="1" baseline="30000" noProof="0" dirty="0">
                <a:solidFill>
                  <a:schemeClr val="bg1"/>
                </a:solidFill>
                <a:latin typeface="+mn-lt"/>
              </a:rPr>
              <a:t>th </a:t>
            </a:r>
            <a:r>
              <a:rPr lang="en-CA" sz="1100" b="1" baseline="0" noProof="0" dirty="0">
                <a:solidFill>
                  <a:schemeClr val="bg1"/>
                </a:solidFill>
                <a:latin typeface="+mn-lt"/>
              </a:rPr>
              <a:t>(List with number)</a:t>
            </a:r>
          </a:p>
        </p:txBody>
      </p:sp>
      <p:sp>
        <p:nvSpPr>
          <p:cNvPr id="38" name="Rectangle 37">
            <a:extLst>
              <a:ext uri="{FF2B5EF4-FFF2-40B4-BE49-F238E27FC236}">
                <a16:creationId xmlns:a16="http://schemas.microsoft.com/office/drawing/2014/main" id="{166B6DE2-92DC-4C6D-9799-4D67038345EC}"/>
              </a:ext>
            </a:extLst>
          </p:cNvPr>
          <p:cNvSpPr/>
          <p:nvPr userDrawn="1"/>
        </p:nvSpPr>
        <p:spPr bwMode="auto">
          <a:xfrm>
            <a:off x="3071710" y="2818356"/>
            <a:ext cx="1854548" cy="216000"/>
          </a:xfrm>
          <a:prstGeom prst="rect">
            <a:avLst/>
          </a:prstGeom>
          <a:solidFill>
            <a:schemeClr val="accent2"/>
          </a:solidFill>
          <a:ln>
            <a:noFill/>
          </a:ln>
        </p:spPr>
        <p:txBody>
          <a:bodyPr rot="0" spcFirstLastPara="0" vertOverflow="overflow" horzOverflow="overflow" vert="horz" wrap="square" lIns="101250" tIns="101250" rIns="101250" bIns="101250" numCol="1" spcCol="0" rtlCol="0" fromWordArt="0" anchor="ctr" anchorCtr="0" forceAA="0" compatLnSpc="1">
            <a:prstTxWarp prst="textNoShape">
              <a:avLst/>
            </a:prstTxWarp>
            <a:noAutofit/>
          </a:bodyPr>
          <a:lstStyle/>
          <a:p>
            <a:pPr algn="l">
              <a:spcBef>
                <a:spcPts val="563"/>
              </a:spcBef>
            </a:pPr>
            <a:r>
              <a:rPr lang="en-CA" sz="1100" b="1" noProof="0" dirty="0">
                <a:solidFill>
                  <a:schemeClr val="bg1"/>
                </a:solidFill>
                <a:latin typeface="+mn-lt"/>
              </a:rPr>
              <a:t>6</a:t>
            </a:r>
            <a:r>
              <a:rPr lang="en-CA" sz="1100" b="1" baseline="30000" noProof="0" dirty="0">
                <a:solidFill>
                  <a:schemeClr val="bg1"/>
                </a:solidFill>
                <a:latin typeface="+mn-lt"/>
              </a:rPr>
              <a:t>th </a:t>
            </a:r>
            <a:r>
              <a:rPr lang="en-CA" sz="1100" b="1" baseline="0" noProof="0" dirty="0">
                <a:solidFill>
                  <a:schemeClr val="bg1"/>
                </a:solidFill>
                <a:latin typeface="+mn-lt"/>
              </a:rPr>
              <a:t>(List with letter)</a:t>
            </a:r>
          </a:p>
        </p:txBody>
      </p:sp>
      <p:sp>
        <p:nvSpPr>
          <p:cNvPr id="39" name="ZoneTexte 21">
            <a:extLst>
              <a:ext uri="{FF2B5EF4-FFF2-40B4-BE49-F238E27FC236}">
                <a16:creationId xmlns:a16="http://schemas.microsoft.com/office/drawing/2014/main" id="{3A580CF5-0527-4CF3-8F35-3AB037F2053F}"/>
              </a:ext>
            </a:extLst>
          </p:cNvPr>
          <p:cNvSpPr txBox="1"/>
          <p:nvPr userDrawn="1"/>
        </p:nvSpPr>
        <p:spPr>
          <a:xfrm>
            <a:off x="6692023" y="2313972"/>
            <a:ext cx="1440000" cy="216000"/>
          </a:xfrm>
          <a:prstGeom prst="rect">
            <a:avLst/>
          </a:prstGeom>
          <a:solidFill>
            <a:schemeClr val="bg1"/>
          </a:solidFill>
        </p:spPr>
        <p:txBody>
          <a:bodyPr wrap="square" lIns="236250" tIns="111375" rIns="641250" bIns="118125" rtlCol="0" anchor="ctr" anchorCtr="0">
            <a:noAutofit/>
          </a:bodyPr>
          <a:lstStyle/>
          <a:p>
            <a:pPr marL="0" marR="0" lvl="0" indent="0" algn="r" defTabSz="428625" rtl="0" eaLnBrk="1" fontAlgn="base" latinLnBrk="0" hangingPunct="1">
              <a:lnSpc>
                <a:spcPct val="100000"/>
              </a:lnSpc>
              <a:spcBef>
                <a:spcPts val="938"/>
              </a:spcBef>
              <a:spcAft>
                <a:spcPct val="0"/>
              </a:spcAft>
              <a:buClr>
                <a:schemeClr val="accent4"/>
              </a:buClr>
              <a:buSzTx/>
              <a:buFont typeface="Wingdings" panose="05000000000000000000" pitchFamily="2" charset="2"/>
              <a:buNone/>
              <a:tabLst/>
              <a:defRPr/>
            </a:pPr>
            <a:r>
              <a:rPr kumimoji="0" lang="en-CA" sz="1100" b="0" i="0" u="none" strike="noStrike" kern="0" cap="none" spc="0" normalizeH="0" baseline="0" noProof="0" dirty="0">
                <a:ln>
                  <a:noFill/>
                </a:ln>
                <a:solidFill>
                  <a:schemeClr val="tx2"/>
                </a:solidFill>
                <a:effectLst/>
                <a:uLnTx/>
                <a:uFillTx/>
                <a:latin typeface="+mn-lt"/>
                <a:ea typeface="+mn-ea"/>
                <a:cs typeface="+mn-cs"/>
              </a:rPr>
              <a:t>2</a:t>
            </a:r>
          </a:p>
        </p:txBody>
      </p:sp>
      <p:sp>
        <p:nvSpPr>
          <p:cNvPr id="40" name="ZoneTexte 22">
            <a:extLst>
              <a:ext uri="{FF2B5EF4-FFF2-40B4-BE49-F238E27FC236}">
                <a16:creationId xmlns:a16="http://schemas.microsoft.com/office/drawing/2014/main" id="{8299970C-DDE9-414F-B89F-18FF33D5A9AA}"/>
              </a:ext>
            </a:extLst>
          </p:cNvPr>
          <p:cNvSpPr txBox="1"/>
          <p:nvPr userDrawn="1"/>
        </p:nvSpPr>
        <p:spPr>
          <a:xfrm>
            <a:off x="5087757" y="2566341"/>
            <a:ext cx="1440000" cy="216000"/>
          </a:xfrm>
          <a:prstGeom prst="rect">
            <a:avLst/>
          </a:prstGeom>
          <a:solidFill>
            <a:schemeClr val="bg1"/>
          </a:solidFill>
        </p:spPr>
        <p:txBody>
          <a:bodyPr wrap="square" lIns="0" tIns="0" rIns="0" bIns="0" rtlCol="0" anchor="ctr" anchorCtr="0">
            <a:noAutofit/>
          </a:bodyPr>
          <a:lstStyle/>
          <a:p>
            <a:pPr marL="0" marR="0" lvl="0" indent="0" algn="ctr" defTabSz="428625" rtl="0" eaLnBrk="1" fontAlgn="base" latinLnBrk="0" hangingPunct="1">
              <a:lnSpc>
                <a:spcPct val="100000"/>
              </a:lnSpc>
              <a:spcBef>
                <a:spcPts val="938"/>
              </a:spcBef>
              <a:spcAft>
                <a:spcPct val="0"/>
              </a:spcAft>
              <a:buClr>
                <a:schemeClr val="accent4"/>
              </a:buClr>
              <a:buSzTx/>
              <a:buFont typeface="Wingdings" panose="05000000000000000000" pitchFamily="2" charset="2"/>
              <a:buNone/>
              <a:tabLst/>
              <a:defRPr/>
            </a:pPr>
            <a:r>
              <a:rPr kumimoji="0" lang="en-CA" sz="1100" b="0" i="0" u="none" strike="noStrike" kern="0" cap="none" spc="0" normalizeH="0" baseline="0" noProof="0" dirty="0">
                <a:ln>
                  <a:noFill/>
                </a:ln>
                <a:solidFill>
                  <a:schemeClr val="tx2"/>
                </a:solidFill>
                <a:effectLst/>
                <a:uLnTx/>
                <a:uFillTx/>
                <a:latin typeface="+mn-lt"/>
                <a:ea typeface="+mn-ea"/>
                <a:cs typeface="+mn-cs"/>
              </a:rPr>
              <a:t>20</a:t>
            </a:r>
          </a:p>
        </p:txBody>
      </p:sp>
      <p:sp>
        <p:nvSpPr>
          <p:cNvPr id="41" name="ZoneTexte 23">
            <a:extLst>
              <a:ext uri="{FF2B5EF4-FFF2-40B4-BE49-F238E27FC236}">
                <a16:creationId xmlns:a16="http://schemas.microsoft.com/office/drawing/2014/main" id="{F202A751-E050-49E4-AE6B-E58AF304DB5C}"/>
              </a:ext>
            </a:extLst>
          </p:cNvPr>
          <p:cNvSpPr txBox="1"/>
          <p:nvPr userDrawn="1"/>
        </p:nvSpPr>
        <p:spPr>
          <a:xfrm>
            <a:off x="6692023" y="2566165"/>
            <a:ext cx="1440000" cy="216000"/>
          </a:xfrm>
          <a:prstGeom prst="rect">
            <a:avLst/>
          </a:prstGeom>
          <a:solidFill>
            <a:schemeClr val="bg1"/>
          </a:solidFill>
        </p:spPr>
        <p:txBody>
          <a:bodyPr wrap="square" lIns="236250" tIns="111375" rIns="641250" bIns="118125" rtlCol="0" anchor="ctr" anchorCtr="0">
            <a:noAutofit/>
          </a:bodyPr>
          <a:lstStyle/>
          <a:p>
            <a:pPr marL="0" marR="0" lvl="0" indent="0" algn="r" defTabSz="428625" rtl="0" eaLnBrk="1" fontAlgn="base" latinLnBrk="0" hangingPunct="1">
              <a:lnSpc>
                <a:spcPct val="100000"/>
              </a:lnSpc>
              <a:spcBef>
                <a:spcPts val="938"/>
              </a:spcBef>
              <a:spcAft>
                <a:spcPct val="0"/>
              </a:spcAft>
              <a:buClr>
                <a:schemeClr val="accent4"/>
              </a:buClr>
              <a:buSzTx/>
              <a:buFont typeface="Wingdings" panose="05000000000000000000" pitchFamily="2" charset="2"/>
              <a:buNone/>
              <a:tabLst/>
              <a:defRPr/>
            </a:pPr>
            <a:r>
              <a:rPr kumimoji="0" lang="en-CA" sz="1100" b="0" i="0" u="none" strike="noStrike" kern="0" cap="none" spc="0" normalizeH="0" baseline="0" noProof="0" dirty="0">
                <a:ln>
                  <a:noFill/>
                </a:ln>
                <a:solidFill>
                  <a:schemeClr val="tx2"/>
                </a:solidFill>
                <a:effectLst/>
                <a:uLnTx/>
                <a:uFillTx/>
                <a:latin typeface="+mn-lt"/>
                <a:ea typeface="+mn-ea"/>
                <a:cs typeface="+mn-cs"/>
              </a:rPr>
              <a:t>10</a:t>
            </a:r>
          </a:p>
        </p:txBody>
      </p:sp>
      <p:sp>
        <p:nvSpPr>
          <p:cNvPr id="42" name="ZoneTexte 24">
            <a:extLst>
              <a:ext uri="{FF2B5EF4-FFF2-40B4-BE49-F238E27FC236}">
                <a16:creationId xmlns:a16="http://schemas.microsoft.com/office/drawing/2014/main" id="{D85AFBFE-CBAE-408D-974D-EF9825C04785}"/>
              </a:ext>
            </a:extLst>
          </p:cNvPr>
          <p:cNvSpPr txBox="1"/>
          <p:nvPr userDrawn="1"/>
        </p:nvSpPr>
        <p:spPr>
          <a:xfrm>
            <a:off x="5087757" y="2818358"/>
            <a:ext cx="1440000" cy="216000"/>
          </a:xfrm>
          <a:prstGeom prst="rect">
            <a:avLst/>
          </a:prstGeom>
          <a:solidFill>
            <a:schemeClr val="bg1"/>
          </a:solidFill>
        </p:spPr>
        <p:txBody>
          <a:bodyPr wrap="square" lIns="0" tIns="0" rIns="0" bIns="0" rtlCol="0" anchor="ctr" anchorCtr="0">
            <a:noAutofit/>
          </a:bodyPr>
          <a:lstStyle/>
          <a:p>
            <a:pPr marL="0" marR="0" lvl="0" indent="0" algn="ctr" defTabSz="428625" rtl="0" eaLnBrk="1" fontAlgn="base" latinLnBrk="0" hangingPunct="1">
              <a:lnSpc>
                <a:spcPct val="100000"/>
              </a:lnSpc>
              <a:spcBef>
                <a:spcPts val="938"/>
              </a:spcBef>
              <a:spcAft>
                <a:spcPct val="0"/>
              </a:spcAft>
              <a:buClr>
                <a:schemeClr val="accent4"/>
              </a:buClr>
              <a:buSzTx/>
              <a:buFont typeface="Wingdings" panose="05000000000000000000" pitchFamily="2" charset="2"/>
              <a:buNone/>
              <a:tabLst/>
              <a:defRPr/>
            </a:pPr>
            <a:r>
              <a:rPr kumimoji="0" lang="en-CA" sz="1100" b="0" i="0" u="none" strike="noStrike" kern="0" cap="none" spc="0" normalizeH="0" baseline="0" noProof="0" dirty="0">
                <a:ln>
                  <a:noFill/>
                </a:ln>
                <a:solidFill>
                  <a:schemeClr val="tx2"/>
                </a:solidFill>
                <a:effectLst/>
                <a:uLnTx/>
                <a:uFillTx/>
                <a:latin typeface="+mn-lt"/>
                <a:ea typeface="+mn-ea"/>
                <a:cs typeface="+mn-cs"/>
              </a:rPr>
              <a:t>18</a:t>
            </a:r>
          </a:p>
        </p:txBody>
      </p:sp>
      <p:sp>
        <p:nvSpPr>
          <p:cNvPr id="43" name="ZoneTexte 25">
            <a:extLst>
              <a:ext uri="{FF2B5EF4-FFF2-40B4-BE49-F238E27FC236}">
                <a16:creationId xmlns:a16="http://schemas.microsoft.com/office/drawing/2014/main" id="{DDCD7386-6ECC-410C-879B-ACA1B8D722DA}"/>
              </a:ext>
            </a:extLst>
          </p:cNvPr>
          <p:cNvSpPr txBox="1"/>
          <p:nvPr userDrawn="1"/>
        </p:nvSpPr>
        <p:spPr>
          <a:xfrm>
            <a:off x="6692023" y="2818358"/>
            <a:ext cx="1440000" cy="216000"/>
          </a:xfrm>
          <a:prstGeom prst="rect">
            <a:avLst/>
          </a:prstGeom>
          <a:solidFill>
            <a:schemeClr val="bg1"/>
          </a:solidFill>
        </p:spPr>
        <p:txBody>
          <a:bodyPr wrap="square" lIns="236250" tIns="111375" rIns="641250" bIns="118125" rtlCol="0" anchor="ctr" anchorCtr="0">
            <a:noAutofit/>
          </a:bodyPr>
          <a:lstStyle/>
          <a:p>
            <a:pPr marL="0" marR="0" lvl="0" indent="0" algn="r" defTabSz="428625" rtl="0" eaLnBrk="1" fontAlgn="base" latinLnBrk="0" hangingPunct="1">
              <a:lnSpc>
                <a:spcPct val="100000"/>
              </a:lnSpc>
              <a:spcBef>
                <a:spcPts val="938"/>
              </a:spcBef>
              <a:spcAft>
                <a:spcPct val="0"/>
              </a:spcAft>
              <a:buClr>
                <a:schemeClr val="accent4"/>
              </a:buClr>
              <a:buSzTx/>
              <a:buFont typeface="Wingdings" panose="05000000000000000000" pitchFamily="2" charset="2"/>
              <a:buNone/>
              <a:tabLst/>
              <a:defRPr/>
            </a:pPr>
            <a:r>
              <a:rPr kumimoji="0" lang="en-CA" sz="1100" b="0" i="0" u="none" strike="noStrike" kern="0" cap="none" spc="0" normalizeH="0" baseline="0" noProof="0" dirty="0">
                <a:ln>
                  <a:noFill/>
                </a:ln>
                <a:solidFill>
                  <a:schemeClr val="tx2"/>
                </a:solidFill>
                <a:effectLst/>
                <a:uLnTx/>
                <a:uFillTx/>
                <a:latin typeface="+mn-lt"/>
                <a:ea typeface="+mn-ea"/>
                <a:cs typeface="+mn-cs"/>
              </a:rPr>
              <a:t>4</a:t>
            </a:r>
          </a:p>
        </p:txBody>
      </p:sp>
      <p:sp>
        <p:nvSpPr>
          <p:cNvPr id="44" name="Rectangle 43">
            <a:extLst>
              <a:ext uri="{FF2B5EF4-FFF2-40B4-BE49-F238E27FC236}">
                <a16:creationId xmlns:a16="http://schemas.microsoft.com/office/drawing/2014/main" id="{2E327AB4-47AC-430E-A450-46467184F3CD}"/>
              </a:ext>
            </a:extLst>
          </p:cNvPr>
          <p:cNvSpPr/>
          <p:nvPr userDrawn="1"/>
        </p:nvSpPr>
        <p:spPr bwMode="auto">
          <a:xfrm>
            <a:off x="3071664" y="3066492"/>
            <a:ext cx="1854548" cy="216000"/>
          </a:xfrm>
          <a:prstGeom prst="rect">
            <a:avLst/>
          </a:prstGeom>
          <a:solidFill>
            <a:schemeClr val="accent2"/>
          </a:solidFill>
          <a:ln>
            <a:noFill/>
          </a:ln>
        </p:spPr>
        <p:txBody>
          <a:bodyPr rot="0" spcFirstLastPara="0" vertOverflow="overflow" horzOverflow="overflow" vert="horz" wrap="square" lIns="101250" tIns="101250" rIns="101250" bIns="101250" numCol="1" spcCol="0" rtlCol="0" fromWordArt="0" anchor="ctr" anchorCtr="0" forceAA="0" compatLnSpc="1">
            <a:prstTxWarp prst="textNoShape">
              <a:avLst/>
            </a:prstTxWarp>
            <a:noAutofit/>
          </a:bodyPr>
          <a:lstStyle/>
          <a:p>
            <a:pPr algn="l">
              <a:spcBef>
                <a:spcPts val="563"/>
              </a:spcBef>
            </a:pPr>
            <a:r>
              <a:rPr lang="en-CA" sz="1100" b="1" noProof="0" dirty="0">
                <a:solidFill>
                  <a:schemeClr val="bg1"/>
                </a:solidFill>
                <a:latin typeface="+mn-lt"/>
              </a:rPr>
              <a:t>7</a:t>
            </a:r>
            <a:r>
              <a:rPr lang="en-CA" sz="1100" b="1" baseline="30000" noProof="0" dirty="0">
                <a:solidFill>
                  <a:schemeClr val="bg1"/>
                </a:solidFill>
                <a:latin typeface="+mn-lt"/>
              </a:rPr>
              <a:t>th </a:t>
            </a:r>
            <a:r>
              <a:rPr lang="en-CA" sz="1100" b="1" baseline="0" noProof="0" dirty="0">
                <a:solidFill>
                  <a:schemeClr val="bg1"/>
                </a:solidFill>
                <a:latin typeface="+mn-lt"/>
              </a:rPr>
              <a:t>(Paragraph title)</a:t>
            </a:r>
          </a:p>
        </p:txBody>
      </p:sp>
      <p:sp>
        <p:nvSpPr>
          <p:cNvPr id="45" name="ZoneTexte 24">
            <a:extLst>
              <a:ext uri="{FF2B5EF4-FFF2-40B4-BE49-F238E27FC236}">
                <a16:creationId xmlns:a16="http://schemas.microsoft.com/office/drawing/2014/main" id="{20CC86A1-E884-4B7D-A67C-4042D7EC322D}"/>
              </a:ext>
            </a:extLst>
          </p:cNvPr>
          <p:cNvSpPr txBox="1"/>
          <p:nvPr userDrawn="1"/>
        </p:nvSpPr>
        <p:spPr>
          <a:xfrm>
            <a:off x="5087711" y="3066494"/>
            <a:ext cx="1440000" cy="216000"/>
          </a:xfrm>
          <a:prstGeom prst="rect">
            <a:avLst/>
          </a:prstGeom>
          <a:solidFill>
            <a:schemeClr val="bg1"/>
          </a:solidFill>
        </p:spPr>
        <p:txBody>
          <a:bodyPr wrap="square" lIns="0" tIns="0" rIns="0" bIns="0" rtlCol="0" anchor="ctr" anchorCtr="0">
            <a:noAutofit/>
          </a:bodyPr>
          <a:lstStyle/>
          <a:p>
            <a:pPr marL="0" marR="0" lvl="0" indent="0" algn="ctr" defTabSz="428625" rtl="0" eaLnBrk="1" fontAlgn="base" latinLnBrk="0" hangingPunct="1">
              <a:lnSpc>
                <a:spcPct val="100000"/>
              </a:lnSpc>
              <a:spcBef>
                <a:spcPts val="938"/>
              </a:spcBef>
              <a:spcAft>
                <a:spcPct val="0"/>
              </a:spcAft>
              <a:buClr>
                <a:schemeClr val="accent4"/>
              </a:buClr>
              <a:buSzTx/>
              <a:buFont typeface="Wingdings" panose="05000000000000000000" pitchFamily="2" charset="2"/>
              <a:buNone/>
              <a:tabLst/>
              <a:defRPr/>
            </a:pPr>
            <a:r>
              <a:rPr kumimoji="0" lang="en-CA" sz="1100" b="0" i="0" u="none" strike="noStrike" kern="0" cap="none" spc="0" normalizeH="0" baseline="0" noProof="0" dirty="0">
                <a:ln>
                  <a:noFill/>
                </a:ln>
                <a:solidFill>
                  <a:schemeClr val="tx2"/>
                </a:solidFill>
                <a:effectLst/>
                <a:uLnTx/>
                <a:uFillTx/>
                <a:latin typeface="+mn-lt"/>
                <a:ea typeface="+mn-ea"/>
                <a:cs typeface="+mn-cs"/>
              </a:rPr>
              <a:t>22</a:t>
            </a:r>
          </a:p>
        </p:txBody>
      </p:sp>
      <p:sp>
        <p:nvSpPr>
          <p:cNvPr id="46" name="ZoneTexte 25">
            <a:extLst>
              <a:ext uri="{FF2B5EF4-FFF2-40B4-BE49-F238E27FC236}">
                <a16:creationId xmlns:a16="http://schemas.microsoft.com/office/drawing/2014/main" id="{8C2A90CB-2CBD-41C4-A2C9-FECA4EC07D5D}"/>
              </a:ext>
            </a:extLst>
          </p:cNvPr>
          <p:cNvSpPr txBox="1"/>
          <p:nvPr userDrawn="1"/>
        </p:nvSpPr>
        <p:spPr>
          <a:xfrm>
            <a:off x="6691977" y="3066494"/>
            <a:ext cx="1440000" cy="216000"/>
          </a:xfrm>
          <a:prstGeom prst="rect">
            <a:avLst/>
          </a:prstGeom>
          <a:solidFill>
            <a:schemeClr val="bg1"/>
          </a:solidFill>
        </p:spPr>
        <p:txBody>
          <a:bodyPr wrap="square" lIns="236250" tIns="111375" rIns="641250" bIns="118125" rtlCol="0" anchor="ctr" anchorCtr="0">
            <a:noAutofit/>
          </a:bodyPr>
          <a:lstStyle/>
          <a:p>
            <a:pPr marL="0" marR="0" lvl="0" indent="0" algn="r" defTabSz="428625" rtl="0" eaLnBrk="1" fontAlgn="base" latinLnBrk="0" hangingPunct="1">
              <a:lnSpc>
                <a:spcPct val="100000"/>
              </a:lnSpc>
              <a:spcBef>
                <a:spcPts val="938"/>
              </a:spcBef>
              <a:spcAft>
                <a:spcPct val="0"/>
              </a:spcAft>
              <a:buClr>
                <a:schemeClr val="accent4"/>
              </a:buClr>
              <a:buSzTx/>
              <a:buFont typeface="Wingdings" panose="05000000000000000000" pitchFamily="2" charset="2"/>
              <a:buNone/>
              <a:tabLst/>
              <a:defRPr/>
            </a:pPr>
            <a:r>
              <a:rPr kumimoji="0" lang="en-CA" sz="1100" b="0" i="0" u="none" strike="noStrike" kern="0" cap="none" spc="0" normalizeH="0" baseline="0" noProof="0" dirty="0">
                <a:ln>
                  <a:noFill/>
                </a:ln>
                <a:solidFill>
                  <a:schemeClr val="tx2"/>
                </a:solidFill>
                <a:effectLst/>
                <a:uLnTx/>
                <a:uFillTx/>
                <a:latin typeface="+mn-lt"/>
                <a:ea typeface="+mn-ea"/>
                <a:cs typeface="+mn-cs"/>
              </a:rPr>
              <a:t>14</a:t>
            </a:r>
          </a:p>
        </p:txBody>
      </p:sp>
    </p:spTree>
    <p:extLst>
      <p:ext uri="{BB962C8B-B14F-4D97-AF65-F5344CB8AC3E}">
        <p14:creationId xmlns:p14="http://schemas.microsoft.com/office/powerpoint/2010/main" val="3756486058"/>
      </p:ext>
    </p:extLst>
  </p:cSld>
  <p:clrMapOvr>
    <a:masterClrMapping/>
  </p:clrMapOvr>
  <p:transition spd="med">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p:cSld name="pCHECK">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0DD7E86D-F61A-4DCD-88E1-F2C7631C6ABF}"/>
              </a:ext>
            </a:extLst>
          </p:cNvPr>
          <p:cNvSpPr>
            <a:spLocks noGrp="1"/>
          </p:cNvSpPr>
          <p:nvPr>
            <p:ph type="sldNum" sz="quarter" idx="10"/>
          </p:nvPr>
        </p:nvSpPr>
        <p:spPr/>
        <p:txBody>
          <a:bodyPr/>
          <a:lstStyle>
            <a:lvl1pPr>
              <a:defRPr>
                <a:latin typeface="+mn-lt"/>
              </a:defRPr>
            </a:lvl1pPr>
          </a:lstStyle>
          <a:p>
            <a:fld id="{9F13E4E3-EA9B-4FF8-B6C4-2516ED16E94E}" type="slidenum">
              <a:rPr lang="en-CA" smtClean="0"/>
              <a:t>‹#›</a:t>
            </a:fld>
            <a:endParaRPr lang="en-CA" dirty="0"/>
          </a:p>
        </p:txBody>
      </p:sp>
      <p:graphicFrame>
        <p:nvGraphicFramePr>
          <p:cNvPr id="36" name="Tableau 35">
            <a:extLst>
              <a:ext uri="{FF2B5EF4-FFF2-40B4-BE49-F238E27FC236}">
                <a16:creationId xmlns:a16="http://schemas.microsoft.com/office/drawing/2014/main" id="{5F7B59F5-4CA1-48D2-921C-D01CDB537A87}"/>
              </a:ext>
            </a:extLst>
          </p:cNvPr>
          <p:cNvGraphicFramePr>
            <a:graphicFrameLocks noGrp="1"/>
          </p:cNvGraphicFramePr>
          <p:nvPr>
            <p:extLst>
              <p:ext uri="{D42A27DB-BD31-4B8C-83A1-F6EECF244321}">
                <p14:modId xmlns:p14="http://schemas.microsoft.com/office/powerpoint/2010/main" val="1376814956"/>
              </p:ext>
            </p:extLst>
          </p:nvPr>
        </p:nvGraphicFramePr>
        <p:xfrm>
          <a:off x="2423592" y="2545417"/>
          <a:ext cx="9216000" cy="3722688"/>
        </p:xfrm>
        <a:graphic>
          <a:graphicData uri="http://schemas.openxmlformats.org/drawingml/2006/table">
            <a:tbl>
              <a:tblPr bandRow="1"/>
              <a:tblGrid>
                <a:gridCol w="684000">
                  <a:extLst>
                    <a:ext uri="{9D8B030D-6E8A-4147-A177-3AD203B41FA5}">
                      <a16:colId xmlns:a16="http://schemas.microsoft.com/office/drawing/2014/main" val="3205415789"/>
                    </a:ext>
                  </a:extLst>
                </a:gridCol>
                <a:gridCol w="8532000">
                  <a:extLst>
                    <a:ext uri="{9D8B030D-6E8A-4147-A177-3AD203B41FA5}">
                      <a16:colId xmlns:a16="http://schemas.microsoft.com/office/drawing/2014/main" val="2324330360"/>
                    </a:ext>
                  </a:extLst>
                </a:gridCol>
              </a:tblGrid>
              <a:tr h="620448">
                <a:tc>
                  <a:txBody>
                    <a:bodyPr/>
                    <a:lstStyle>
                      <a:lvl1pPr marL="0" algn="l" defTabSz="914400" rtl="0" eaLnBrk="1" latinLnBrk="0" hangingPunct="1">
                        <a:defRPr sz="1800" kern="1200">
                          <a:solidFill>
                            <a:schemeClr val="dk1"/>
                          </a:solidFill>
                          <a:latin typeface="+mn-lt"/>
                          <a:ea typeface="+mn-ea"/>
                        </a:defRPr>
                      </a:lvl1pPr>
                      <a:lvl2pPr marL="457200" algn="l" defTabSz="914400" rtl="0" eaLnBrk="1" latinLnBrk="0" hangingPunct="1">
                        <a:defRPr sz="1800" kern="1200">
                          <a:solidFill>
                            <a:schemeClr val="dk1"/>
                          </a:solidFill>
                          <a:latin typeface="+mn-lt"/>
                          <a:ea typeface="+mn-ea"/>
                        </a:defRPr>
                      </a:lvl2pPr>
                      <a:lvl3pPr marL="914400" algn="l" defTabSz="914400" rtl="0" eaLnBrk="1" latinLnBrk="0" hangingPunct="1">
                        <a:defRPr sz="1800" kern="1200">
                          <a:solidFill>
                            <a:schemeClr val="dk1"/>
                          </a:solidFill>
                          <a:latin typeface="+mn-lt"/>
                          <a:ea typeface="+mn-ea"/>
                        </a:defRPr>
                      </a:lvl3pPr>
                      <a:lvl4pPr marL="1371600" algn="l" defTabSz="914400" rtl="0" eaLnBrk="1" latinLnBrk="0" hangingPunct="1">
                        <a:defRPr sz="1800" kern="1200">
                          <a:solidFill>
                            <a:schemeClr val="dk1"/>
                          </a:solidFill>
                          <a:latin typeface="+mn-lt"/>
                          <a:ea typeface="+mn-ea"/>
                        </a:defRPr>
                      </a:lvl4pPr>
                      <a:lvl5pPr marL="1828800" algn="l" defTabSz="914400" rtl="0" eaLnBrk="1" latinLnBrk="0" hangingPunct="1">
                        <a:defRPr sz="1800" kern="1200">
                          <a:solidFill>
                            <a:schemeClr val="dk1"/>
                          </a:solidFill>
                          <a:latin typeface="+mn-lt"/>
                          <a:ea typeface="+mn-ea"/>
                        </a:defRPr>
                      </a:lvl5pPr>
                      <a:lvl6pPr marL="2286000" algn="l" defTabSz="914400" rtl="0" eaLnBrk="1" latinLnBrk="0" hangingPunct="1">
                        <a:defRPr sz="1800" kern="1200">
                          <a:solidFill>
                            <a:schemeClr val="dk1"/>
                          </a:solidFill>
                          <a:latin typeface="+mn-lt"/>
                          <a:ea typeface="+mn-ea"/>
                        </a:defRPr>
                      </a:lvl6pPr>
                      <a:lvl7pPr marL="2743200" algn="l" defTabSz="914400" rtl="0" eaLnBrk="1" latinLnBrk="0" hangingPunct="1">
                        <a:defRPr sz="1800" kern="1200">
                          <a:solidFill>
                            <a:schemeClr val="dk1"/>
                          </a:solidFill>
                          <a:latin typeface="+mn-lt"/>
                          <a:ea typeface="+mn-ea"/>
                        </a:defRPr>
                      </a:lvl7pPr>
                      <a:lvl8pPr marL="3200400" algn="l" defTabSz="914400" rtl="0" eaLnBrk="1" latinLnBrk="0" hangingPunct="1">
                        <a:defRPr sz="1800" kern="1200">
                          <a:solidFill>
                            <a:schemeClr val="dk1"/>
                          </a:solidFill>
                          <a:latin typeface="+mn-lt"/>
                          <a:ea typeface="+mn-ea"/>
                        </a:defRPr>
                      </a:lvl8pPr>
                      <a:lvl9pPr marL="3657600" algn="l" defTabSz="914400" rtl="0" eaLnBrk="1" latinLnBrk="0" hangingPunct="1">
                        <a:defRPr sz="1800" kern="1200">
                          <a:solidFill>
                            <a:schemeClr val="dk1"/>
                          </a:solidFill>
                          <a:latin typeface="+mn-lt"/>
                          <a:ea typeface="+mn-ea"/>
                        </a:defRPr>
                      </a:lvl9pPr>
                    </a:lstStyle>
                    <a:p>
                      <a:pPr algn="ctr"/>
                      <a:r>
                        <a:rPr lang="en-CA" sz="1500" b="1" noProof="0" dirty="0">
                          <a:solidFill>
                            <a:schemeClr val="bg1"/>
                          </a:solidFill>
                        </a:rPr>
                        <a:t>3</a:t>
                      </a:r>
                    </a:p>
                  </a:txBody>
                  <a:tcPr marL="114300" marR="114300" marT="42863" marB="42863"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3"/>
                    </a:solidFill>
                  </a:tcPr>
                </a:tc>
                <a:tc>
                  <a:txBody>
                    <a:bodyPr/>
                    <a:lstStyle>
                      <a:lvl1pPr marL="0" algn="l" defTabSz="914400" rtl="0" eaLnBrk="1" latinLnBrk="0" hangingPunct="1">
                        <a:defRPr sz="1800" kern="1200">
                          <a:solidFill>
                            <a:schemeClr val="dk1"/>
                          </a:solidFill>
                          <a:latin typeface="+mn-lt"/>
                          <a:ea typeface="+mn-ea"/>
                        </a:defRPr>
                      </a:lvl1pPr>
                      <a:lvl2pPr marL="457200" algn="l" defTabSz="914400" rtl="0" eaLnBrk="1" latinLnBrk="0" hangingPunct="1">
                        <a:defRPr sz="1800" kern="1200">
                          <a:solidFill>
                            <a:schemeClr val="dk1"/>
                          </a:solidFill>
                          <a:latin typeface="+mn-lt"/>
                          <a:ea typeface="+mn-ea"/>
                        </a:defRPr>
                      </a:lvl2pPr>
                      <a:lvl3pPr marL="914400" algn="l" defTabSz="914400" rtl="0" eaLnBrk="1" latinLnBrk="0" hangingPunct="1">
                        <a:defRPr sz="1800" kern="1200">
                          <a:solidFill>
                            <a:schemeClr val="dk1"/>
                          </a:solidFill>
                          <a:latin typeface="+mn-lt"/>
                          <a:ea typeface="+mn-ea"/>
                        </a:defRPr>
                      </a:lvl3pPr>
                      <a:lvl4pPr marL="1371600" algn="l" defTabSz="914400" rtl="0" eaLnBrk="1" latinLnBrk="0" hangingPunct="1">
                        <a:defRPr sz="1800" kern="1200">
                          <a:solidFill>
                            <a:schemeClr val="dk1"/>
                          </a:solidFill>
                          <a:latin typeface="+mn-lt"/>
                          <a:ea typeface="+mn-ea"/>
                        </a:defRPr>
                      </a:lvl4pPr>
                      <a:lvl5pPr marL="1828800" algn="l" defTabSz="914400" rtl="0" eaLnBrk="1" latinLnBrk="0" hangingPunct="1">
                        <a:defRPr sz="1800" kern="1200">
                          <a:solidFill>
                            <a:schemeClr val="dk1"/>
                          </a:solidFill>
                          <a:latin typeface="+mn-lt"/>
                          <a:ea typeface="+mn-ea"/>
                        </a:defRPr>
                      </a:lvl5pPr>
                      <a:lvl6pPr marL="2286000" algn="l" defTabSz="914400" rtl="0" eaLnBrk="1" latinLnBrk="0" hangingPunct="1">
                        <a:defRPr sz="1800" kern="1200">
                          <a:solidFill>
                            <a:schemeClr val="dk1"/>
                          </a:solidFill>
                          <a:latin typeface="+mn-lt"/>
                          <a:ea typeface="+mn-ea"/>
                        </a:defRPr>
                      </a:lvl6pPr>
                      <a:lvl7pPr marL="2743200" algn="l" defTabSz="914400" rtl="0" eaLnBrk="1" latinLnBrk="0" hangingPunct="1">
                        <a:defRPr sz="1800" kern="1200">
                          <a:solidFill>
                            <a:schemeClr val="dk1"/>
                          </a:solidFill>
                          <a:latin typeface="+mn-lt"/>
                          <a:ea typeface="+mn-ea"/>
                        </a:defRPr>
                      </a:lvl7pPr>
                      <a:lvl8pPr marL="3200400" algn="l" defTabSz="914400" rtl="0" eaLnBrk="1" latinLnBrk="0" hangingPunct="1">
                        <a:defRPr sz="1800" kern="1200">
                          <a:solidFill>
                            <a:schemeClr val="dk1"/>
                          </a:solidFill>
                          <a:latin typeface="+mn-lt"/>
                          <a:ea typeface="+mn-ea"/>
                        </a:defRPr>
                      </a:lvl8pPr>
                      <a:lvl9pPr marL="3657600" algn="l" defTabSz="914400" rtl="0" eaLnBrk="1" latinLnBrk="0" hangingPunct="1">
                        <a:defRPr sz="1800" kern="1200">
                          <a:solidFill>
                            <a:schemeClr val="dk1"/>
                          </a:solidFill>
                          <a:latin typeface="+mn-lt"/>
                          <a:ea typeface="+mn-ea"/>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500" b="1" kern="1200" noProof="0" dirty="0">
                          <a:solidFill>
                            <a:schemeClr val="tx2"/>
                          </a:solidFill>
                          <a:latin typeface="+mn-lt"/>
                          <a:ea typeface="+mn-ea"/>
                          <a:cs typeface="+mn-cs"/>
                        </a:rPr>
                        <a:t>Simplicity:  </a:t>
                      </a:r>
                      <a:r>
                        <a:rPr lang="en-CA" sz="1500" kern="1200" noProof="0" dirty="0">
                          <a:solidFill>
                            <a:schemeClr val="tx2"/>
                          </a:solidFill>
                          <a:latin typeface="+mn-lt"/>
                          <a:ea typeface="+mn-ea"/>
                          <a:cs typeface="+mn-cs"/>
                        </a:rPr>
                        <a:t>Could you </a:t>
                      </a:r>
                      <a:r>
                        <a:rPr lang="en-CA" sz="1500" b="1" kern="1200" noProof="0" dirty="0">
                          <a:solidFill>
                            <a:schemeClr val="tx2"/>
                          </a:solidFill>
                          <a:latin typeface="+mn-lt"/>
                          <a:ea typeface="+mn-ea"/>
                          <a:cs typeface="+mn-cs"/>
                        </a:rPr>
                        <a:t>remove information </a:t>
                      </a:r>
                      <a:r>
                        <a:rPr lang="en-CA" sz="1500" kern="1200" noProof="0" dirty="0">
                          <a:solidFill>
                            <a:schemeClr val="tx2"/>
                          </a:solidFill>
                          <a:latin typeface="+mn-lt"/>
                          <a:ea typeface="+mn-ea"/>
                          <a:cs typeface="+mn-cs"/>
                        </a:rPr>
                        <a:t>without diluting your key points? </a:t>
                      </a:r>
                      <a:br>
                        <a:rPr lang="en-CA" sz="1500" kern="1200" noProof="0" dirty="0">
                          <a:solidFill>
                            <a:schemeClr val="tx2"/>
                          </a:solidFill>
                          <a:latin typeface="+mn-lt"/>
                          <a:ea typeface="+mn-ea"/>
                          <a:cs typeface="+mn-cs"/>
                        </a:rPr>
                      </a:br>
                      <a:r>
                        <a:rPr lang="en-CA" sz="1500" kern="1200" noProof="0" dirty="0">
                          <a:solidFill>
                            <a:schemeClr val="tx2"/>
                          </a:solidFill>
                          <a:latin typeface="+mn-lt"/>
                          <a:ea typeface="+mn-ea"/>
                          <a:cs typeface="+mn-cs"/>
                        </a:rPr>
                        <a:t>Or split your page in 2?</a:t>
                      </a:r>
                    </a:p>
                  </a:txBody>
                  <a:tcPr marL="180000" marR="180000" marT="42863" marB="42863"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705998111"/>
                  </a:ext>
                </a:extLst>
              </a:tr>
              <a:tr h="620448">
                <a:tc>
                  <a:txBody>
                    <a:bodyPr/>
                    <a:lstStyle>
                      <a:lvl1pPr marL="0" algn="l" defTabSz="914400" rtl="0" eaLnBrk="1" latinLnBrk="0" hangingPunct="1">
                        <a:defRPr sz="1800" kern="1200">
                          <a:solidFill>
                            <a:schemeClr val="dk1"/>
                          </a:solidFill>
                          <a:latin typeface="+mn-lt"/>
                          <a:ea typeface="+mn-ea"/>
                        </a:defRPr>
                      </a:lvl1pPr>
                      <a:lvl2pPr marL="457200" algn="l" defTabSz="914400" rtl="0" eaLnBrk="1" latinLnBrk="0" hangingPunct="1">
                        <a:defRPr sz="1800" kern="1200">
                          <a:solidFill>
                            <a:schemeClr val="dk1"/>
                          </a:solidFill>
                          <a:latin typeface="+mn-lt"/>
                          <a:ea typeface="+mn-ea"/>
                        </a:defRPr>
                      </a:lvl2pPr>
                      <a:lvl3pPr marL="914400" algn="l" defTabSz="914400" rtl="0" eaLnBrk="1" latinLnBrk="0" hangingPunct="1">
                        <a:defRPr sz="1800" kern="1200">
                          <a:solidFill>
                            <a:schemeClr val="dk1"/>
                          </a:solidFill>
                          <a:latin typeface="+mn-lt"/>
                          <a:ea typeface="+mn-ea"/>
                        </a:defRPr>
                      </a:lvl3pPr>
                      <a:lvl4pPr marL="1371600" algn="l" defTabSz="914400" rtl="0" eaLnBrk="1" latinLnBrk="0" hangingPunct="1">
                        <a:defRPr sz="1800" kern="1200">
                          <a:solidFill>
                            <a:schemeClr val="dk1"/>
                          </a:solidFill>
                          <a:latin typeface="+mn-lt"/>
                          <a:ea typeface="+mn-ea"/>
                        </a:defRPr>
                      </a:lvl4pPr>
                      <a:lvl5pPr marL="1828800" algn="l" defTabSz="914400" rtl="0" eaLnBrk="1" latinLnBrk="0" hangingPunct="1">
                        <a:defRPr sz="1800" kern="1200">
                          <a:solidFill>
                            <a:schemeClr val="dk1"/>
                          </a:solidFill>
                          <a:latin typeface="+mn-lt"/>
                          <a:ea typeface="+mn-ea"/>
                        </a:defRPr>
                      </a:lvl5pPr>
                      <a:lvl6pPr marL="2286000" algn="l" defTabSz="914400" rtl="0" eaLnBrk="1" latinLnBrk="0" hangingPunct="1">
                        <a:defRPr sz="1800" kern="1200">
                          <a:solidFill>
                            <a:schemeClr val="dk1"/>
                          </a:solidFill>
                          <a:latin typeface="+mn-lt"/>
                          <a:ea typeface="+mn-ea"/>
                        </a:defRPr>
                      </a:lvl6pPr>
                      <a:lvl7pPr marL="2743200" algn="l" defTabSz="914400" rtl="0" eaLnBrk="1" latinLnBrk="0" hangingPunct="1">
                        <a:defRPr sz="1800" kern="1200">
                          <a:solidFill>
                            <a:schemeClr val="dk1"/>
                          </a:solidFill>
                          <a:latin typeface="+mn-lt"/>
                          <a:ea typeface="+mn-ea"/>
                        </a:defRPr>
                      </a:lvl7pPr>
                      <a:lvl8pPr marL="3200400" algn="l" defTabSz="914400" rtl="0" eaLnBrk="1" latinLnBrk="0" hangingPunct="1">
                        <a:defRPr sz="1800" kern="1200">
                          <a:solidFill>
                            <a:schemeClr val="dk1"/>
                          </a:solidFill>
                          <a:latin typeface="+mn-lt"/>
                          <a:ea typeface="+mn-ea"/>
                        </a:defRPr>
                      </a:lvl8pPr>
                      <a:lvl9pPr marL="3657600" algn="l" defTabSz="914400" rtl="0" eaLnBrk="1" latinLnBrk="0" hangingPunct="1">
                        <a:defRPr sz="1800" kern="1200">
                          <a:solidFill>
                            <a:schemeClr val="dk1"/>
                          </a:solidFill>
                          <a:latin typeface="+mn-lt"/>
                          <a:ea typeface="+mn-ea"/>
                        </a:defRPr>
                      </a:lvl9pPr>
                    </a:lstStyle>
                    <a:p>
                      <a:pPr algn="ctr"/>
                      <a:r>
                        <a:rPr lang="en-CA" sz="1500" b="1" noProof="0" dirty="0">
                          <a:solidFill>
                            <a:schemeClr val="bg1"/>
                          </a:solidFill>
                        </a:rPr>
                        <a:t>4</a:t>
                      </a:r>
                    </a:p>
                  </a:txBody>
                  <a:tcPr marL="114300" marR="114300" marT="42863" marB="42863"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3"/>
                    </a:solidFill>
                  </a:tcPr>
                </a:tc>
                <a:tc>
                  <a:txBody>
                    <a:bodyPr/>
                    <a:lstStyle>
                      <a:lvl1pPr marL="0" algn="l" defTabSz="914400" rtl="0" eaLnBrk="1" latinLnBrk="0" hangingPunct="1">
                        <a:defRPr sz="1800" kern="1200">
                          <a:solidFill>
                            <a:schemeClr val="dk1"/>
                          </a:solidFill>
                          <a:latin typeface="+mn-lt"/>
                          <a:ea typeface="+mn-ea"/>
                        </a:defRPr>
                      </a:lvl1pPr>
                      <a:lvl2pPr marL="457200" algn="l" defTabSz="914400" rtl="0" eaLnBrk="1" latinLnBrk="0" hangingPunct="1">
                        <a:defRPr sz="1800" kern="1200">
                          <a:solidFill>
                            <a:schemeClr val="dk1"/>
                          </a:solidFill>
                          <a:latin typeface="+mn-lt"/>
                          <a:ea typeface="+mn-ea"/>
                        </a:defRPr>
                      </a:lvl2pPr>
                      <a:lvl3pPr marL="914400" algn="l" defTabSz="914400" rtl="0" eaLnBrk="1" latinLnBrk="0" hangingPunct="1">
                        <a:defRPr sz="1800" kern="1200">
                          <a:solidFill>
                            <a:schemeClr val="dk1"/>
                          </a:solidFill>
                          <a:latin typeface="+mn-lt"/>
                          <a:ea typeface="+mn-ea"/>
                        </a:defRPr>
                      </a:lvl3pPr>
                      <a:lvl4pPr marL="1371600" algn="l" defTabSz="914400" rtl="0" eaLnBrk="1" latinLnBrk="0" hangingPunct="1">
                        <a:defRPr sz="1800" kern="1200">
                          <a:solidFill>
                            <a:schemeClr val="dk1"/>
                          </a:solidFill>
                          <a:latin typeface="+mn-lt"/>
                          <a:ea typeface="+mn-ea"/>
                        </a:defRPr>
                      </a:lvl4pPr>
                      <a:lvl5pPr marL="1828800" algn="l" defTabSz="914400" rtl="0" eaLnBrk="1" latinLnBrk="0" hangingPunct="1">
                        <a:defRPr sz="1800" kern="1200">
                          <a:solidFill>
                            <a:schemeClr val="dk1"/>
                          </a:solidFill>
                          <a:latin typeface="+mn-lt"/>
                          <a:ea typeface="+mn-ea"/>
                        </a:defRPr>
                      </a:lvl5pPr>
                      <a:lvl6pPr marL="2286000" algn="l" defTabSz="914400" rtl="0" eaLnBrk="1" latinLnBrk="0" hangingPunct="1">
                        <a:defRPr sz="1800" kern="1200">
                          <a:solidFill>
                            <a:schemeClr val="dk1"/>
                          </a:solidFill>
                          <a:latin typeface="+mn-lt"/>
                          <a:ea typeface="+mn-ea"/>
                        </a:defRPr>
                      </a:lvl6pPr>
                      <a:lvl7pPr marL="2743200" algn="l" defTabSz="914400" rtl="0" eaLnBrk="1" latinLnBrk="0" hangingPunct="1">
                        <a:defRPr sz="1800" kern="1200">
                          <a:solidFill>
                            <a:schemeClr val="dk1"/>
                          </a:solidFill>
                          <a:latin typeface="+mn-lt"/>
                          <a:ea typeface="+mn-ea"/>
                        </a:defRPr>
                      </a:lvl7pPr>
                      <a:lvl8pPr marL="3200400" algn="l" defTabSz="914400" rtl="0" eaLnBrk="1" latinLnBrk="0" hangingPunct="1">
                        <a:defRPr sz="1800" kern="1200">
                          <a:solidFill>
                            <a:schemeClr val="dk1"/>
                          </a:solidFill>
                          <a:latin typeface="+mn-lt"/>
                          <a:ea typeface="+mn-ea"/>
                        </a:defRPr>
                      </a:lvl8pPr>
                      <a:lvl9pPr marL="3657600" algn="l" defTabSz="914400" rtl="0" eaLnBrk="1" latinLnBrk="0" hangingPunct="1">
                        <a:defRPr sz="1800" kern="1200">
                          <a:solidFill>
                            <a:schemeClr val="dk1"/>
                          </a:solidFill>
                          <a:latin typeface="+mn-lt"/>
                          <a:ea typeface="+mn-ea"/>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500" b="1" kern="1200" noProof="0" dirty="0">
                          <a:solidFill>
                            <a:schemeClr val="tx2"/>
                          </a:solidFill>
                          <a:latin typeface="+mn-lt"/>
                          <a:ea typeface="+mn-ea"/>
                          <a:cs typeface="+mn-cs"/>
                        </a:rPr>
                        <a:t>Chunking:  </a:t>
                      </a:r>
                      <a:r>
                        <a:rPr lang="en-CA" sz="1500" kern="1200" noProof="0" dirty="0">
                          <a:solidFill>
                            <a:schemeClr val="tx2"/>
                          </a:solidFill>
                          <a:latin typeface="+mn-lt"/>
                          <a:ea typeface="+mn-ea"/>
                          <a:cs typeface="+mn-cs"/>
                        </a:rPr>
                        <a:t>Did you </a:t>
                      </a:r>
                      <a:r>
                        <a:rPr lang="en-CA" sz="1500" b="1" kern="1200" noProof="0" dirty="0">
                          <a:solidFill>
                            <a:schemeClr val="tx2"/>
                          </a:solidFill>
                          <a:latin typeface="+mn-lt"/>
                          <a:ea typeface="+mn-ea"/>
                          <a:cs typeface="+mn-cs"/>
                        </a:rPr>
                        <a:t>visually group information </a:t>
                      </a:r>
                      <a:r>
                        <a:rPr lang="en-CA" sz="1500" kern="1200" noProof="0" dirty="0">
                          <a:solidFill>
                            <a:schemeClr val="tx2"/>
                          </a:solidFill>
                          <a:latin typeface="+mn-lt"/>
                          <a:ea typeface="+mn-ea"/>
                          <a:cs typeface="+mn-cs"/>
                        </a:rPr>
                        <a:t>that belongs together?</a:t>
                      </a:r>
                    </a:p>
                  </a:txBody>
                  <a:tcPr marL="180000" marR="180000" marT="42863" marB="42863"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104613774"/>
                  </a:ext>
                </a:extLst>
              </a:tr>
              <a:tr h="620448">
                <a:tc>
                  <a:txBody>
                    <a:bodyPr/>
                    <a:lstStyle>
                      <a:lvl1pPr marL="0" algn="l" defTabSz="914400" rtl="0" eaLnBrk="1" latinLnBrk="0" hangingPunct="1">
                        <a:defRPr sz="1800" kern="1200">
                          <a:solidFill>
                            <a:schemeClr val="dk1"/>
                          </a:solidFill>
                          <a:latin typeface="+mn-lt"/>
                          <a:ea typeface="+mn-ea"/>
                        </a:defRPr>
                      </a:lvl1pPr>
                      <a:lvl2pPr marL="457200" algn="l" defTabSz="914400" rtl="0" eaLnBrk="1" latinLnBrk="0" hangingPunct="1">
                        <a:defRPr sz="1800" kern="1200">
                          <a:solidFill>
                            <a:schemeClr val="dk1"/>
                          </a:solidFill>
                          <a:latin typeface="+mn-lt"/>
                          <a:ea typeface="+mn-ea"/>
                        </a:defRPr>
                      </a:lvl2pPr>
                      <a:lvl3pPr marL="914400" algn="l" defTabSz="914400" rtl="0" eaLnBrk="1" latinLnBrk="0" hangingPunct="1">
                        <a:defRPr sz="1800" kern="1200">
                          <a:solidFill>
                            <a:schemeClr val="dk1"/>
                          </a:solidFill>
                          <a:latin typeface="+mn-lt"/>
                          <a:ea typeface="+mn-ea"/>
                        </a:defRPr>
                      </a:lvl3pPr>
                      <a:lvl4pPr marL="1371600" algn="l" defTabSz="914400" rtl="0" eaLnBrk="1" latinLnBrk="0" hangingPunct="1">
                        <a:defRPr sz="1800" kern="1200">
                          <a:solidFill>
                            <a:schemeClr val="dk1"/>
                          </a:solidFill>
                          <a:latin typeface="+mn-lt"/>
                          <a:ea typeface="+mn-ea"/>
                        </a:defRPr>
                      </a:lvl4pPr>
                      <a:lvl5pPr marL="1828800" algn="l" defTabSz="914400" rtl="0" eaLnBrk="1" latinLnBrk="0" hangingPunct="1">
                        <a:defRPr sz="1800" kern="1200">
                          <a:solidFill>
                            <a:schemeClr val="dk1"/>
                          </a:solidFill>
                          <a:latin typeface="+mn-lt"/>
                          <a:ea typeface="+mn-ea"/>
                        </a:defRPr>
                      </a:lvl5pPr>
                      <a:lvl6pPr marL="2286000" algn="l" defTabSz="914400" rtl="0" eaLnBrk="1" latinLnBrk="0" hangingPunct="1">
                        <a:defRPr sz="1800" kern="1200">
                          <a:solidFill>
                            <a:schemeClr val="dk1"/>
                          </a:solidFill>
                          <a:latin typeface="+mn-lt"/>
                          <a:ea typeface="+mn-ea"/>
                        </a:defRPr>
                      </a:lvl6pPr>
                      <a:lvl7pPr marL="2743200" algn="l" defTabSz="914400" rtl="0" eaLnBrk="1" latinLnBrk="0" hangingPunct="1">
                        <a:defRPr sz="1800" kern="1200">
                          <a:solidFill>
                            <a:schemeClr val="dk1"/>
                          </a:solidFill>
                          <a:latin typeface="+mn-lt"/>
                          <a:ea typeface="+mn-ea"/>
                        </a:defRPr>
                      </a:lvl7pPr>
                      <a:lvl8pPr marL="3200400" algn="l" defTabSz="914400" rtl="0" eaLnBrk="1" latinLnBrk="0" hangingPunct="1">
                        <a:defRPr sz="1800" kern="1200">
                          <a:solidFill>
                            <a:schemeClr val="dk1"/>
                          </a:solidFill>
                          <a:latin typeface="+mn-lt"/>
                          <a:ea typeface="+mn-ea"/>
                        </a:defRPr>
                      </a:lvl8pPr>
                      <a:lvl9pPr marL="3657600" algn="l" defTabSz="914400" rtl="0" eaLnBrk="1" latinLnBrk="0" hangingPunct="1">
                        <a:defRPr sz="1800" kern="1200">
                          <a:solidFill>
                            <a:schemeClr val="dk1"/>
                          </a:solidFill>
                          <a:latin typeface="+mn-lt"/>
                          <a:ea typeface="+mn-ea"/>
                        </a:defRPr>
                      </a:lvl9pPr>
                    </a:lstStyle>
                    <a:p>
                      <a:pPr algn="ctr"/>
                      <a:r>
                        <a:rPr lang="en-CA" sz="1500" b="1" noProof="0" dirty="0">
                          <a:solidFill>
                            <a:schemeClr val="bg1"/>
                          </a:solidFill>
                        </a:rPr>
                        <a:t>5</a:t>
                      </a:r>
                    </a:p>
                  </a:txBody>
                  <a:tcPr marL="114300" marR="114300" marT="42863" marB="42863"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3"/>
                    </a:solidFill>
                  </a:tcPr>
                </a:tc>
                <a:tc>
                  <a:txBody>
                    <a:bodyPr/>
                    <a:lstStyle>
                      <a:lvl1pPr marL="0" algn="l" defTabSz="914400" rtl="0" eaLnBrk="1" latinLnBrk="0" hangingPunct="1">
                        <a:defRPr sz="1800" kern="1200">
                          <a:solidFill>
                            <a:schemeClr val="dk1"/>
                          </a:solidFill>
                          <a:latin typeface="+mn-lt"/>
                          <a:ea typeface="+mn-ea"/>
                        </a:defRPr>
                      </a:lvl1pPr>
                      <a:lvl2pPr marL="457200" algn="l" defTabSz="914400" rtl="0" eaLnBrk="1" latinLnBrk="0" hangingPunct="1">
                        <a:defRPr sz="1800" kern="1200">
                          <a:solidFill>
                            <a:schemeClr val="dk1"/>
                          </a:solidFill>
                          <a:latin typeface="+mn-lt"/>
                          <a:ea typeface="+mn-ea"/>
                        </a:defRPr>
                      </a:lvl2pPr>
                      <a:lvl3pPr marL="914400" algn="l" defTabSz="914400" rtl="0" eaLnBrk="1" latinLnBrk="0" hangingPunct="1">
                        <a:defRPr sz="1800" kern="1200">
                          <a:solidFill>
                            <a:schemeClr val="dk1"/>
                          </a:solidFill>
                          <a:latin typeface="+mn-lt"/>
                          <a:ea typeface="+mn-ea"/>
                        </a:defRPr>
                      </a:lvl3pPr>
                      <a:lvl4pPr marL="1371600" algn="l" defTabSz="914400" rtl="0" eaLnBrk="1" latinLnBrk="0" hangingPunct="1">
                        <a:defRPr sz="1800" kern="1200">
                          <a:solidFill>
                            <a:schemeClr val="dk1"/>
                          </a:solidFill>
                          <a:latin typeface="+mn-lt"/>
                          <a:ea typeface="+mn-ea"/>
                        </a:defRPr>
                      </a:lvl4pPr>
                      <a:lvl5pPr marL="1828800" algn="l" defTabSz="914400" rtl="0" eaLnBrk="1" latinLnBrk="0" hangingPunct="1">
                        <a:defRPr sz="1800" kern="1200">
                          <a:solidFill>
                            <a:schemeClr val="dk1"/>
                          </a:solidFill>
                          <a:latin typeface="+mn-lt"/>
                          <a:ea typeface="+mn-ea"/>
                        </a:defRPr>
                      </a:lvl5pPr>
                      <a:lvl6pPr marL="2286000" algn="l" defTabSz="914400" rtl="0" eaLnBrk="1" latinLnBrk="0" hangingPunct="1">
                        <a:defRPr sz="1800" kern="1200">
                          <a:solidFill>
                            <a:schemeClr val="dk1"/>
                          </a:solidFill>
                          <a:latin typeface="+mn-lt"/>
                          <a:ea typeface="+mn-ea"/>
                        </a:defRPr>
                      </a:lvl6pPr>
                      <a:lvl7pPr marL="2743200" algn="l" defTabSz="914400" rtl="0" eaLnBrk="1" latinLnBrk="0" hangingPunct="1">
                        <a:defRPr sz="1800" kern="1200">
                          <a:solidFill>
                            <a:schemeClr val="dk1"/>
                          </a:solidFill>
                          <a:latin typeface="+mn-lt"/>
                          <a:ea typeface="+mn-ea"/>
                        </a:defRPr>
                      </a:lvl7pPr>
                      <a:lvl8pPr marL="3200400" algn="l" defTabSz="914400" rtl="0" eaLnBrk="1" latinLnBrk="0" hangingPunct="1">
                        <a:defRPr sz="1800" kern="1200">
                          <a:solidFill>
                            <a:schemeClr val="dk1"/>
                          </a:solidFill>
                          <a:latin typeface="+mn-lt"/>
                          <a:ea typeface="+mn-ea"/>
                        </a:defRPr>
                      </a:lvl8pPr>
                      <a:lvl9pPr marL="3657600" algn="l" defTabSz="914400" rtl="0" eaLnBrk="1" latinLnBrk="0" hangingPunct="1">
                        <a:defRPr sz="1800" kern="1200">
                          <a:solidFill>
                            <a:schemeClr val="dk1"/>
                          </a:solidFill>
                          <a:latin typeface="+mn-lt"/>
                          <a:ea typeface="+mn-ea"/>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500" b="1" kern="1200" noProof="0" dirty="0">
                          <a:solidFill>
                            <a:schemeClr val="tx2"/>
                          </a:solidFill>
                          <a:latin typeface="+mn-lt"/>
                          <a:ea typeface="+mn-ea"/>
                          <a:cs typeface="+mn-cs"/>
                        </a:rPr>
                        <a:t>Page layout</a:t>
                      </a:r>
                      <a:r>
                        <a:rPr lang="en-CA" sz="1500" kern="1200" noProof="0" dirty="0">
                          <a:solidFill>
                            <a:schemeClr val="tx2"/>
                          </a:solidFill>
                          <a:latin typeface="+mn-lt"/>
                          <a:ea typeface="+mn-ea"/>
                          <a:cs typeface="+mn-cs"/>
                        </a:rPr>
                        <a:t>:  Is your page layout </a:t>
                      </a:r>
                      <a:r>
                        <a:rPr lang="en-CA" sz="1500" b="1" kern="1200" noProof="0" dirty="0">
                          <a:solidFill>
                            <a:schemeClr val="tx2"/>
                          </a:solidFill>
                          <a:latin typeface="+mn-lt"/>
                          <a:ea typeface="+mn-ea"/>
                          <a:cs typeface="+mn-cs"/>
                        </a:rPr>
                        <a:t>intuitive</a:t>
                      </a:r>
                      <a:r>
                        <a:rPr lang="en-CA" sz="1500" kern="1200" noProof="0" dirty="0">
                          <a:solidFill>
                            <a:schemeClr val="tx2"/>
                          </a:solidFill>
                          <a:latin typeface="+mn-lt"/>
                          <a:ea typeface="+mn-ea"/>
                          <a:cs typeface="+mn-cs"/>
                        </a:rPr>
                        <a:t>, such as vertical blocks for comparison, </a:t>
                      </a:r>
                      <a:br>
                        <a:rPr lang="en-CA" sz="1500" kern="1200" noProof="0" dirty="0">
                          <a:solidFill>
                            <a:schemeClr val="tx2"/>
                          </a:solidFill>
                          <a:latin typeface="+mn-lt"/>
                          <a:ea typeface="+mn-ea"/>
                          <a:cs typeface="+mn-cs"/>
                        </a:rPr>
                      </a:br>
                      <a:r>
                        <a:rPr lang="en-CA" sz="1500" kern="1200" noProof="0" dirty="0">
                          <a:solidFill>
                            <a:schemeClr val="tx2"/>
                          </a:solidFill>
                          <a:latin typeface="+mn-lt"/>
                          <a:ea typeface="+mn-ea"/>
                          <a:cs typeface="+mn-cs"/>
                        </a:rPr>
                        <a:t>horizontal blocks for sequencing, left / right optimization?</a:t>
                      </a:r>
                    </a:p>
                  </a:txBody>
                  <a:tcPr marL="180000" marR="45000" marT="42863" marB="42863"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220534314"/>
                  </a:ext>
                </a:extLst>
              </a:tr>
              <a:tr h="620448">
                <a:tc>
                  <a:txBody>
                    <a:bodyPr/>
                    <a:lstStyle>
                      <a:lvl1pPr marL="0" algn="l" defTabSz="914400" rtl="0" eaLnBrk="1" latinLnBrk="0" hangingPunct="1">
                        <a:defRPr sz="1800" kern="1200">
                          <a:solidFill>
                            <a:schemeClr val="dk1"/>
                          </a:solidFill>
                          <a:latin typeface="+mn-lt"/>
                          <a:ea typeface="+mn-ea"/>
                        </a:defRPr>
                      </a:lvl1pPr>
                      <a:lvl2pPr marL="457200" algn="l" defTabSz="914400" rtl="0" eaLnBrk="1" latinLnBrk="0" hangingPunct="1">
                        <a:defRPr sz="1800" kern="1200">
                          <a:solidFill>
                            <a:schemeClr val="dk1"/>
                          </a:solidFill>
                          <a:latin typeface="+mn-lt"/>
                          <a:ea typeface="+mn-ea"/>
                        </a:defRPr>
                      </a:lvl2pPr>
                      <a:lvl3pPr marL="914400" algn="l" defTabSz="914400" rtl="0" eaLnBrk="1" latinLnBrk="0" hangingPunct="1">
                        <a:defRPr sz="1800" kern="1200">
                          <a:solidFill>
                            <a:schemeClr val="dk1"/>
                          </a:solidFill>
                          <a:latin typeface="+mn-lt"/>
                          <a:ea typeface="+mn-ea"/>
                        </a:defRPr>
                      </a:lvl3pPr>
                      <a:lvl4pPr marL="1371600" algn="l" defTabSz="914400" rtl="0" eaLnBrk="1" latinLnBrk="0" hangingPunct="1">
                        <a:defRPr sz="1800" kern="1200">
                          <a:solidFill>
                            <a:schemeClr val="dk1"/>
                          </a:solidFill>
                          <a:latin typeface="+mn-lt"/>
                          <a:ea typeface="+mn-ea"/>
                        </a:defRPr>
                      </a:lvl4pPr>
                      <a:lvl5pPr marL="1828800" algn="l" defTabSz="914400" rtl="0" eaLnBrk="1" latinLnBrk="0" hangingPunct="1">
                        <a:defRPr sz="1800" kern="1200">
                          <a:solidFill>
                            <a:schemeClr val="dk1"/>
                          </a:solidFill>
                          <a:latin typeface="+mn-lt"/>
                          <a:ea typeface="+mn-ea"/>
                        </a:defRPr>
                      </a:lvl5pPr>
                      <a:lvl6pPr marL="2286000" algn="l" defTabSz="914400" rtl="0" eaLnBrk="1" latinLnBrk="0" hangingPunct="1">
                        <a:defRPr sz="1800" kern="1200">
                          <a:solidFill>
                            <a:schemeClr val="dk1"/>
                          </a:solidFill>
                          <a:latin typeface="+mn-lt"/>
                          <a:ea typeface="+mn-ea"/>
                        </a:defRPr>
                      </a:lvl6pPr>
                      <a:lvl7pPr marL="2743200" algn="l" defTabSz="914400" rtl="0" eaLnBrk="1" latinLnBrk="0" hangingPunct="1">
                        <a:defRPr sz="1800" kern="1200">
                          <a:solidFill>
                            <a:schemeClr val="dk1"/>
                          </a:solidFill>
                          <a:latin typeface="+mn-lt"/>
                          <a:ea typeface="+mn-ea"/>
                        </a:defRPr>
                      </a:lvl7pPr>
                      <a:lvl8pPr marL="3200400" algn="l" defTabSz="914400" rtl="0" eaLnBrk="1" latinLnBrk="0" hangingPunct="1">
                        <a:defRPr sz="1800" kern="1200">
                          <a:solidFill>
                            <a:schemeClr val="dk1"/>
                          </a:solidFill>
                          <a:latin typeface="+mn-lt"/>
                          <a:ea typeface="+mn-ea"/>
                        </a:defRPr>
                      </a:lvl8pPr>
                      <a:lvl9pPr marL="3657600" algn="l" defTabSz="914400" rtl="0" eaLnBrk="1" latinLnBrk="0" hangingPunct="1">
                        <a:defRPr sz="1800" kern="1200">
                          <a:solidFill>
                            <a:schemeClr val="dk1"/>
                          </a:solidFill>
                          <a:latin typeface="+mn-lt"/>
                          <a:ea typeface="+mn-ea"/>
                        </a:defRPr>
                      </a:lvl9pPr>
                    </a:lstStyle>
                    <a:p>
                      <a:pPr algn="ctr"/>
                      <a:r>
                        <a:rPr lang="en-CA" sz="1500" b="1" noProof="0" dirty="0">
                          <a:solidFill>
                            <a:schemeClr val="bg1"/>
                          </a:solidFill>
                        </a:rPr>
                        <a:t>6</a:t>
                      </a:r>
                    </a:p>
                  </a:txBody>
                  <a:tcPr marL="114300" marR="114300" marT="42863" marB="42863"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3"/>
                    </a:solidFill>
                  </a:tcPr>
                </a:tc>
                <a:tc>
                  <a:txBody>
                    <a:bodyPr/>
                    <a:lstStyle>
                      <a:lvl1pPr marL="0" algn="l" defTabSz="914400" rtl="0" eaLnBrk="1" latinLnBrk="0" hangingPunct="1">
                        <a:defRPr sz="1800" kern="1200">
                          <a:solidFill>
                            <a:schemeClr val="dk1"/>
                          </a:solidFill>
                          <a:latin typeface="+mn-lt"/>
                          <a:ea typeface="+mn-ea"/>
                        </a:defRPr>
                      </a:lvl1pPr>
                      <a:lvl2pPr marL="457200" algn="l" defTabSz="914400" rtl="0" eaLnBrk="1" latinLnBrk="0" hangingPunct="1">
                        <a:defRPr sz="1800" kern="1200">
                          <a:solidFill>
                            <a:schemeClr val="dk1"/>
                          </a:solidFill>
                          <a:latin typeface="+mn-lt"/>
                          <a:ea typeface="+mn-ea"/>
                        </a:defRPr>
                      </a:lvl2pPr>
                      <a:lvl3pPr marL="914400" algn="l" defTabSz="914400" rtl="0" eaLnBrk="1" latinLnBrk="0" hangingPunct="1">
                        <a:defRPr sz="1800" kern="1200">
                          <a:solidFill>
                            <a:schemeClr val="dk1"/>
                          </a:solidFill>
                          <a:latin typeface="+mn-lt"/>
                          <a:ea typeface="+mn-ea"/>
                        </a:defRPr>
                      </a:lvl3pPr>
                      <a:lvl4pPr marL="1371600" algn="l" defTabSz="914400" rtl="0" eaLnBrk="1" latinLnBrk="0" hangingPunct="1">
                        <a:defRPr sz="1800" kern="1200">
                          <a:solidFill>
                            <a:schemeClr val="dk1"/>
                          </a:solidFill>
                          <a:latin typeface="+mn-lt"/>
                          <a:ea typeface="+mn-ea"/>
                        </a:defRPr>
                      </a:lvl4pPr>
                      <a:lvl5pPr marL="1828800" algn="l" defTabSz="914400" rtl="0" eaLnBrk="1" latinLnBrk="0" hangingPunct="1">
                        <a:defRPr sz="1800" kern="1200">
                          <a:solidFill>
                            <a:schemeClr val="dk1"/>
                          </a:solidFill>
                          <a:latin typeface="+mn-lt"/>
                          <a:ea typeface="+mn-ea"/>
                        </a:defRPr>
                      </a:lvl5pPr>
                      <a:lvl6pPr marL="2286000" algn="l" defTabSz="914400" rtl="0" eaLnBrk="1" latinLnBrk="0" hangingPunct="1">
                        <a:defRPr sz="1800" kern="1200">
                          <a:solidFill>
                            <a:schemeClr val="dk1"/>
                          </a:solidFill>
                          <a:latin typeface="+mn-lt"/>
                          <a:ea typeface="+mn-ea"/>
                        </a:defRPr>
                      </a:lvl6pPr>
                      <a:lvl7pPr marL="2743200" algn="l" defTabSz="914400" rtl="0" eaLnBrk="1" latinLnBrk="0" hangingPunct="1">
                        <a:defRPr sz="1800" kern="1200">
                          <a:solidFill>
                            <a:schemeClr val="dk1"/>
                          </a:solidFill>
                          <a:latin typeface="+mn-lt"/>
                          <a:ea typeface="+mn-ea"/>
                        </a:defRPr>
                      </a:lvl7pPr>
                      <a:lvl8pPr marL="3200400" algn="l" defTabSz="914400" rtl="0" eaLnBrk="1" latinLnBrk="0" hangingPunct="1">
                        <a:defRPr sz="1800" kern="1200">
                          <a:solidFill>
                            <a:schemeClr val="dk1"/>
                          </a:solidFill>
                          <a:latin typeface="+mn-lt"/>
                          <a:ea typeface="+mn-ea"/>
                        </a:defRPr>
                      </a:lvl8pPr>
                      <a:lvl9pPr marL="3657600" algn="l" defTabSz="914400" rtl="0" eaLnBrk="1" latinLnBrk="0" hangingPunct="1">
                        <a:defRPr sz="1800" kern="1200">
                          <a:solidFill>
                            <a:schemeClr val="dk1"/>
                          </a:solidFill>
                          <a:latin typeface="+mn-lt"/>
                          <a:ea typeface="+mn-ea"/>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500" b="1" kern="1200" noProof="0" dirty="0">
                          <a:solidFill>
                            <a:schemeClr val="tx2"/>
                          </a:solidFill>
                          <a:latin typeface="+mn-lt"/>
                          <a:ea typeface="+mn-ea"/>
                          <a:cs typeface="+mn-cs"/>
                        </a:rPr>
                        <a:t>Contrast and Hierarchy</a:t>
                      </a:r>
                      <a:r>
                        <a:rPr lang="en-CA" sz="1500" kern="1200" noProof="0" dirty="0">
                          <a:solidFill>
                            <a:schemeClr val="tx2"/>
                          </a:solidFill>
                          <a:latin typeface="+mn-lt"/>
                          <a:ea typeface="+mn-ea"/>
                          <a:cs typeface="+mn-cs"/>
                        </a:rPr>
                        <a:t>:  Are you consistently leveraging </a:t>
                      </a:r>
                      <a:r>
                        <a:rPr lang="en-CA" sz="1500" b="1" kern="1200" noProof="0" dirty="0">
                          <a:solidFill>
                            <a:schemeClr val="tx2"/>
                          </a:solidFill>
                          <a:latin typeface="+mn-lt"/>
                          <a:ea typeface="+mn-ea"/>
                          <a:cs typeface="+mn-cs"/>
                        </a:rPr>
                        <a:t>size, colour, </a:t>
                      </a:r>
                      <a:br>
                        <a:rPr lang="en-CA" sz="1500" b="1" kern="1200" noProof="0" dirty="0">
                          <a:solidFill>
                            <a:schemeClr val="tx2"/>
                          </a:solidFill>
                          <a:latin typeface="+mn-lt"/>
                          <a:ea typeface="+mn-ea"/>
                          <a:cs typeface="+mn-cs"/>
                        </a:rPr>
                      </a:br>
                      <a:r>
                        <a:rPr lang="en-CA" sz="1500" b="1" kern="1200" noProof="0" dirty="0">
                          <a:solidFill>
                            <a:schemeClr val="tx2"/>
                          </a:solidFill>
                          <a:latin typeface="+mn-lt"/>
                          <a:ea typeface="+mn-ea"/>
                          <a:cs typeface="+mn-cs"/>
                        </a:rPr>
                        <a:t>shape and font differences</a:t>
                      </a:r>
                      <a:r>
                        <a:rPr lang="en-CA" sz="1500" kern="1200" noProof="0" dirty="0">
                          <a:solidFill>
                            <a:schemeClr val="tx2"/>
                          </a:solidFill>
                          <a:latin typeface="+mn-lt"/>
                          <a:ea typeface="+mn-ea"/>
                          <a:cs typeface="+mn-cs"/>
                        </a:rPr>
                        <a:t> to create contrast and hierarchy?</a:t>
                      </a:r>
                    </a:p>
                  </a:txBody>
                  <a:tcPr marL="180000" marR="180000" marT="42863" marB="42863"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529333912"/>
                  </a:ext>
                </a:extLst>
              </a:tr>
              <a:tr h="620448">
                <a:tc>
                  <a:txBody>
                    <a:bodyPr/>
                    <a:lstStyle>
                      <a:lvl1pPr marL="0" algn="l" defTabSz="914400" rtl="0" eaLnBrk="1" latinLnBrk="0" hangingPunct="1">
                        <a:defRPr sz="1800" kern="1200">
                          <a:solidFill>
                            <a:schemeClr val="dk1"/>
                          </a:solidFill>
                          <a:latin typeface="+mn-lt"/>
                          <a:ea typeface="+mn-ea"/>
                        </a:defRPr>
                      </a:lvl1pPr>
                      <a:lvl2pPr marL="457200" algn="l" defTabSz="914400" rtl="0" eaLnBrk="1" latinLnBrk="0" hangingPunct="1">
                        <a:defRPr sz="1800" kern="1200">
                          <a:solidFill>
                            <a:schemeClr val="dk1"/>
                          </a:solidFill>
                          <a:latin typeface="+mn-lt"/>
                          <a:ea typeface="+mn-ea"/>
                        </a:defRPr>
                      </a:lvl2pPr>
                      <a:lvl3pPr marL="914400" algn="l" defTabSz="914400" rtl="0" eaLnBrk="1" latinLnBrk="0" hangingPunct="1">
                        <a:defRPr sz="1800" kern="1200">
                          <a:solidFill>
                            <a:schemeClr val="dk1"/>
                          </a:solidFill>
                          <a:latin typeface="+mn-lt"/>
                          <a:ea typeface="+mn-ea"/>
                        </a:defRPr>
                      </a:lvl3pPr>
                      <a:lvl4pPr marL="1371600" algn="l" defTabSz="914400" rtl="0" eaLnBrk="1" latinLnBrk="0" hangingPunct="1">
                        <a:defRPr sz="1800" kern="1200">
                          <a:solidFill>
                            <a:schemeClr val="dk1"/>
                          </a:solidFill>
                          <a:latin typeface="+mn-lt"/>
                          <a:ea typeface="+mn-ea"/>
                        </a:defRPr>
                      </a:lvl4pPr>
                      <a:lvl5pPr marL="1828800" algn="l" defTabSz="914400" rtl="0" eaLnBrk="1" latinLnBrk="0" hangingPunct="1">
                        <a:defRPr sz="1800" kern="1200">
                          <a:solidFill>
                            <a:schemeClr val="dk1"/>
                          </a:solidFill>
                          <a:latin typeface="+mn-lt"/>
                          <a:ea typeface="+mn-ea"/>
                        </a:defRPr>
                      </a:lvl5pPr>
                      <a:lvl6pPr marL="2286000" algn="l" defTabSz="914400" rtl="0" eaLnBrk="1" latinLnBrk="0" hangingPunct="1">
                        <a:defRPr sz="1800" kern="1200">
                          <a:solidFill>
                            <a:schemeClr val="dk1"/>
                          </a:solidFill>
                          <a:latin typeface="+mn-lt"/>
                          <a:ea typeface="+mn-ea"/>
                        </a:defRPr>
                      </a:lvl6pPr>
                      <a:lvl7pPr marL="2743200" algn="l" defTabSz="914400" rtl="0" eaLnBrk="1" latinLnBrk="0" hangingPunct="1">
                        <a:defRPr sz="1800" kern="1200">
                          <a:solidFill>
                            <a:schemeClr val="dk1"/>
                          </a:solidFill>
                          <a:latin typeface="+mn-lt"/>
                          <a:ea typeface="+mn-ea"/>
                        </a:defRPr>
                      </a:lvl7pPr>
                      <a:lvl8pPr marL="3200400" algn="l" defTabSz="914400" rtl="0" eaLnBrk="1" latinLnBrk="0" hangingPunct="1">
                        <a:defRPr sz="1800" kern="1200">
                          <a:solidFill>
                            <a:schemeClr val="dk1"/>
                          </a:solidFill>
                          <a:latin typeface="+mn-lt"/>
                          <a:ea typeface="+mn-ea"/>
                        </a:defRPr>
                      </a:lvl8pPr>
                      <a:lvl9pPr marL="3657600" algn="l" defTabSz="914400" rtl="0" eaLnBrk="1" latinLnBrk="0" hangingPunct="1">
                        <a:defRPr sz="1800" kern="1200">
                          <a:solidFill>
                            <a:schemeClr val="dk1"/>
                          </a:solidFill>
                          <a:latin typeface="+mn-lt"/>
                          <a:ea typeface="+mn-ea"/>
                        </a:defRPr>
                      </a:lvl9pPr>
                    </a:lstStyle>
                    <a:p>
                      <a:pPr algn="ctr"/>
                      <a:r>
                        <a:rPr lang="en-CA" sz="1500" b="1" noProof="0" dirty="0">
                          <a:solidFill>
                            <a:schemeClr val="bg1"/>
                          </a:solidFill>
                        </a:rPr>
                        <a:t>7</a:t>
                      </a:r>
                    </a:p>
                  </a:txBody>
                  <a:tcPr marL="114300" marR="114300" marT="42863" marB="42863"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3"/>
                    </a:solidFill>
                  </a:tcPr>
                </a:tc>
                <a:tc>
                  <a:txBody>
                    <a:bodyPr/>
                    <a:lstStyle>
                      <a:lvl1pPr marL="0" algn="l" defTabSz="914400" rtl="0" eaLnBrk="1" latinLnBrk="0" hangingPunct="1">
                        <a:defRPr sz="1800" kern="1200">
                          <a:solidFill>
                            <a:schemeClr val="dk1"/>
                          </a:solidFill>
                          <a:latin typeface="+mn-lt"/>
                          <a:ea typeface="+mn-ea"/>
                        </a:defRPr>
                      </a:lvl1pPr>
                      <a:lvl2pPr marL="457200" algn="l" defTabSz="914400" rtl="0" eaLnBrk="1" latinLnBrk="0" hangingPunct="1">
                        <a:defRPr sz="1800" kern="1200">
                          <a:solidFill>
                            <a:schemeClr val="dk1"/>
                          </a:solidFill>
                          <a:latin typeface="+mn-lt"/>
                          <a:ea typeface="+mn-ea"/>
                        </a:defRPr>
                      </a:lvl2pPr>
                      <a:lvl3pPr marL="914400" algn="l" defTabSz="914400" rtl="0" eaLnBrk="1" latinLnBrk="0" hangingPunct="1">
                        <a:defRPr sz="1800" kern="1200">
                          <a:solidFill>
                            <a:schemeClr val="dk1"/>
                          </a:solidFill>
                          <a:latin typeface="+mn-lt"/>
                          <a:ea typeface="+mn-ea"/>
                        </a:defRPr>
                      </a:lvl3pPr>
                      <a:lvl4pPr marL="1371600" algn="l" defTabSz="914400" rtl="0" eaLnBrk="1" latinLnBrk="0" hangingPunct="1">
                        <a:defRPr sz="1800" kern="1200">
                          <a:solidFill>
                            <a:schemeClr val="dk1"/>
                          </a:solidFill>
                          <a:latin typeface="+mn-lt"/>
                          <a:ea typeface="+mn-ea"/>
                        </a:defRPr>
                      </a:lvl4pPr>
                      <a:lvl5pPr marL="1828800" algn="l" defTabSz="914400" rtl="0" eaLnBrk="1" latinLnBrk="0" hangingPunct="1">
                        <a:defRPr sz="1800" kern="1200">
                          <a:solidFill>
                            <a:schemeClr val="dk1"/>
                          </a:solidFill>
                          <a:latin typeface="+mn-lt"/>
                          <a:ea typeface="+mn-ea"/>
                        </a:defRPr>
                      </a:lvl5pPr>
                      <a:lvl6pPr marL="2286000" algn="l" defTabSz="914400" rtl="0" eaLnBrk="1" latinLnBrk="0" hangingPunct="1">
                        <a:defRPr sz="1800" kern="1200">
                          <a:solidFill>
                            <a:schemeClr val="dk1"/>
                          </a:solidFill>
                          <a:latin typeface="+mn-lt"/>
                          <a:ea typeface="+mn-ea"/>
                        </a:defRPr>
                      </a:lvl6pPr>
                      <a:lvl7pPr marL="2743200" algn="l" defTabSz="914400" rtl="0" eaLnBrk="1" latinLnBrk="0" hangingPunct="1">
                        <a:defRPr sz="1800" kern="1200">
                          <a:solidFill>
                            <a:schemeClr val="dk1"/>
                          </a:solidFill>
                          <a:latin typeface="+mn-lt"/>
                          <a:ea typeface="+mn-ea"/>
                        </a:defRPr>
                      </a:lvl7pPr>
                      <a:lvl8pPr marL="3200400" algn="l" defTabSz="914400" rtl="0" eaLnBrk="1" latinLnBrk="0" hangingPunct="1">
                        <a:defRPr sz="1800" kern="1200">
                          <a:solidFill>
                            <a:schemeClr val="dk1"/>
                          </a:solidFill>
                          <a:latin typeface="+mn-lt"/>
                          <a:ea typeface="+mn-ea"/>
                        </a:defRPr>
                      </a:lvl8pPr>
                      <a:lvl9pPr marL="3657600" algn="l" defTabSz="914400" rtl="0" eaLnBrk="1" latinLnBrk="0" hangingPunct="1">
                        <a:defRPr sz="1800" kern="1200">
                          <a:solidFill>
                            <a:schemeClr val="dk1"/>
                          </a:solidFill>
                          <a:latin typeface="+mn-lt"/>
                          <a:ea typeface="+mn-ea"/>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500" b="1" kern="1200" noProof="0" dirty="0">
                          <a:solidFill>
                            <a:schemeClr val="tx2"/>
                          </a:solidFill>
                          <a:latin typeface="+mn-lt"/>
                          <a:ea typeface="+mn-ea"/>
                          <a:cs typeface="+mn-cs"/>
                        </a:rPr>
                        <a:t>9 elements:  </a:t>
                      </a:r>
                      <a:r>
                        <a:rPr lang="en-CA" sz="1500" kern="1200" noProof="0" dirty="0">
                          <a:solidFill>
                            <a:schemeClr val="tx2"/>
                          </a:solidFill>
                          <a:latin typeface="+mn-lt"/>
                          <a:ea typeface="+mn-ea"/>
                          <a:cs typeface="+mn-cs"/>
                        </a:rPr>
                        <a:t>Are you applying the </a:t>
                      </a:r>
                      <a:r>
                        <a:rPr lang="en-CA" sz="1500" b="1" kern="1200" noProof="0" dirty="0">
                          <a:solidFill>
                            <a:schemeClr val="tx2"/>
                          </a:solidFill>
                          <a:latin typeface="+mn-lt"/>
                          <a:ea typeface="+mn-ea"/>
                          <a:cs typeface="+mn-cs"/>
                        </a:rPr>
                        <a:t>PrezExpert best practices </a:t>
                      </a:r>
                      <a:r>
                        <a:rPr lang="en-CA" sz="1500" kern="1200" noProof="0" dirty="0">
                          <a:solidFill>
                            <a:schemeClr val="tx2"/>
                          </a:solidFill>
                          <a:latin typeface="+mn-lt"/>
                          <a:ea typeface="+mn-ea"/>
                          <a:cs typeface="+mn-cs"/>
                        </a:rPr>
                        <a:t>to use all 9 elements effectively?</a:t>
                      </a:r>
                      <a:r>
                        <a:rPr lang="en-CA" sz="1500" b="1" kern="1200" noProof="0" dirty="0">
                          <a:solidFill>
                            <a:schemeClr val="tx2"/>
                          </a:solidFill>
                          <a:latin typeface="+mn-lt"/>
                          <a:ea typeface="+mn-ea"/>
                          <a:cs typeface="+mn-cs"/>
                        </a:rPr>
                        <a:t> </a:t>
                      </a:r>
                    </a:p>
                  </a:txBody>
                  <a:tcPr marL="180000" marR="180000" marT="42863" marB="42863"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471632058"/>
                  </a:ext>
                </a:extLst>
              </a:tr>
              <a:tr h="620448">
                <a:tc>
                  <a:txBody>
                    <a:bodyPr/>
                    <a:lstStyle>
                      <a:lvl1pPr marL="0" algn="l" defTabSz="914400" rtl="0" eaLnBrk="1" latinLnBrk="0" hangingPunct="1">
                        <a:defRPr sz="1800" kern="1200">
                          <a:solidFill>
                            <a:schemeClr val="dk1"/>
                          </a:solidFill>
                          <a:latin typeface="+mn-lt"/>
                          <a:ea typeface="+mn-ea"/>
                        </a:defRPr>
                      </a:lvl1pPr>
                      <a:lvl2pPr marL="457200" algn="l" defTabSz="914400" rtl="0" eaLnBrk="1" latinLnBrk="0" hangingPunct="1">
                        <a:defRPr sz="1800" kern="1200">
                          <a:solidFill>
                            <a:schemeClr val="dk1"/>
                          </a:solidFill>
                          <a:latin typeface="+mn-lt"/>
                          <a:ea typeface="+mn-ea"/>
                        </a:defRPr>
                      </a:lvl2pPr>
                      <a:lvl3pPr marL="914400" algn="l" defTabSz="914400" rtl="0" eaLnBrk="1" latinLnBrk="0" hangingPunct="1">
                        <a:defRPr sz="1800" kern="1200">
                          <a:solidFill>
                            <a:schemeClr val="dk1"/>
                          </a:solidFill>
                          <a:latin typeface="+mn-lt"/>
                          <a:ea typeface="+mn-ea"/>
                        </a:defRPr>
                      </a:lvl3pPr>
                      <a:lvl4pPr marL="1371600" algn="l" defTabSz="914400" rtl="0" eaLnBrk="1" latinLnBrk="0" hangingPunct="1">
                        <a:defRPr sz="1800" kern="1200">
                          <a:solidFill>
                            <a:schemeClr val="dk1"/>
                          </a:solidFill>
                          <a:latin typeface="+mn-lt"/>
                          <a:ea typeface="+mn-ea"/>
                        </a:defRPr>
                      </a:lvl4pPr>
                      <a:lvl5pPr marL="1828800" algn="l" defTabSz="914400" rtl="0" eaLnBrk="1" latinLnBrk="0" hangingPunct="1">
                        <a:defRPr sz="1800" kern="1200">
                          <a:solidFill>
                            <a:schemeClr val="dk1"/>
                          </a:solidFill>
                          <a:latin typeface="+mn-lt"/>
                          <a:ea typeface="+mn-ea"/>
                        </a:defRPr>
                      </a:lvl5pPr>
                      <a:lvl6pPr marL="2286000" algn="l" defTabSz="914400" rtl="0" eaLnBrk="1" latinLnBrk="0" hangingPunct="1">
                        <a:defRPr sz="1800" kern="1200">
                          <a:solidFill>
                            <a:schemeClr val="dk1"/>
                          </a:solidFill>
                          <a:latin typeface="+mn-lt"/>
                          <a:ea typeface="+mn-ea"/>
                        </a:defRPr>
                      </a:lvl6pPr>
                      <a:lvl7pPr marL="2743200" algn="l" defTabSz="914400" rtl="0" eaLnBrk="1" latinLnBrk="0" hangingPunct="1">
                        <a:defRPr sz="1800" kern="1200">
                          <a:solidFill>
                            <a:schemeClr val="dk1"/>
                          </a:solidFill>
                          <a:latin typeface="+mn-lt"/>
                          <a:ea typeface="+mn-ea"/>
                        </a:defRPr>
                      </a:lvl7pPr>
                      <a:lvl8pPr marL="3200400" algn="l" defTabSz="914400" rtl="0" eaLnBrk="1" latinLnBrk="0" hangingPunct="1">
                        <a:defRPr sz="1800" kern="1200">
                          <a:solidFill>
                            <a:schemeClr val="dk1"/>
                          </a:solidFill>
                          <a:latin typeface="+mn-lt"/>
                          <a:ea typeface="+mn-ea"/>
                        </a:defRPr>
                      </a:lvl8pPr>
                      <a:lvl9pPr marL="3657600" algn="l" defTabSz="914400" rtl="0" eaLnBrk="1" latinLnBrk="0" hangingPunct="1">
                        <a:defRPr sz="1800" kern="1200">
                          <a:solidFill>
                            <a:schemeClr val="dk1"/>
                          </a:solidFill>
                          <a:latin typeface="+mn-lt"/>
                          <a:ea typeface="+mn-ea"/>
                        </a:defRPr>
                      </a:lvl9pPr>
                    </a:lstStyle>
                    <a:p>
                      <a:pPr algn="ctr"/>
                      <a:r>
                        <a:rPr lang="en-CA" sz="1500" b="1" noProof="0" dirty="0">
                          <a:solidFill>
                            <a:schemeClr val="bg1"/>
                          </a:solidFill>
                        </a:rPr>
                        <a:t>8</a:t>
                      </a:r>
                    </a:p>
                  </a:txBody>
                  <a:tcPr marL="114300" marR="114300" marT="42863" marB="42863"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3"/>
                    </a:solidFill>
                  </a:tcPr>
                </a:tc>
                <a:tc>
                  <a:txBody>
                    <a:bodyPr/>
                    <a:lstStyle>
                      <a:lvl1pPr marL="0" algn="l" defTabSz="914400" rtl="0" eaLnBrk="1" latinLnBrk="0" hangingPunct="1">
                        <a:defRPr sz="1800" kern="1200">
                          <a:solidFill>
                            <a:schemeClr val="dk1"/>
                          </a:solidFill>
                          <a:latin typeface="+mn-lt"/>
                          <a:ea typeface="+mn-ea"/>
                        </a:defRPr>
                      </a:lvl1pPr>
                      <a:lvl2pPr marL="457200" algn="l" defTabSz="914400" rtl="0" eaLnBrk="1" latinLnBrk="0" hangingPunct="1">
                        <a:defRPr sz="1800" kern="1200">
                          <a:solidFill>
                            <a:schemeClr val="dk1"/>
                          </a:solidFill>
                          <a:latin typeface="+mn-lt"/>
                          <a:ea typeface="+mn-ea"/>
                        </a:defRPr>
                      </a:lvl2pPr>
                      <a:lvl3pPr marL="914400" algn="l" defTabSz="914400" rtl="0" eaLnBrk="1" latinLnBrk="0" hangingPunct="1">
                        <a:defRPr sz="1800" kern="1200">
                          <a:solidFill>
                            <a:schemeClr val="dk1"/>
                          </a:solidFill>
                          <a:latin typeface="+mn-lt"/>
                          <a:ea typeface="+mn-ea"/>
                        </a:defRPr>
                      </a:lvl3pPr>
                      <a:lvl4pPr marL="1371600" algn="l" defTabSz="914400" rtl="0" eaLnBrk="1" latinLnBrk="0" hangingPunct="1">
                        <a:defRPr sz="1800" kern="1200">
                          <a:solidFill>
                            <a:schemeClr val="dk1"/>
                          </a:solidFill>
                          <a:latin typeface="+mn-lt"/>
                          <a:ea typeface="+mn-ea"/>
                        </a:defRPr>
                      </a:lvl4pPr>
                      <a:lvl5pPr marL="1828800" algn="l" defTabSz="914400" rtl="0" eaLnBrk="1" latinLnBrk="0" hangingPunct="1">
                        <a:defRPr sz="1800" kern="1200">
                          <a:solidFill>
                            <a:schemeClr val="dk1"/>
                          </a:solidFill>
                          <a:latin typeface="+mn-lt"/>
                          <a:ea typeface="+mn-ea"/>
                        </a:defRPr>
                      </a:lvl5pPr>
                      <a:lvl6pPr marL="2286000" algn="l" defTabSz="914400" rtl="0" eaLnBrk="1" latinLnBrk="0" hangingPunct="1">
                        <a:defRPr sz="1800" kern="1200">
                          <a:solidFill>
                            <a:schemeClr val="dk1"/>
                          </a:solidFill>
                          <a:latin typeface="+mn-lt"/>
                          <a:ea typeface="+mn-ea"/>
                        </a:defRPr>
                      </a:lvl6pPr>
                      <a:lvl7pPr marL="2743200" algn="l" defTabSz="914400" rtl="0" eaLnBrk="1" latinLnBrk="0" hangingPunct="1">
                        <a:defRPr sz="1800" kern="1200">
                          <a:solidFill>
                            <a:schemeClr val="dk1"/>
                          </a:solidFill>
                          <a:latin typeface="+mn-lt"/>
                          <a:ea typeface="+mn-ea"/>
                        </a:defRPr>
                      </a:lvl7pPr>
                      <a:lvl8pPr marL="3200400" algn="l" defTabSz="914400" rtl="0" eaLnBrk="1" latinLnBrk="0" hangingPunct="1">
                        <a:defRPr sz="1800" kern="1200">
                          <a:solidFill>
                            <a:schemeClr val="dk1"/>
                          </a:solidFill>
                          <a:latin typeface="+mn-lt"/>
                          <a:ea typeface="+mn-ea"/>
                        </a:defRPr>
                      </a:lvl8pPr>
                      <a:lvl9pPr marL="3657600" algn="l" defTabSz="914400" rtl="0" eaLnBrk="1" latinLnBrk="0" hangingPunct="1">
                        <a:defRPr sz="1800" kern="1200">
                          <a:solidFill>
                            <a:schemeClr val="dk1"/>
                          </a:solidFill>
                          <a:latin typeface="+mn-lt"/>
                          <a:ea typeface="+mn-ea"/>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1500" b="1" kern="1200" noProof="0" dirty="0">
                          <a:solidFill>
                            <a:schemeClr val="tx2"/>
                          </a:solidFill>
                          <a:latin typeface="+mn-lt"/>
                          <a:ea typeface="+mn-ea"/>
                          <a:cs typeface="+mn-cs"/>
                        </a:rPr>
                        <a:t>White space</a:t>
                      </a:r>
                      <a:r>
                        <a:rPr lang="en-CA" sz="1500" kern="1200" noProof="0" dirty="0">
                          <a:solidFill>
                            <a:schemeClr val="tx2"/>
                          </a:solidFill>
                          <a:latin typeface="+mn-lt"/>
                          <a:ea typeface="+mn-ea"/>
                          <a:cs typeface="+mn-cs"/>
                        </a:rPr>
                        <a:t>:  Do you have enough white space, evenly distributed, </a:t>
                      </a:r>
                      <a:br>
                        <a:rPr lang="en-CA" sz="1500" kern="1200" noProof="0" dirty="0">
                          <a:solidFill>
                            <a:schemeClr val="tx2"/>
                          </a:solidFill>
                          <a:latin typeface="+mn-lt"/>
                          <a:ea typeface="+mn-ea"/>
                          <a:cs typeface="+mn-cs"/>
                        </a:rPr>
                      </a:br>
                      <a:r>
                        <a:rPr lang="en-CA" sz="1500" kern="1200" noProof="0" dirty="0">
                          <a:solidFill>
                            <a:schemeClr val="tx2"/>
                          </a:solidFill>
                          <a:latin typeface="+mn-lt"/>
                          <a:ea typeface="+mn-ea"/>
                          <a:cs typeface="+mn-cs"/>
                        </a:rPr>
                        <a:t>to make your </a:t>
                      </a:r>
                      <a:r>
                        <a:rPr lang="en-CA" sz="1500" b="1" i="1" kern="1200" noProof="0" dirty="0">
                          <a:solidFill>
                            <a:schemeClr val="tx2"/>
                          </a:solidFill>
                          <a:latin typeface="+mn-lt"/>
                          <a:ea typeface="+mn-ea"/>
                          <a:cs typeface="+mn-cs"/>
                        </a:rPr>
                        <a:t>page breathe </a:t>
                      </a:r>
                      <a:r>
                        <a:rPr lang="en-CA" sz="1500" kern="1200" noProof="0" dirty="0">
                          <a:solidFill>
                            <a:schemeClr val="tx2"/>
                          </a:solidFill>
                          <a:latin typeface="+mn-lt"/>
                          <a:ea typeface="+mn-ea"/>
                          <a:cs typeface="+mn-cs"/>
                        </a:rPr>
                        <a:t>properly?</a:t>
                      </a:r>
                    </a:p>
                  </a:txBody>
                  <a:tcPr marL="180000" marR="180000" marT="42863" marB="42863"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541161211"/>
                  </a:ext>
                </a:extLst>
              </a:tr>
            </a:tbl>
          </a:graphicData>
        </a:graphic>
      </p:graphicFrame>
      <p:sp>
        <p:nvSpPr>
          <p:cNvPr id="37" name="Rectangle 36">
            <a:extLst>
              <a:ext uri="{FF2B5EF4-FFF2-40B4-BE49-F238E27FC236}">
                <a16:creationId xmlns:a16="http://schemas.microsoft.com/office/drawing/2014/main" id="{71116351-3710-49E5-AE54-47D6B0468C0C}"/>
              </a:ext>
            </a:extLst>
          </p:cNvPr>
          <p:cNvSpPr/>
          <p:nvPr/>
        </p:nvSpPr>
        <p:spPr bwMode="auto">
          <a:xfrm>
            <a:off x="551384" y="1129024"/>
            <a:ext cx="1800000" cy="621000"/>
          </a:xfrm>
          <a:prstGeom prst="rect">
            <a:avLst/>
          </a:prstGeom>
          <a:solidFill>
            <a:schemeClr val="accent2"/>
          </a:solidFill>
          <a:ln>
            <a:noFill/>
          </a:ln>
          <a:effectLst/>
        </p:spPr>
        <p:txBody>
          <a:bodyPr vert="horz" wrap="square" lIns="144000" tIns="42863" rIns="144000" bIns="42863" numCol="1" rtlCol="0" anchor="ctr" anchorCtr="0" compatLnSpc="1">
            <a:prstTxWarp prst="textNoShape">
              <a:avLst/>
            </a:prstTxWarp>
          </a:bodyPr>
          <a:lstStyle/>
          <a:p>
            <a:pPr marL="0" marR="0" lvl="0" indent="0" defTabSz="857250" eaLnBrk="1" fontAlgn="auto" latinLnBrk="0" hangingPunct="1">
              <a:lnSpc>
                <a:spcPct val="100000"/>
              </a:lnSpc>
              <a:spcBef>
                <a:spcPts val="0"/>
              </a:spcBef>
              <a:spcAft>
                <a:spcPts val="0"/>
              </a:spcAft>
              <a:buClrTx/>
              <a:buSzTx/>
              <a:buFontTx/>
              <a:buNone/>
              <a:tabLst/>
              <a:defRPr/>
            </a:pPr>
            <a:r>
              <a:rPr kumimoji="0" lang="en-CA" sz="1600" b="1" i="0" u="none" strike="noStrike" kern="0" cap="none" spc="0" normalizeH="0" baseline="0" noProof="0" dirty="0">
                <a:ln>
                  <a:noFill/>
                </a:ln>
                <a:solidFill>
                  <a:srgbClr val="FFFFFF"/>
                </a:solidFill>
                <a:effectLst/>
                <a:uLnTx/>
                <a:uFillTx/>
                <a:latin typeface="+mn-lt"/>
                <a:ea typeface="+mn-ea"/>
                <a:cs typeface="+mn-cs"/>
              </a:rPr>
              <a:t>Page needed?</a:t>
            </a:r>
          </a:p>
        </p:txBody>
      </p:sp>
      <p:sp>
        <p:nvSpPr>
          <p:cNvPr id="38" name="Rectangle 37">
            <a:extLst>
              <a:ext uri="{FF2B5EF4-FFF2-40B4-BE49-F238E27FC236}">
                <a16:creationId xmlns:a16="http://schemas.microsoft.com/office/drawing/2014/main" id="{3527ED13-5C09-4FC6-86C8-BF40C711707D}"/>
              </a:ext>
            </a:extLst>
          </p:cNvPr>
          <p:cNvSpPr/>
          <p:nvPr/>
        </p:nvSpPr>
        <p:spPr>
          <a:xfrm>
            <a:off x="3107592" y="1129024"/>
            <a:ext cx="8532000" cy="621000"/>
          </a:xfrm>
          <a:prstGeom prst="rect">
            <a:avLst/>
          </a:prstGeom>
          <a:solidFill>
            <a:schemeClr val="accent5"/>
          </a:solidFill>
        </p:spPr>
        <p:txBody>
          <a:bodyPr lIns="135000" rIns="135000" anchor="ctr">
            <a:noAutofit/>
          </a:bodyPr>
          <a:lstStyle/>
          <a:p>
            <a:pPr marL="0" marR="0" lvl="0" indent="0" defTabSz="857250" eaLnBrk="1" fontAlgn="auto" latinLnBrk="0" hangingPunct="1">
              <a:lnSpc>
                <a:spcPct val="100000"/>
              </a:lnSpc>
              <a:spcBef>
                <a:spcPts val="563"/>
              </a:spcBef>
              <a:spcAft>
                <a:spcPts val="0"/>
              </a:spcAft>
              <a:buClr>
                <a:srgbClr val="00225B"/>
              </a:buClr>
              <a:buSzPct val="85000"/>
              <a:buFontTx/>
              <a:buNone/>
              <a:tabLst/>
              <a:defRPr/>
            </a:pPr>
            <a:r>
              <a:rPr kumimoji="0" lang="en-CA" sz="1500" b="1" i="0" u="none" strike="noStrike" kern="0" cap="none" spc="0" normalizeH="0" baseline="0" noProof="0" dirty="0">
                <a:ln>
                  <a:noFill/>
                </a:ln>
                <a:solidFill>
                  <a:schemeClr val="tx2"/>
                </a:solidFill>
                <a:effectLst/>
                <a:uLnTx/>
                <a:uFillTx/>
                <a:latin typeface="+mn-lt"/>
                <a:ea typeface="+mn-ea"/>
                <a:cs typeface="+mn-cs"/>
              </a:rPr>
              <a:t>Could you eliminate or merge this page </a:t>
            </a:r>
            <a:r>
              <a:rPr kumimoji="0" lang="en-CA" sz="1500" b="0" i="0" u="none" strike="noStrike" kern="0" cap="none" spc="0" normalizeH="0" baseline="0" noProof="0" dirty="0">
                <a:ln>
                  <a:noFill/>
                </a:ln>
                <a:solidFill>
                  <a:schemeClr val="tx2"/>
                </a:solidFill>
                <a:effectLst/>
                <a:uLnTx/>
                <a:uFillTx/>
                <a:latin typeface="+mn-lt"/>
                <a:ea typeface="+mn-ea"/>
                <a:cs typeface="+mn-cs"/>
              </a:rPr>
              <a:t>without impacting your storyline?</a:t>
            </a:r>
          </a:p>
        </p:txBody>
      </p:sp>
      <p:sp>
        <p:nvSpPr>
          <p:cNvPr id="39" name="Rectangle 38">
            <a:extLst>
              <a:ext uri="{FF2B5EF4-FFF2-40B4-BE49-F238E27FC236}">
                <a16:creationId xmlns:a16="http://schemas.microsoft.com/office/drawing/2014/main" id="{BCFED475-0CBB-43CD-AEC4-165E633D98C8}"/>
              </a:ext>
            </a:extLst>
          </p:cNvPr>
          <p:cNvSpPr/>
          <p:nvPr/>
        </p:nvSpPr>
        <p:spPr bwMode="auto">
          <a:xfrm>
            <a:off x="551384" y="260648"/>
            <a:ext cx="11088000" cy="720000"/>
          </a:xfrm>
          <a:prstGeom prst="rect">
            <a:avLst/>
          </a:prstGeom>
          <a:solidFill>
            <a:schemeClr val="tx2"/>
          </a:solidFill>
          <a:ln>
            <a:noFill/>
          </a:ln>
          <a:effectLst/>
        </p:spPr>
        <p:txBody>
          <a:bodyPr vert="horz" wrap="square" lIns="144000" tIns="42863" rIns="144000" bIns="42863" numCol="1" rtlCol="0" anchor="ctr" anchorCtr="0" compatLnSpc="1">
            <a:prstTxWarp prst="textNoShape">
              <a:avLst/>
            </a:prstTxWarp>
          </a:bodyPr>
          <a:lstStyle/>
          <a:p>
            <a:r>
              <a:rPr lang="en-CA" sz="2400" b="1" i="1" noProof="0" dirty="0">
                <a:solidFill>
                  <a:srgbClr val="FFFFFF"/>
                </a:solidFill>
                <a:latin typeface="+mn-lt"/>
                <a:ea typeface="+mn-ea"/>
                <a:cs typeface="+mn-cs"/>
              </a:rPr>
              <a:t>pCHECK</a:t>
            </a:r>
            <a:r>
              <a:rPr kumimoji="0" lang="en-CA" sz="2000" b="0" i="0" u="none" strike="noStrike" kern="1200" cap="none" spc="0" normalizeH="0" baseline="70000" noProof="0" dirty="0">
                <a:ln>
                  <a:noFill/>
                </a:ln>
                <a:solidFill>
                  <a:srgbClr val="FFFFFF"/>
                </a:solidFill>
                <a:effectLst/>
                <a:uLnTx/>
                <a:uFillTx/>
                <a:latin typeface="+mn-lt"/>
                <a:ea typeface="+mn-ea"/>
                <a:cs typeface="+mn-cs"/>
              </a:rPr>
              <a:t> </a:t>
            </a:r>
            <a:r>
              <a:rPr kumimoji="0" lang="en-CA" sz="2000" b="0" i="0" u="none" strike="noStrike" kern="1200" cap="none" spc="0" normalizeH="0" baseline="50000" noProof="0" dirty="0">
                <a:ln>
                  <a:noFill/>
                </a:ln>
                <a:solidFill>
                  <a:srgbClr val="FFFFFF"/>
                </a:solidFill>
                <a:effectLst/>
                <a:uLnTx/>
                <a:uFillTx/>
                <a:latin typeface="+mn-lt"/>
                <a:ea typeface="+mn-ea"/>
                <a:cs typeface="+mn-cs"/>
              </a:rPr>
              <a:t>®</a:t>
            </a:r>
            <a:r>
              <a:rPr lang="en-CA" sz="2400" b="1" i="1" noProof="0" dirty="0">
                <a:solidFill>
                  <a:srgbClr val="FFFFFF"/>
                </a:solidFill>
                <a:latin typeface="+mn-lt"/>
                <a:ea typeface="+mn-ea"/>
                <a:cs typeface="+mn-cs"/>
              </a:rPr>
              <a:t> </a:t>
            </a:r>
            <a:r>
              <a:rPr lang="en-CA" sz="2400" b="1" noProof="0" dirty="0">
                <a:solidFill>
                  <a:srgbClr val="FFFFFF"/>
                </a:solidFill>
                <a:latin typeface="+mn-lt"/>
                <a:ea typeface="+mn-ea"/>
                <a:cs typeface="+mn-cs"/>
              </a:rPr>
              <a:t>page assessment checklist</a:t>
            </a:r>
            <a:endParaRPr lang="en-CA" sz="1800" b="0" baseline="45000" noProof="0" dirty="0">
              <a:solidFill>
                <a:srgbClr val="FFFFFF"/>
              </a:solidFill>
              <a:latin typeface="+mn-lt"/>
              <a:ea typeface="+mn-ea"/>
            </a:endParaRPr>
          </a:p>
        </p:txBody>
      </p:sp>
      <p:sp>
        <p:nvSpPr>
          <p:cNvPr id="40" name="Rectangle 39">
            <a:extLst>
              <a:ext uri="{FF2B5EF4-FFF2-40B4-BE49-F238E27FC236}">
                <a16:creationId xmlns:a16="http://schemas.microsoft.com/office/drawing/2014/main" id="{2C9CFCD6-6789-4264-A322-168BCAB47D82}"/>
              </a:ext>
            </a:extLst>
          </p:cNvPr>
          <p:cNvSpPr/>
          <p:nvPr/>
        </p:nvSpPr>
        <p:spPr bwMode="auto">
          <a:xfrm>
            <a:off x="551384" y="1837221"/>
            <a:ext cx="1800000" cy="621000"/>
          </a:xfrm>
          <a:prstGeom prst="rect">
            <a:avLst/>
          </a:prstGeom>
          <a:solidFill>
            <a:schemeClr val="accent2"/>
          </a:solidFill>
          <a:ln>
            <a:noFill/>
          </a:ln>
          <a:effectLst/>
        </p:spPr>
        <p:txBody>
          <a:bodyPr vert="horz" wrap="square" lIns="144000" tIns="42863" rIns="144000" bIns="42863" numCol="1" rtlCol="0" anchor="ctr" anchorCtr="0" compatLnSpc="1">
            <a:prstTxWarp prst="textNoShape">
              <a:avLst/>
            </a:prstTxWarp>
          </a:bodyPr>
          <a:lstStyle/>
          <a:p>
            <a:pPr marL="0" marR="0" lvl="0" indent="0" defTabSz="857250" eaLnBrk="1" fontAlgn="auto" latinLnBrk="0" hangingPunct="1">
              <a:lnSpc>
                <a:spcPct val="100000"/>
              </a:lnSpc>
              <a:spcBef>
                <a:spcPts val="0"/>
              </a:spcBef>
              <a:spcAft>
                <a:spcPts val="0"/>
              </a:spcAft>
              <a:buClrTx/>
              <a:buSzTx/>
              <a:buFontTx/>
              <a:buNone/>
              <a:tabLst/>
              <a:defRPr/>
            </a:pPr>
            <a:r>
              <a:rPr kumimoji="0" lang="en-CA" sz="1600" b="1" i="0" u="none" strike="noStrike" kern="0" cap="none" spc="0" normalizeH="0" baseline="0" noProof="0" dirty="0">
                <a:ln>
                  <a:noFill/>
                </a:ln>
                <a:solidFill>
                  <a:srgbClr val="FFFFFF"/>
                </a:solidFill>
                <a:effectLst/>
                <a:uLnTx/>
                <a:uFillTx/>
                <a:latin typeface="+mn-lt"/>
                <a:ea typeface="+mn-ea"/>
                <a:cs typeface="+mn-cs"/>
              </a:rPr>
              <a:t>Headline</a:t>
            </a:r>
          </a:p>
        </p:txBody>
      </p:sp>
      <p:sp>
        <p:nvSpPr>
          <p:cNvPr id="41" name="Rectangle 40">
            <a:extLst>
              <a:ext uri="{FF2B5EF4-FFF2-40B4-BE49-F238E27FC236}">
                <a16:creationId xmlns:a16="http://schemas.microsoft.com/office/drawing/2014/main" id="{2033CBCD-0CF5-4075-BCA1-02749198FF49}"/>
              </a:ext>
            </a:extLst>
          </p:cNvPr>
          <p:cNvSpPr/>
          <p:nvPr/>
        </p:nvSpPr>
        <p:spPr>
          <a:xfrm>
            <a:off x="3107594" y="1833263"/>
            <a:ext cx="8532000" cy="621000"/>
          </a:xfrm>
          <a:prstGeom prst="rect">
            <a:avLst/>
          </a:prstGeom>
          <a:solidFill>
            <a:schemeClr val="accent5"/>
          </a:solidFill>
        </p:spPr>
        <p:txBody>
          <a:bodyPr lIns="135000" rIns="135000" anchor="ctr">
            <a:noAutofit/>
          </a:bodyPr>
          <a:lstStyle/>
          <a:p>
            <a:pPr marL="0" marR="0" lvl="0" indent="0" defTabSz="857250" eaLnBrk="1" fontAlgn="auto" latinLnBrk="0" hangingPunct="1">
              <a:lnSpc>
                <a:spcPct val="100000"/>
              </a:lnSpc>
              <a:spcBef>
                <a:spcPts val="563"/>
              </a:spcBef>
              <a:spcAft>
                <a:spcPts val="0"/>
              </a:spcAft>
              <a:buClr>
                <a:srgbClr val="00225B"/>
              </a:buClr>
              <a:buSzPct val="85000"/>
              <a:buFontTx/>
              <a:buNone/>
              <a:tabLst/>
              <a:defRPr/>
            </a:pPr>
            <a:r>
              <a:rPr kumimoji="0" lang="en-CA" sz="1500" b="1" i="0" u="none" strike="noStrike" kern="0" cap="none" spc="0" normalizeH="0" baseline="0" noProof="0" dirty="0">
                <a:ln>
                  <a:noFill/>
                </a:ln>
                <a:solidFill>
                  <a:schemeClr val="tx2"/>
                </a:solidFill>
                <a:effectLst/>
                <a:uLnTx/>
                <a:uFillTx/>
                <a:latin typeface="+mn-lt"/>
                <a:ea typeface="+mn-ea"/>
                <a:cs typeface="+mn-cs"/>
              </a:rPr>
              <a:t>Did you use a </a:t>
            </a:r>
            <a:r>
              <a:rPr kumimoji="0" lang="en-CA" sz="1500" b="1" i="1" u="none" strike="noStrike" kern="0" cap="none" spc="0" normalizeH="0" baseline="0" noProof="0" dirty="0">
                <a:ln>
                  <a:noFill/>
                </a:ln>
                <a:solidFill>
                  <a:schemeClr val="tx2"/>
                </a:solidFill>
                <a:effectLst/>
                <a:uLnTx/>
                <a:uFillTx/>
                <a:latin typeface="+mn-lt"/>
                <a:ea typeface="+mn-ea"/>
                <a:cs typeface="+mn-cs"/>
              </a:rPr>
              <a:t>headline</a:t>
            </a:r>
            <a:r>
              <a:rPr kumimoji="0" lang="en-CA" sz="1500" b="1" i="0" u="none" strike="noStrike" kern="0" cap="none" spc="0" normalizeH="0" baseline="0" noProof="0" dirty="0">
                <a:ln>
                  <a:noFill/>
                </a:ln>
                <a:solidFill>
                  <a:schemeClr val="tx2"/>
                </a:solidFill>
                <a:effectLst/>
                <a:uLnTx/>
                <a:uFillTx/>
                <a:latin typeface="+mn-lt"/>
                <a:ea typeface="+mn-ea"/>
                <a:cs typeface="+mn-cs"/>
              </a:rPr>
              <a:t> </a:t>
            </a:r>
            <a:r>
              <a:rPr kumimoji="0" lang="en-CA" sz="1500" b="0" i="0" u="none" strike="noStrike" kern="0" cap="none" spc="0" normalizeH="0" baseline="0" noProof="0" dirty="0">
                <a:ln>
                  <a:noFill/>
                </a:ln>
                <a:solidFill>
                  <a:schemeClr val="tx2"/>
                </a:solidFill>
                <a:effectLst/>
                <a:uLnTx/>
                <a:uFillTx/>
                <a:latin typeface="+mn-lt"/>
                <a:ea typeface="+mn-ea"/>
                <a:cs typeface="+mn-cs"/>
              </a:rPr>
              <a:t>(possibly with a message box) to communicate </a:t>
            </a:r>
            <a:br>
              <a:rPr kumimoji="0" lang="en-CA" sz="1500" b="0" i="0" u="none" strike="noStrike" kern="0" cap="none" spc="0" normalizeH="0" baseline="0" noProof="0" dirty="0">
                <a:ln>
                  <a:noFill/>
                </a:ln>
                <a:solidFill>
                  <a:schemeClr val="tx2"/>
                </a:solidFill>
                <a:effectLst/>
                <a:uLnTx/>
                <a:uFillTx/>
                <a:latin typeface="+mn-lt"/>
                <a:ea typeface="+mn-ea"/>
                <a:cs typeface="+mn-cs"/>
              </a:rPr>
            </a:br>
            <a:r>
              <a:rPr kumimoji="0" lang="en-CA" sz="1500" b="0" i="0" u="none" strike="noStrike" kern="0" cap="none" spc="0" normalizeH="0" baseline="0" noProof="0" dirty="0">
                <a:ln>
                  <a:noFill/>
                </a:ln>
                <a:solidFill>
                  <a:schemeClr val="tx2"/>
                </a:solidFill>
                <a:effectLst/>
                <a:uLnTx/>
                <a:uFillTx/>
                <a:latin typeface="+mn-lt"/>
                <a:ea typeface="+mn-ea"/>
                <a:cs typeface="+mn-cs"/>
              </a:rPr>
              <a:t>the key message of your page?</a:t>
            </a:r>
          </a:p>
        </p:txBody>
      </p:sp>
      <p:sp>
        <p:nvSpPr>
          <p:cNvPr id="42" name="Rectangle 41">
            <a:extLst>
              <a:ext uri="{FF2B5EF4-FFF2-40B4-BE49-F238E27FC236}">
                <a16:creationId xmlns:a16="http://schemas.microsoft.com/office/drawing/2014/main" id="{4B1E7836-1EAD-45CE-9796-4B5DE47B07E1}"/>
              </a:ext>
            </a:extLst>
          </p:cNvPr>
          <p:cNvSpPr/>
          <p:nvPr/>
        </p:nvSpPr>
        <p:spPr bwMode="auto">
          <a:xfrm>
            <a:off x="551384" y="2545417"/>
            <a:ext cx="1800000" cy="3722687"/>
          </a:xfrm>
          <a:prstGeom prst="rect">
            <a:avLst/>
          </a:prstGeom>
          <a:solidFill>
            <a:schemeClr val="accent2"/>
          </a:solidFill>
          <a:ln>
            <a:noFill/>
          </a:ln>
          <a:effectLst/>
        </p:spPr>
        <p:txBody>
          <a:bodyPr vert="horz" wrap="square" lIns="144000" tIns="108000" rIns="144000" bIns="108000" numCol="1" rtlCol="0" anchor="t" anchorCtr="0" compatLnSpc="1">
            <a:prstTxWarp prst="textNoShape">
              <a:avLst/>
            </a:prstTxWarp>
          </a:bodyPr>
          <a:lstStyle/>
          <a:p>
            <a:pPr marL="0" marR="0" lvl="0" indent="0" defTabSz="857250" eaLnBrk="1" fontAlgn="auto" latinLnBrk="0" hangingPunct="1">
              <a:lnSpc>
                <a:spcPct val="100000"/>
              </a:lnSpc>
              <a:spcBef>
                <a:spcPts val="0"/>
              </a:spcBef>
              <a:spcAft>
                <a:spcPts val="0"/>
              </a:spcAft>
              <a:buClrTx/>
              <a:buSzTx/>
              <a:buFontTx/>
              <a:buNone/>
              <a:tabLst/>
              <a:defRPr/>
            </a:pPr>
            <a:r>
              <a:rPr kumimoji="0" lang="en-CA" sz="1600" b="1" i="0" u="none" strike="noStrike" kern="0" cap="none" spc="0" normalizeH="0" baseline="0" noProof="0" dirty="0">
                <a:ln>
                  <a:noFill/>
                </a:ln>
                <a:solidFill>
                  <a:srgbClr val="FFFFFF"/>
                </a:solidFill>
                <a:effectLst/>
                <a:uLnTx/>
                <a:uFillTx/>
                <a:latin typeface="+mn-lt"/>
                <a:ea typeface="+mn-ea"/>
                <a:cs typeface="+mn-cs"/>
              </a:rPr>
              <a:t>Page body optimization</a:t>
            </a:r>
          </a:p>
        </p:txBody>
      </p:sp>
      <p:sp>
        <p:nvSpPr>
          <p:cNvPr id="44" name="Rectangle 43">
            <a:extLst>
              <a:ext uri="{FF2B5EF4-FFF2-40B4-BE49-F238E27FC236}">
                <a16:creationId xmlns:a16="http://schemas.microsoft.com/office/drawing/2014/main" id="{BE5D6454-3A9C-43C5-932D-B19F4B0756E2}"/>
              </a:ext>
            </a:extLst>
          </p:cNvPr>
          <p:cNvSpPr/>
          <p:nvPr/>
        </p:nvSpPr>
        <p:spPr bwMode="auto">
          <a:xfrm>
            <a:off x="2423592" y="1837220"/>
            <a:ext cx="684000" cy="621000"/>
          </a:xfrm>
          <a:prstGeom prst="rect">
            <a:avLst/>
          </a:prstGeom>
          <a:solidFill>
            <a:schemeClr val="accent3"/>
          </a:solidFill>
          <a:ln>
            <a:noFill/>
          </a:ln>
          <a:effectLst/>
        </p:spPr>
        <p:txBody>
          <a:bodyPr vert="horz" wrap="square" lIns="67500" tIns="42863" rIns="67500" bIns="42863" numCol="1" rtlCol="0" anchor="ctr" anchorCtr="0" compatLnSpc="1">
            <a:prstTxWarp prst="textNoShape">
              <a:avLst/>
            </a:prstTxWarp>
          </a:bodyPr>
          <a:lstStyle/>
          <a:p>
            <a:pPr marL="0" marR="0" lvl="0" indent="0" algn="ctr" defTabSz="857250" eaLnBrk="0" fontAlgn="base" latinLnBrk="0" hangingPunct="0">
              <a:lnSpc>
                <a:spcPct val="100000"/>
              </a:lnSpc>
              <a:spcBef>
                <a:spcPct val="50000"/>
              </a:spcBef>
              <a:spcAft>
                <a:spcPct val="0"/>
              </a:spcAft>
              <a:buClrTx/>
              <a:buSzTx/>
              <a:buFontTx/>
              <a:buNone/>
              <a:tabLst/>
              <a:defRPr/>
            </a:pPr>
            <a:r>
              <a:rPr kumimoji="0" lang="en-CA" sz="1500" b="1" i="0" u="none" strike="noStrike" kern="0" cap="none" spc="0" normalizeH="0" baseline="0" noProof="0" dirty="0">
                <a:ln>
                  <a:noFill/>
                </a:ln>
                <a:solidFill>
                  <a:srgbClr val="FFFFFF"/>
                </a:solidFill>
                <a:effectLst/>
                <a:uLnTx/>
                <a:uFillTx/>
                <a:latin typeface="+mn-lt"/>
                <a:ea typeface="+mn-ea"/>
              </a:rPr>
              <a:t>2</a:t>
            </a:r>
          </a:p>
        </p:txBody>
      </p:sp>
      <p:sp>
        <p:nvSpPr>
          <p:cNvPr id="45" name="Rectangle 44">
            <a:extLst>
              <a:ext uri="{FF2B5EF4-FFF2-40B4-BE49-F238E27FC236}">
                <a16:creationId xmlns:a16="http://schemas.microsoft.com/office/drawing/2014/main" id="{ECE9454D-77AA-4B04-B98C-A0065136B508}"/>
              </a:ext>
            </a:extLst>
          </p:cNvPr>
          <p:cNvSpPr/>
          <p:nvPr/>
        </p:nvSpPr>
        <p:spPr bwMode="auto">
          <a:xfrm>
            <a:off x="2423592" y="1129024"/>
            <a:ext cx="684000" cy="621000"/>
          </a:xfrm>
          <a:prstGeom prst="rect">
            <a:avLst/>
          </a:prstGeom>
          <a:solidFill>
            <a:schemeClr val="accent3"/>
          </a:solidFill>
          <a:ln>
            <a:noFill/>
          </a:ln>
          <a:effectLst/>
        </p:spPr>
        <p:txBody>
          <a:bodyPr vert="horz" wrap="square" lIns="67500" tIns="42863" rIns="67500" bIns="42863" numCol="1" rtlCol="0" anchor="ctr" anchorCtr="0" compatLnSpc="1">
            <a:prstTxWarp prst="textNoShape">
              <a:avLst/>
            </a:prstTxWarp>
          </a:bodyPr>
          <a:lstStyle/>
          <a:p>
            <a:pPr marL="0" marR="0" lvl="0" indent="0" algn="ctr" defTabSz="857250" eaLnBrk="0" fontAlgn="base" latinLnBrk="0" hangingPunct="0">
              <a:lnSpc>
                <a:spcPct val="100000"/>
              </a:lnSpc>
              <a:spcBef>
                <a:spcPct val="50000"/>
              </a:spcBef>
              <a:spcAft>
                <a:spcPct val="0"/>
              </a:spcAft>
              <a:buClrTx/>
              <a:buSzTx/>
              <a:buFontTx/>
              <a:buNone/>
              <a:tabLst/>
              <a:defRPr/>
            </a:pPr>
            <a:r>
              <a:rPr kumimoji="0" lang="en-CA" sz="1500" b="1" i="0" u="none" strike="noStrike" kern="0" cap="none" spc="0" normalizeH="0" baseline="0" noProof="0" dirty="0">
                <a:ln>
                  <a:noFill/>
                </a:ln>
                <a:solidFill>
                  <a:srgbClr val="FFFFFF"/>
                </a:solidFill>
                <a:effectLst/>
                <a:uLnTx/>
                <a:uFillTx/>
                <a:latin typeface="+mn-lt"/>
                <a:ea typeface="+mn-ea"/>
              </a:rPr>
              <a:t>1</a:t>
            </a:r>
          </a:p>
        </p:txBody>
      </p:sp>
      <p:pic>
        <p:nvPicPr>
          <p:cNvPr id="14" name="Image 12">
            <a:extLst>
              <a:ext uri="{FF2B5EF4-FFF2-40B4-BE49-F238E27FC236}">
                <a16:creationId xmlns:a16="http://schemas.microsoft.com/office/drawing/2014/main" id="{CE4626CD-E160-4888-BCCD-07F5367BB58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16280" y="260648"/>
            <a:ext cx="2917999" cy="725613"/>
          </a:xfrm>
          <a:prstGeom prst="rect">
            <a:avLst/>
          </a:prstGeom>
        </p:spPr>
      </p:pic>
      <p:sp>
        <p:nvSpPr>
          <p:cNvPr id="15" name="Text Box 25">
            <a:extLst>
              <a:ext uri="{FF2B5EF4-FFF2-40B4-BE49-F238E27FC236}">
                <a16:creationId xmlns:a16="http://schemas.microsoft.com/office/drawing/2014/main" id="{981218F5-18FB-4D14-AAFE-E4E4BE9F9064}"/>
              </a:ext>
            </a:extLst>
          </p:cNvPr>
          <p:cNvSpPr txBox="1">
            <a:spLocks noChangeArrowheads="1"/>
          </p:cNvSpPr>
          <p:nvPr userDrawn="1"/>
        </p:nvSpPr>
        <p:spPr bwMode="auto">
          <a:xfrm>
            <a:off x="551384" y="6309320"/>
            <a:ext cx="10971761" cy="230832"/>
          </a:xfrm>
          <a:prstGeom prst="rect">
            <a:avLst/>
          </a:prstGeom>
          <a:noFill/>
          <a:ln>
            <a:noFill/>
          </a:ln>
          <a:effectLst/>
        </p:spPr>
        <p:txBody>
          <a:bodyPr wrap="square" lIns="0">
            <a:spAutoFit/>
          </a:bodyPr>
          <a:lstStyle>
            <a:lvl1pPr>
              <a:defRPr sz="1400">
                <a:solidFill>
                  <a:schemeClr val="tx1"/>
                </a:solidFill>
                <a:latin typeface="+mn-lt"/>
                <a:ea typeface="+mn-ea"/>
                <a:cs typeface="+mn-cs"/>
              </a:defRPr>
            </a:lvl1pPr>
            <a:lvl2pPr marL="742950" indent="-285750">
              <a:defRPr sz="1400">
                <a:solidFill>
                  <a:schemeClr val="tx1"/>
                </a:solidFill>
                <a:latin typeface="+mn-lt"/>
                <a:ea typeface="+mn-ea"/>
              </a:defRPr>
            </a:lvl2pPr>
            <a:lvl3pPr marL="1143000" indent="-228600">
              <a:defRPr sz="1400">
                <a:solidFill>
                  <a:schemeClr val="tx1"/>
                </a:solidFill>
                <a:latin typeface="+mn-lt"/>
                <a:ea typeface="+mn-ea"/>
              </a:defRPr>
            </a:lvl3pPr>
            <a:lvl4pPr marL="1600200" indent="-228600">
              <a:defRPr sz="1400">
                <a:solidFill>
                  <a:schemeClr val="tx1"/>
                </a:solidFill>
                <a:latin typeface="+mn-lt"/>
                <a:ea typeface="+mn-ea"/>
              </a:defRPr>
            </a:lvl4pPr>
            <a:lvl5pPr marL="2057400" indent="-228600">
              <a:defRPr sz="1400">
                <a:solidFill>
                  <a:schemeClr val="tx1"/>
                </a:solidFill>
                <a:latin typeface="+mn-lt"/>
                <a:ea typeface="+mn-ea"/>
              </a:defRPr>
            </a:lvl5pPr>
            <a:lvl6pPr marL="2514600" indent="-228600" algn="ctr" eaLnBrk="0" fontAlgn="base" hangingPunct="0">
              <a:spcBef>
                <a:spcPct val="50000"/>
              </a:spcBef>
              <a:spcAft>
                <a:spcPct val="0"/>
              </a:spcAft>
              <a:defRPr sz="1400">
                <a:solidFill>
                  <a:schemeClr val="tx1"/>
                </a:solidFill>
                <a:latin typeface="+mn-lt"/>
                <a:ea typeface="+mn-ea"/>
              </a:defRPr>
            </a:lvl6pPr>
            <a:lvl7pPr marL="2971800" indent="-228600" algn="ctr" eaLnBrk="0" fontAlgn="base" hangingPunct="0">
              <a:spcBef>
                <a:spcPct val="50000"/>
              </a:spcBef>
              <a:spcAft>
                <a:spcPct val="0"/>
              </a:spcAft>
              <a:defRPr sz="1400">
                <a:solidFill>
                  <a:schemeClr val="tx1"/>
                </a:solidFill>
                <a:latin typeface="+mn-lt"/>
                <a:ea typeface="+mn-ea"/>
              </a:defRPr>
            </a:lvl7pPr>
            <a:lvl8pPr marL="3429000" indent="-228600" algn="ctr" eaLnBrk="0" fontAlgn="base" hangingPunct="0">
              <a:spcBef>
                <a:spcPct val="50000"/>
              </a:spcBef>
              <a:spcAft>
                <a:spcPct val="0"/>
              </a:spcAft>
              <a:defRPr sz="1400">
                <a:solidFill>
                  <a:schemeClr val="tx1"/>
                </a:solidFill>
                <a:latin typeface="+mn-lt"/>
                <a:ea typeface="+mn-ea"/>
              </a:defRPr>
            </a:lvl8pPr>
            <a:lvl9pPr marL="3886200" indent="-228600" algn="ctr" eaLnBrk="0" fontAlgn="base" hangingPunct="0">
              <a:spcBef>
                <a:spcPct val="50000"/>
              </a:spcBef>
              <a:spcAft>
                <a:spcPct val="0"/>
              </a:spcAft>
              <a:defRPr sz="1400">
                <a:solidFill>
                  <a:schemeClr val="tx1"/>
                </a:solidFill>
                <a:latin typeface="+mn-lt"/>
                <a:ea typeface="+mn-ea"/>
              </a:defRPr>
            </a:lvl9pPr>
          </a:lstStyle>
          <a:p>
            <a:pPr algn="l">
              <a:defRPr/>
            </a:pPr>
            <a:r>
              <a:rPr lang="en-CA" sz="900" b="0" noProof="0" dirty="0">
                <a:solidFill>
                  <a:schemeClr val="accent3"/>
                </a:solidFill>
                <a:cs typeface="+mn-cs"/>
              </a:rPr>
              <a:t>© PrezExpert INTL Inc., 2014, updated in 2015-2022.  All</a:t>
            </a:r>
            <a:r>
              <a:rPr lang="en-CA" sz="900" b="0" baseline="0" noProof="0" dirty="0">
                <a:solidFill>
                  <a:schemeClr val="accent3"/>
                </a:solidFill>
                <a:cs typeface="+mn-cs"/>
              </a:rPr>
              <a:t> rights reserved</a:t>
            </a:r>
            <a:r>
              <a:rPr lang="en-CA" sz="900" b="0" noProof="0" dirty="0">
                <a:solidFill>
                  <a:schemeClr val="accent3"/>
                </a:solidFill>
                <a:cs typeface="+mn-cs"/>
              </a:rPr>
              <a:t>.         Any copy, modification or use without</a:t>
            </a:r>
            <a:r>
              <a:rPr lang="en-CA" sz="900" b="0" baseline="0" noProof="0" dirty="0">
                <a:solidFill>
                  <a:schemeClr val="accent3"/>
                </a:solidFill>
                <a:cs typeface="+mn-cs"/>
              </a:rPr>
              <a:t> the authorisation of the copyright owner is prohibited.         www.prezexpert.com</a:t>
            </a:r>
            <a:endParaRPr lang="en-CA" sz="900" b="0" noProof="0" dirty="0">
              <a:solidFill>
                <a:schemeClr val="accent3"/>
              </a:solidFill>
              <a:cs typeface="+mn-cs"/>
            </a:endParaRPr>
          </a:p>
        </p:txBody>
      </p:sp>
    </p:spTree>
    <p:extLst>
      <p:ext uri="{BB962C8B-B14F-4D97-AF65-F5344CB8AC3E}">
        <p14:creationId xmlns:p14="http://schemas.microsoft.com/office/powerpoint/2010/main" val="3077638074"/>
      </p:ext>
    </p:extLst>
  </p:cSld>
  <p:clrMapOvr>
    <a:masterClrMapping/>
  </p:clrMapOvr>
  <p:transition spd="med">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p:cSld name="Warning">
    <p:bg>
      <p:bgPr>
        <a:solidFill>
          <a:schemeClr val="tx1"/>
        </a:solidFill>
        <a:effectLst/>
      </p:bgPr>
    </p:bg>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B1714105-C726-47F2-8691-718AD3DC54FB}"/>
              </a:ext>
            </a:extLst>
          </p:cNvPr>
          <p:cNvSpPr txBox="1"/>
          <p:nvPr/>
        </p:nvSpPr>
        <p:spPr>
          <a:xfrm>
            <a:off x="2" y="1012955"/>
            <a:ext cx="12191999" cy="4832092"/>
          </a:xfrm>
          <a:prstGeom prst="rect">
            <a:avLst/>
          </a:prstGeom>
          <a:noFill/>
        </p:spPr>
        <p:txBody>
          <a:bodyPr wrap="square" lIns="337500" rIns="337500" rtlCol="0" anchor="ctr" anchorCtr="0">
            <a:spAutoFit/>
          </a:bodyPr>
          <a:lstStyle/>
          <a:p>
            <a:pPr algn="ctr"/>
            <a:r>
              <a:rPr lang="en-CA" sz="8800" b="1" noProof="0" dirty="0">
                <a:solidFill>
                  <a:schemeClr val="bg1"/>
                </a:solidFill>
                <a:latin typeface="+mj-lt"/>
              </a:rPr>
              <a:t>Do not use any of </a:t>
            </a:r>
            <a:br>
              <a:rPr lang="en-CA" sz="8800" b="1" noProof="0" dirty="0">
                <a:solidFill>
                  <a:schemeClr val="bg1"/>
                </a:solidFill>
                <a:latin typeface="+mj-lt"/>
              </a:rPr>
            </a:br>
            <a:r>
              <a:rPr lang="en-CA" sz="8800" b="1" noProof="0" dirty="0">
                <a:solidFill>
                  <a:schemeClr val="bg1"/>
                </a:solidFill>
                <a:latin typeface="+mj-lt"/>
              </a:rPr>
              <a:t>the layouts that may appear after this one</a:t>
            </a:r>
          </a:p>
          <a:p>
            <a:pPr marL="0" marR="0" lvl="0" indent="0" algn="ctr" defTabSz="913614" rtl="0" eaLnBrk="1" fontAlgn="base" latinLnBrk="0" hangingPunct="1">
              <a:lnSpc>
                <a:spcPct val="100000"/>
              </a:lnSpc>
              <a:spcBef>
                <a:spcPct val="0"/>
              </a:spcBef>
              <a:spcAft>
                <a:spcPct val="0"/>
              </a:spcAft>
              <a:buClrTx/>
              <a:buSzTx/>
              <a:buFontTx/>
              <a:buNone/>
              <a:tabLst/>
              <a:defRPr/>
            </a:pPr>
            <a:endParaRPr lang="en-CA" sz="2400" i="1" kern="1200" noProof="0" dirty="0">
              <a:solidFill>
                <a:schemeClr val="bg1"/>
              </a:solidFill>
              <a:latin typeface="+mj-lt"/>
              <a:ea typeface="+mn-ea"/>
              <a:cs typeface="+mn-cs"/>
            </a:endParaRPr>
          </a:p>
          <a:p>
            <a:pPr marL="0" marR="0" lvl="0" indent="0" algn="ctr" defTabSz="913614" rtl="0" eaLnBrk="1" fontAlgn="base" latinLnBrk="0" hangingPunct="1">
              <a:lnSpc>
                <a:spcPct val="100000"/>
              </a:lnSpc>
              <a:spcBef>
                <a:spcPct val="0"/>
              </a:spcBef>
              <a:spcAft>
                <a:spcPct val="0"/>
              </a:spcAft>
              <a:buClrTx/>
              <a:buSzTx/>
              <a:buFontTx/>
              <a:buNone/>
              <a:tabLst/>
              <a:defRPr/>
            </a:pPr>
            <a:r>
              <a:rPr lang="en-CA" sz="2000" i="1" kern="1200" noProof="0" dirty="0">
                <a:solidFill>
                  <a:schemeClr val="bg1"/>
                </a:solidFill>
                <a:latin typeface="+mj-lt"/>
                <a:ea typeface="+mn-ea"/>
                <a:cs typeface="+mn-cs"/>
              </a:rPr>
              <a:t>- Never use this page in your presentation -</a:t>
            </a:r>
          </a:p>
        </p:txBody>
      </p:sp>
    </p:spTree>
    <p:extLst>
      <p:ext uri="{BB962C8B-B14F-4D97-AF65-F5344CB8AC3E}">
        <p14:creationId xmlns:p14="http://schemas.microsoft.com/office/powerpoint/2010/main" val="730531014"/>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theme" Target="../theme/theme1.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image" Target="../media/image1.sv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61" Type="http://schemas.openxmlformats.org/officeDocument/2006/relationships/slideLayout" Target="../slideLayouts/slideLayout61.xml"/><Relationship Id="rId82" Type="http://schemas.openxmlformats.org/officeDocument/2006/relationships/slideLayout" Target="../slideLayouts/slideLayout8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Title Placeholder 1"/>
          <p:cNvSpPr>
            <a:spLocks noGrp="1"/>
          </p:cNvSpPr>
          <p:nvPr>
            <p:ph type="title"/>
          </p:nvPr>
        </p:nvSpPr>
        <p:spPr>
          <a:xfrm>
            <a:off x="551384" y="332656"/>
            <a:ext cx="11088000" cy="864000"/>
          </a:xfrm>
          <a:prstGeom prst="rect">
            <a:avLst/>
          </a:prstGeom>
        </p:spPr>
        <p:txBody>
          <a:bodyPr vert="horz" lIns="0" tIns="0" rIns="0" bIns="0" rtlCol="0" anchor="t">
            <a:normAutofit/>
          </a:bodyPr>
          <a:lstStyle/>
          <a:p>
            <a:r>
              <a:rPr lang="en-CA" noProof="0" dirty="0"/>
              <a:t>Click to add a headline</a:t>
            </a:r>
          </a:p>
        </p:txBody>
      </p:sp>
      <p:sp>
        <p:nvSpPr>
          <p:cNvPr id="17" name="Text Placeholder 2"/>
          <p:cNvSpPr>
            <a:spLocks noGrp="1"/>
          </p:cNvSpPr>
          <p:nvPr>
            <p:ph type="body" idx="1"/>
          </p:nvPr>
        </p:nvSpPr>
        <p:spPr bwMode="auto">
          <a:xfrm>
            <a:off x="551384" y="1412776"/>
            <a:ext cx="11088000" cy="4896000"/>
          </a:xfrm>
          <a:prstGeom prst="rect">
            <a:avLst/>
          </a:prstGeom>
          <a:noFill/>
          <a:ln>
            <a:noFill/>
          </a:ln>
          <a:extLst>
            <a:ext uri="{FAA26D3D-D897-4be2-8F04-BA451C77F1D7}">
              <ma14:placeholderFlag xmlns:a14="http://schemas.microsoft.com/office/drawing/2010/main" xmlns:a16="http://schemas.microsoft.com/office/drawing/2014/main" xmlns:asvg="http://schemas.microsoft.com/office/drawing/2016/SVG/main" xmlns:p14="http://schemas.microsoft.com/office/powerpoint/2010/main" xmlns:p15="http://schemas.microsoft.com/office/powerpoint/2012/main" xmlns:ma14="http://schemas.microsoft.com/office/mac/drawingml/2011/main" xmlns="" val="1"/>
            </a:ext>
            <a:ext uri="{909E8E84-426E-40dd-AFC4-6F175D3DCCD1}">
              <a14:hiddenFill xmlns:ma14="http://schemas.microsoft.com/office/mac/drawingml/2011/main" xmlns:a16="http://schemas.microsoft.com/office/drawing/2014/main" xmlns:asvg="http://schemas.microsoft.com/office/drawing/2016/SVG/main" xmlns:p14="http://schemas.microsoft.com/office/powerpoint/2010/main" xmlns:p15="http://schemas.microsoft.com/office/powerpoint/2012/main" xmlns:a14="http://schemas.microsoft.com/office/drawing/2010/main" xmlns="">
                <a:solidFill>
                  <a:srgbClr val="FFFFFF"/>
                </a:solidFill>
              </a14:hiddenFill>
            </a:ext>
            <a:ext uri="{91240B29-F687-4f45-9708-019B960494DF}">
              <a14:hiddenLine xmlns:ma14="http://schemas.microsoft.com/office/mac/drawingml/2011/main" xmlns:a16="http://schemas.microsoft.com/office/drawing/2014/main" xmlns:asvg="http://schemas.microsoft.com/office/drawing/2016/SVG/main" xmlns:p14="http://schemas.microsoft.com/office/powerpoint/2010/main" xmlns:p15="http://schemas.microsoft.com/office/powerpoint/2012/main" xmlns:a14="http://schemas.microsoft.com/office/drawing/2010/main" xmlns=""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CA" noProof="0" dirty="0"/>
              <a:t>Click to add text</a:t>
            </a:r>
          </a:p>
          <a:p>
            <a:pPr lvl="1"/>
            <a:r>
              <a:rPr lang="en-CA" noProof="0" dirty="0"/>
              <a:t>Second level</a:t>
            </a:r>
          </a:p>
          <a:p>
            <a:pPr lvl="2"/>
            <a:r>
              <a:rPr lang="en-CA" noProof="0" dirty="0"/>
              <a:t>Third level</a:t>
            </a:r>
          </a:p>
          <a:p>
            <a:pPr lvl="3"/>
            <a:r>
              <a:rPr lang="en-CA" noProof="0" dirty="0"/>
              <a:t>Fourth level</a:t>
            </a:r>
          </a:p>
          <a:p>
            <a:pPr lvl="4"/>
            <a:r>
              <a:rPr lang="en-CA" noProof="0" dirty="0"/>
              <a:t>Fifth level</a:t>
            </a:r>
          </a:p>
          <a:p>
            <a:pPr lvl="5"/>
            <a:r>
              <a:rPr lang="en-CA" noProof="0" dirty="0"/>
              <a:t>Sixth level</a:t>
            </a:r>
          </a:p>
          <a:p>
            <a:pPr lvl="6"/>
            <a:r>
              <a:rPr lang="en-CA" noProof="0" dirty="0"/>
              <a:t>Seventh level for paragraph title</a:t>
            </a:r>
          </a:p>
        </p:txBody>
      </p:sp>
      <p:sp>
        <p:nvSpPr>
          <p:cNvPr id="18" name="Slide Number Placeholder 5"/>
          <p:cNvSpPr>
            <a:spLocks noGrp="1"/>
          </p:cNvSpPr>
          <p:nvPr>
            <p:ph type="sldNum" sz="quarter" idx="4"/>
          </p:nvPr>
        </p:nvSpPr>
        <p:spPr>
          <a:xfrm>
            <a:off x="551384" y="6633782"/>
            <a:ext cx="504000" cy="144463"/>
          </a:xfrm>
          <a:prstGeom prst="rect">
            <a:avLst/>
          </a:prstGeom>
        </p:spPr>
        <p:txBody>
          <a:bodyPr vert="horz" lIns="0" tIns="0" rIns="0" bIns="0" rtlCol="0" anchor="ctr"/>
          <a:lstStyle>
            <a:lvl1pPr marL="0" algn="l" defTabSz="342901" rtl="0" eaLnBrk="1" fontAlgn="auto" latinLnBrk="0" hangingPunct="1">
              <a:spcBef>
                <a:spcPts val="0"/>
              </a:spcBef>
              <a:spcAft>
                <a:spcPts val="0"/>
              </a:spcAft>
              <a:defRPr lang="en-US" sz="1000" kern="1200" smtClean="0">
                <a:solidFill>
                  <a:schemeClr val="tx2"/>
                </a:solidFill>
                <a:latin typeface="+mn-lt"/>
                <a:ea typeface="+mn-ea"/>
                <a:cs typeface="+mn-cs"/>
              </a:defRPr>
            </a:lvl1pPr>
          </a:lstStyle>
          <a:p>
            <a:fld id="{9F13E4E3-EA9B-4FF8-B6C4-2516ED16E94E}" type="slidenum">
              <a:rPr lang="en-CA" smtClean="0"/>
              <a:t>‹#›</a:t>
            </a:fld>
            <a:endParaRPr lang="en-CA" dirty="0"/>
          </a:p>
        </p:txBody>
      </p:sp>
      <p:sp>
        <p:nvSpPr>
          <p:cNvPr id="2" name="Rectangle 1"/>
          <p:cNvSpPr/>
          <p:nvPr userDrawn="1"/>
        </p:nvSpPr>
        <p:spPr>
          <a:xfrm>
            <a:off x="4165601" y="6634576"/>
            <a:ext cx="3860800" cy="142875"/>
          </a:xfrm>
          <a:prstGeom prst="rect">
            <a:avLst/>
          </a:prstGeom>
        </p:spPr>
        <p:txBody>
          <a:bodyPr vert="horz" lIns="0" tIns="0" rIns="0" bIns="0" rtlCol="0" anchor="ctr"/>
          <a:lstStyle/>
          <a:p>
            <a:pPr lvl="0" algn="ctr" fontAlgn="auto">
              <a:spcBef>
                <a:spcPts val="0"/>
              </a:spcBef>
              <a:spcAft>
                <a:spcPts val="0"/>
              </a:spcAft>
            </a:pPr>
            <a:r>
              <a:rPr lang="en-CA" sz="800" kern="1200" noProof="0" dirty="0">
                <a:solidFill>
                  <a:schemeClr val="accent3"/>
                </a:solidFill>
                <a:latin typeface="+mn-lt"/>
                <a:ea typeface="+mn-ea"/>
                <a:cs typeface="+mn-cs"/>
              </a:rPr>
              <a:t>CAE Inc. Proprietary Information and/or Confidential</a:t>
            </a:r>
          </a:p>
        </p:txBody>
      </p:sp>
      <p:cxnSp>
        <p:nvCxnSpPr>
          <p:cNvPr id="4" name="Connecteur droit 3">
            <a:extLst>
              <a:ext uri="{FF2B5EF4-FFF2-40B4-BE49-F238E27FC236}">
                <a16:creationId xmlns:a16="http://schemas.microsoft.com/office/drawing/2014/main" id="{DE32D7BE-E944-448C-A932-607615F4DAF5}"/>
              </a:ext>
            </a:extLst>
          </p:cNvPr>
          <p:cNvCxnSpPr/>
          <p:nvPr userDrawn="1"/>
        </p:nvCxnSpPr>
        <p:spPr>
          <a:xfrm flipV="1">
            <a:off x="551384" y="-315416"/>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 name="Connecteur droit 10">
            <a:extLst>
              <a:ext uri="{FF2B5EF4-FFF2-40B4-BE49-F238E27FC236}">
                <a16:creationId xmlns:a16="http://schemas.microsoft.com/office/drawing/2014/main" id="{1C769970-E77E-44CB-862C-5CC9DD8BBAC9}"/>
              </a:ext>
            </a:extLst>
          </p:cNvPr>
          <p:cNvCxnSpPr/>
          <p:nvPr userDrawn="1"/>
        </p:nvCxnSpPr>
        <p:spPr>
          <a:xfrm flipV="1">
            <a:off x="11640616" y="-315416"/>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2FCBB0A4-34BF-4F15-8383-65A93B5F10EF}"/>
              </a:ext>
            </a:extLst>
          </p:cNvPr>
          <p:cNvCxnSpPr/>
          <p:nvPr userDrawn="1"/>
        </p:nvCxnSpPr>
        <p:spPr>
          <a:xfrm flipV="1">
            <a:off x="551384" y="6957392"/>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D8A06FE9-917C-48F3-878A-E6DFD3A44D90}"/>
              </a:ext>
            </a:extLst>
          </p:cNvPr>
          <p:cNvCxnSpPr/>
          <p:nvPr userDrawn="1"/>
        </p:nvCxnSpPr>
        <p:spPr>
          <a:xfrm flipV="1">
            <a:off x="11640616" y="6957392"/>
            <a:ext cx="0" cy="21602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 name="Connecteur droit 5">
            <a:extLst>
              <a:ext uri="{FF2B5EF4-FFF2-40B4-BE49-F238E27FC236}">
                <a16:creationId xmlns:a16="http://schemas.microsoft.com/office/drawing/2014/main" id="{C65F5152-33FE-4563-9ABC-9042E366D428}"/>
              </a:ext>
            </a:extLst>
          </p:cNvPr>
          <p:cNvCxnSpPr/>
          <p:nvPr userDrawn="1"/>
        </p:nvCxnSpPr>
        <p:spPr>
          <a:xfrm>
            <a:off x="-312712" y="1412776"/>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Connecteur droit 18">
            <a:extLst>
              <a:ext uri="{FF2B5EF4-FFF2-40B4-BE49-F238E27FC236}">
                <a16:creationId xmlns:a16="http://schemas.microsoft.com/office/drawing/2014/main" id="{F963B879-E6E3-4ACE-A15D-F64560162815}"/>
              </a:ext>
            </a:extLst>
          </p:cNvPr>
          <p:cNvCxnSpPr/>
          <p:nvPr userDrawn="1"/>
        </p:nvCxnSpPr>
        <p:spPr>
          <a:xfrm>
            <a:off x="12288688" y="1412776"/>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Connecteur droit 19">
            <a:extLst>
              <a:ext uri="{FF2B5EF4-FFF2-40B4-BE49-F238E27FC236}">
                <a16:creationId xmlns:a16="http://schemas.microsoft.com/office/drawing/2014/main" id="{BDA1220E-448F-44B2-866F-92ECB3A717EB}"/>
              </a:ext>
            </a:extLst>
          </p:cNvPr>
          <p:cNvCxnSpPr/>
          <p:nvPr userDrawn="1"/>
        </p:nvCxnSpPr>
        <p:spPr>
          <a:xfrm>
            <a:off x="-312712" y="6309221"/>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Connecteur droit 20">
            <a:extLst>
              <a:ext uri="{FF2B5EF4-FFF2-40B4-BE49-F238E27FC236}">
                <a16:creationId xmlns:a16="http://schemas.microsoft.com/office/drawing/2014/main" id="{00A997D2-1B0A-477D-9B2E-D2C7CF49A7A9}"/>
              </a:ext>
            </a:extLst>
          </p:cNvPr>
          <p:cNvCxnSpPr/>
          <p:nvPr userDrawn="1"/>
        </p:nvCxnSpPr>
        <p:spPr>
          <a:xfrm>
            <a:off x="12288688" y="6309221"/>
            <a:ext cx="216024" cy="9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pic>
        <p:nvPicPr>
          <p:cNvPr id="3" name="Graphic 14">
            <a:extLst>
              <a:ext uri="{FF2B5EF4-FFF2-40B4-BE49-F238E27FC236}">
                <a16:creationId xmlns:a16="http://schemas.microsoft.com/office/drawing/2014/main" id="{D7EDFE24-4F98-2989-2E69-8BCCF2974EE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85"/>
              </a:ext>
            </a:extLst>
          </a:blip>
          <a:stretch>
            <a:fillRect/>
          </a:stretch>
        </p:blipFill>
        <p:spPr>
          <a:xfrm>
            <a:off x="11125191" y="6553690"/>
            <a:ext cx="457209" cy="171453"/>
          </a:xfrm>
          <a:prstGeom prst="rect">
            <a:avLst/>
          </a:prstGeom>
        </p:spPr>
      </p:pic>
    </p:spTree>
    <p:extLst>
      <p:ext uri="{BB962C8B-B14F-4D97-AF65-F5344CB8AC3E}">
        <p14:creationId xmlns:p14="http://schemas.microsoft.com/office/powerpoint/2010/main" val="4021287881"/>
      </p:ext>
    </p:extLst>
  </p:cSld>
  <p:clrMap bg1="lt1" tx1="dk1" bg2="lt2" tx2="dk2" accent1="accent1" accent2="accent2" accent3="accent3" accent4="accent4" accent5="accent5" accent6="accent6" hlink="hlink" folHlink="folHlink"/>
  <p:sldLayoutIdLst>
    <p:sldLayoutId id="2147483842" r:id="rId1"/>
    <p:sldLayoutId id="2147483874" r:id="rId2"/>
    <p:sldLayoutId id="2147483843" r:id="rId3"/>
    <p:sldLayoutId id="2147483880" r:id="rId4"/>
    <p:sldLayoutId id="2147483845" r:id="rId5"/>
    <p:sldLayoutId id="2147483881" r:id="rId6"/>
    <p:sldLayoutId id="2147483882" r:id="rId7"/>
    <p:sldLayoutId id="2147483883" r:id="rId8"/>
    <p:sldLayoutId id="2147483884" r:id="rId9"/>
    <p:sldLayoutId id="2147483788" r:id="rId10"/>
    <p:sldLayoutId id="2147483789" r:id="rId11"/>
    <p:sldLayoutId id="2147483790" r:id="rId12"/>
    <p:sldLayoutId id="2147483791" r:id="rId13"/>
    <p:sldLayoutId id="2147483792" r:id="rId14"/>
    <p:sldLayoutId id="2147483793" r:id="rId15"/>
    <p:sldLayoutId id="2147483794" r:id="rId16"/>
    <p:sldLayoutId id="2147483795" r:id="rId17"/>
    <p:sldLayoutId id="2147483796" r:id="rId18"/>
    <p:sldLayoutId id="2147483798" r:id="rId19"/>
    <p:sldLayoutId id="2147483799" r:id="rId20"/>
    <p:sldLayoutId id="2147483800" r:id="rId21"/>
    <p:sldLayoutId id="2147483801" r:id="rId22"/>
    <p:sldLayoutId id="2147483865" r:id="rId23"/>
    <p:sldLayoutId id="2147483870" r:id="rId24"/>
    <p:sldLayoutId id="2147483802" r:id="rId25"/>
    <p:sldLayoutId id="2147483803" r:id="rId26"/>
    <p:sldLayoutId id="2147483804" r:id="rId27"/>
    <p:sldLayoutId id="2147483805" r:id="rId28"/>
    <p:sldLayoutId id="2147483812" r:id="rId29"/>
    <p:sldLayoutId id="2147483813" r:id="rId30"/>
    <p:sldLayoutId id="2147483814" r:id="rId31"/>
    <p:sldLayoutId id="2147483815" r:id="rId32"/>
    <p:sldLayoutId id="2147483816" r:id="rId33"/>
    <p:sldLayoutId id="2147483817" r:id="rId34"/>
    <p:sldLayoutId id="2147483818" r:id="rId35"/>
    <p:sldLayoutId id="2147483852" r:id="rId36"/>
    <p:sldLayoutId id="2147483854" r:id="rId37"/>
    <p:sldLayoutId id="2147483855" r:id="rId38"/>
    <p:sldLayoutId id="2147483856" r:id="rId39"/>
    <p:sldLayoutId id="2147483857" r:id="rId40"/>
    <p:sldLayoutId id="2147483858" r:id="rId41"/>
    <p:sldLayoutId id="2147483859" r:id="rId42"/>
    <p:sldLayoutId id="2147483860" r:id="rId43"/>
    <p:sldLayoutId id="2147483861" r:id="rId44"/>
    <p:sldLayoutId id="2147483850" r:id="rId45"/>
    <p:sldLayoutId id="2147483853" r:id="rId46"/>
    <p:sldLayoutId id="2147483806" r:id="rId47"/>
    <p:sldLayoutId id="2147483807" r:id="rId48"/>
    <p:sldLayoutId id="2147483808" r:id="rId49"/>
    <p:sldLayoutId id="2147483809" r:id="rId50"/>
    <p:sldLayoutId id="2147483810" r:id="rId51"/>
    <p:sldLayoutId id="2147483811" r:id="rId52"/>
    <p:sldLayoutId id="2147483819" r:id="rId53"/>
    <p:sldLayoutId id="2147483847" r:id="rId54"/>
    <p:sldLayoutId id="2147483848" r:id="rId55"/>
    <p:sldLayoutId id="2147483849" r:id="rId56"/>
    <p:sldLayoutId id="2147483862" r:id="rId57"/>
    <p:sldLayoutId id="2147483863" r:id="rId58"/>
    <p:sldLayoutId id="2147483875" r:id="rId59"/>
    <p:sldLayoutId id="2147483821" r:id="rId60"/>
    <p:sldLayoutId id="2147483822" r:id="rId61"/>
    <p:sldLayoutId id="2147483823" r:id="rId62"/>
    <p:sldLayoutId id="2147483824" r:id="rId63"/>
    <p:sldLayoutId id="2147483877" r:id="rId64"/>
    <p:sldLayoutId id="2147483878" r:id="rId65"/>
    <p:sldLayoutId id="2147483830" r:id="rId66"/>
    <p:sldLayoutId id="2147483825" r:id="rId67"/>
    <p:sldLayoutId id="2147483826" r:id="rId68"/>
    <p:sldLayoutId id="2147483851" r:id="rId69"/>
    <p:sldLayoutId id="2147483869" r:id="rId70"/>
    <p:sldLayoutId id="2147483868" r:id="rId71"/>
    <p:sldLayoutId id="2147483867" r:id="rId72"/>
    <p:sldLayoutId id="2147483866" r:id="rId73"/>
    <p:sldLayoutId id="2147483820" r:id="rId74"/>
    <p:sldLayoutId id="2147483876" r:id="rId75"/>
    <p:sldLayoutId id="2147483831" r:id="rId76"/>
    <p:sldLayoutId id="2147483832" r:id="rId77"/>
    <p:sldLayoutId id="2147483834" r:id="rId78"/>
    <p:sldLayoutId id="2147483835" r:id="rId79"/>
    <p:sldLayoutId id="2147483836" r:id="rId80"/>
    <p:sldLayoutId id="2147483837" r:id="rId81"/>
    <p:sldLayoutId id="2147483838" r:id="rId82"/>
    <p:sldLayoutId id="2147483839" r:id="rId83"/>
  </p:sldLayoutIdLst>
  <p:transition spd="med">
    <p:fade/>
  </p:transition>
  <p:hf hdr="0" ftr="0" dt="0"/>
  <p:txStyles>
    <p:titleStyle>
      <a:lvl1pPr algn="l" defTabSz="612019" rtl="0" eaLnBrk="1" fontAlgn="base" hangingPunct="1">
        <a:lnSpc>
          <a:spcPct val="89000"/>
        </a:lnSpc>
        <a:spcBef>
          <a:spcPts val="0"/>
        </a:spcBef>
        <a:spcAft>
          <a:spcPts val="0"/>
        </a:spcAft>
        <a:defRPr lang="en-US" sz="3000" b="1" kern="1200" cap="none" baseline="0" dirty="0" smtClean="0">
          <a:solidFill>
            <a:schemeClr val="tx2"/>
          </a:solidFill>
          <a:latin typeface="+mj-lt"/>
          <a:ea typeface="+mn-ea"/>
          <a:cs typeface="+mn-cs"/>
        </a:defRPr>
      </a:lvl1pPr>
      <a:lvl2pPr algn="l" defTabSz="612019" rtl="0" eaLnBrk="1" fontAlgn="base" hangingPunct="1">
        <a:lnSpc>
          <a:spcPts val="1423"/>
        </a:lnSpc>
        <a:spcBef>
          <a:spcPct val="0"/>
        </a:spcBef>
        <a:spcAft>
          <a:spcPct val="0"/>
        </a:spcAft>
        <a:defRPr sz="1500">
          <a:solidFill>
            <a:srgbClr val="404040"/>
          </a:solidFill>
          <a:latin typeface="+mn-lt"/>
        </a:defRPr>
      </a:lvl2pPr>
      <a:lvl3pPr algn="l" defTabSz="612019" rtl="0" eaLnBrk="1" fontAlgn="base" hangingPunct="1">
        <a:lnSpc>
          <a:spcPts val="1423"/>
        </a:lnSpc>
        <a:spcBef>
          <a:spcPct val="0"/>
        </a:spcBef>
        <a:spcAft>
          <a:spcPct val="0"/>
        </a:spcAft>
        <a:defRPr sz="1500">
          <a:solidFill>
            <a:srgbClr val="404040"/>
          </a:solidFill>
          <a:latin typeface="+mn-lt"/>
        </a:defRPr>
      </a:lvl3pPr>
      <a:lvl4pPr algn="l" defTabSz="612019" rtl="0" eaLnBrk="1" fontAlgn="base" hangingPunct="1">
        <a:lnSpc>
          <a:spcPts val="1423"/>
        </a:lnSpc>
        <a:spcBef>
          <a:spcPct val="0"/>
        </a:spcBef>
        <a:spcAft>
          <a:spcPct val="0"/>
        </a:spcAft>
        <a:defRPr sz="1500">
          <a:solidFill>
            <a:srgbClr val="404040"/>
          </a:solidFill>
          <a:latin typeface="+mn-lt"/>
        </a:defRPr>
      </a:lvl4pPr>
      <a:lvl5pPr algn="l" defTabSz="612019" rtl="0" eaLnBrk="1" fontAlgn="base" hangingPunct="1">
        <a:lnSpc>
          <a:spcPts val="1423"/>
        </a:lnSpc>
        <a:spcBef>
          <a:spcPct val="0"/>
        </a:spcBef>
        <a:spcAft>
          <a:spcPct val="0"/>
        </a:spcAft>
        <a:defRPr sz="1500">
          <a:solidFill>
            <a:srgbClr val="404040"/>
          </a:solidFill>
          <a:latin typeface="+mn-lt"/>
        </a:defRPr>
      </a:lvl5pPr>
      <a:lvl6pPr marL="192846" algn="l" defTabSz="612019" rtl="0" eaLnBrk="1" fontAlgn="base" hangingPunct="1">
        <a:lnSpc>
          <a:spcPts val="1423"/>
        </a:lnSpc>
        <a:spcBef>
          <a:spcPct val="0"/>
        </a:spcBef>
        <a:spcAft>
          <a:spcPct val="0"/>
        </a:spcAft>
        <a:defRPr sz="1500">
          <a:solidFill>
            <a:srgbClr val="404040"/>
          </a:solidFill>
          <a:latin typeface="+mn-lt"/>
        </a:defRPr>
      </a:lvl6pPr>
      <a:lvl7pPr marL="385691" algn="l" defTabSz="612019" rtl="0" eaLnBrk="1" fontAlgn="base" hangingPunct="1">
        <a:lnSpc>
          <a:spcPts val="1423"/>
        </a:lnSpc>
        <a:spcBef>
          <a:spcPct val="0"/>
        </a:spcBef>
        <a:spcAft>
          <a:spcPct val="0"/>
        </a:spcAft>
        <a:defRPr sz="1500">
          <a:solidFill>
            <a:srgbClr val="404040"/>
          </a:solidFill>
          <a:latin typeface="+mn-lt"/>
        </a:defRPr>
      </a:lvl7pPr>
      <a:lvl8pPr marL="578537" algn="l" defTabSz="612019" rtl="0" eaLnBrk="1" fontAlgn="base" hangingPunct="1">
        <a:lnSpc>
          <a:spcPts val="1423"/>
        </a:lnSpc>
        <a:spcBef>
          <a:spcPct val="0"/>
        </a:spcBef>
        <a:spcAft>
          <a:spcPct val="0"/>
        </a:spcAft>
        <a:defRPr sz="1500">
          <a:solidFill>
            <a:srgbClr val="404040"/>
          </a:solidFill>
          <a:latin typeface="+mn-lt"/>
        </a:defRPr>
      </a:lvl8pPr>
      <a:lvl9pPr marL="771383" algn="l" defTabSz="612019" rtl="0" eaLnBrk="1" fontAlgn="base" hangingPunct="1">
        <a:lnSpc>
          <a:spcPts val="1423"/>
        </a:lnSpc>
        <a:spcBef>
          <a:spcPct val="0"/>
        </a:spcBef>
        <a:spcAft>
          <a:spcPct val="0"/>
        </a:spcAft>
        <a:defRPr sz="1500">
          <a:solidFill>
            <a:srgbClr val="404040"/>
          </a:solidFill>
          <a:latin typeface="+mn-lt"/>
        </a:defRPr>
      </a:lvl9pPr>
    </p:titleStyle>
    <p:bodyStyle>
      <a:lvl1pPr marL="0" indent="0" algn="l" defTabSz="612019" rtl="0" eaLnBrk="1" fontAlgn="base" hangingPunct="1">
        <a:spcBef>
          <a:spcPts val="1400"/>
        </a:spcBef>
        <a:spcAft>
          <a:spcPts val="0"/>
        </a:spcAft>
        <a:buClrTx/>
        <a:buFont typeface="Arial" panose="020B0604020202020204" pitchFamily="34" charset="0"/>
        <a:buChar char="​"/>
        <a:defRPr lang="en-US" sz="2200" kern="1200" dirty="0">
          <a:solidFill>
            <a:schemeClr val="tx2"/>
          </a:solidFill>
          <a:latin typeface="+mn-lt"/>
          <a:ea typeface="+mn-ea"/>
          <a:cs typeface="+mn-cs"/>
        </a:defRPr>
      </a:lvl1pPr>
      <a:lvl2pPr marL="234000" indent="-216000" algn="l" defTabSz="612019" rtl="0" eaLnBrk="1" fontAlgn="base" hangingPunct="1">
        <a:spcBef>
          <a:spcPts val="800"/>
        </a:spcBef>
        <a:spcAft>
          <a:spcPts val="0"/>
        </a:spcAft>
        <a:buClr>
          <a:schemeClr val="tx2"/>
        </a:buClr>
        <a:buFont typeface="Wingdings" panose="05000000000000000000" pitchFamily="2" charset="2"/>
        <a:buChar char="§"/>
        <a:defRPr sz="2000" kern="1200">
          <a:solidFill>
            <a:schemeClr val="tx2"/>
          </a:solidFill>
          <a:latin typeface="+mn-lt"/>
          <a:ea typeface="+mn-ea"/>
          <a:cs typeface="+mn-cs"/>
        </a:defRPr>
      </a:lvl2pPr>
      <a:lvl3pPr marL="428400" indent="-180000" algn="l" defTabSz="612019" rtl="0" eaLnBrk="1" fontAlgn="base" hangingPunct="1">
        <a:spcBef>
          <a:spcPts val="400"/>
        </a:spcBef>
        <a:spcAft>
          <a:spcPts val="0"/>
        </a:spcAft>
        <a:buClr>
          <a:schemeClr val="accent3"/>
        </a:buClr>
        <a:buFont typeface="Wingdings" panose="05000000000000000000" pitchFamily="2" charset="2"/>
        <a:buChar char="§"/>
        <a:defRPr sz="1800" kern="1200">
          <a:solidFill>
            <a:schemeClr val="tx2"/>
          </a:solidFill>
          <a:latin typeface="+mn-lt"/>
          <a:ea typeface="+mn-ea"/>
          <a:cs typeface="+mn-cs"/>
        </a:defRPr>
      </a:lvl3pPr>
      <a:lvl4pPr marL="583200" indent="-144000" algn="l" defTabSz="612019" rtl="0" eaLnBrk="1" fontAlgn="base" hangingPunct="1">
        <a:spcBef>
          <a:spcPts val="200"/>
        </a:spcBef>
        <a:spcAft>
          <a:spcPts val="0"/>
        </a:spcAft>
        <a:buClr>
          <a:schemeClr val="accent3"/>
        </a:buClr>
        <a:buFont typeface="Wingdings" panose="05000000000000000000" pitchFamily="2" charset="2"/>
        <a:buChar char="§"/>
        <a:defRPr sz="1600" kern="1200">
          <a:solidFill>
            <a:schemeClr val="tx2"/>
          </a:solidFill>
          <a:latin typeface="+mn-lt"/>
          <a:ea typeface="+mn-ea"/>
          <a:cs typeface="+mn-cs"/>
        </a:defRPr>
      </a:lvl4pPr>
      <a:lvl5pPr marL="414000" indent="-414000" algn="l" defTabSz="612019" rtl="0" eaLnBrk="1" fontAlgn="base" hangingPunct="1">
        <a:spcBef>
          <a:spcPts val="1000"/>
        </a:spcBef>
        <a:spcAft>
          <a:spcPts val="0"/>
        </a:spcAft>
        <a:buClr>
          <a:schemeClr val="tx2"/>
        </a:buClr>
        <a:buFont typeface="+mj-lt"/>
        <a:buAutoNum type="arabicPeriod"/>
        <a:defRPr sz="2000" kern="1200">
          <a:solidFill>
            <a:schemeClr val="tx2"/>
          </a:solidFill>
          <a:latin typeface="+mn-lt"/>
          <a:ea typeface="+mn-ea"/>
          <a:cs typeface="+mn-cs"/>
        </a:defRPr>
      </a:lvl5pPr>
      <a:lvl6pPr marL="720000" indent="-288000" algn="l" defTabSz="612212" rtl="0" eaLnBrk="1" latinLnBrk="0" hangingPunct="1">
        <a:spcBef>
          <a:spcPts val="400"/>
        </a:spcBef>
        <a:buClr>
          <a:schemeClr val="tx2"/>
        </a:buClr>
        <a:buFont typeface="+mj-lt"/>
        <a:buAutoNum type="alphaLcPeriod"/>
        <a:defRPr sz="1800" kern="1200">
          <a:solidFill>
            <a:schemeClr val="tx2"/>
          </a:solidFill>
          <a:latin typeface="+mn-lt"/>
          <a:ea typeface="+mn-ea"/>
          <a:cs typeface="+mn-cs"/>
        </a:defRPr>
      </a:lvl6pPr>
      <a:lvl7pPr marL="0" indent="0" algn="l" defTabSz="612212" rtl="0" eaLnBrk="1" latinLnBrk="0" hangingPunct="1">
        <a:spcBef>
          <a:spcPts val="1400"/>
        </a:spcBef>
        <a:buFont typeface="Arial" panose="020B0604020202020204" pitchFamily="34" charset="0"/>
        <a:buChar char="​"/>
        <a:defRPr sz="2200" b="1" kern="1200">
          <a:solidFill>
            <a:schemeClr val="accent2"/>
          </a:solidFill>
          <a:latin typeface="+mn-lt"/>
          <a:ea typeface="+mn-ea"/>
          <a:cs typeface="+mn-cs"/>
        </a:defRPr>
      </a:lvl7pPr>
      <a:lvl8pPr marL="2295794" indent="-153053" algn="l" defTabSz="612212" rtl="0" eaLnBrk="1" latinLnBrk="0" hangingPunct="1">
        <a:spcBef>
          <a:spcPct val="20000"/>
        </a:spcBef>
        <a:buFont typeface="Arial" pitchFamily="34" charset="0"/>
        <a:buChar char="•"/>
        <a:defRPr sz="1350" kern="1200">
          <a:solidFill>
            <a:schemeClr val="tx1"/>
          </a:solidFill>
          <a:latin typeface="+mn-lt"/>
          <a:ea typeface="+mn-ea"/>
          <a:cs typeface="+mn-cs"/>
        </a:defRPr>
      </a:lvl8pPr>
      <a:lvl9pPr marL="2601901" indent="-153053" algn="l" defTabSz="612212" rtl="0" eaLnBrk="1" latinLnBrk="0" hangingPunct="1">
        <a:spcBef>
          <a:spcPct val="20000"/>
        </a:spcBef>
        <a:buFont typeface="Arial" pitchFamily="34" charset="0"/>
        <a:buChar char="•"/>
        <a:defRPr sz="1350" kern="1200">
          <a:solidFill>
            <a:schemeClr val="tx1"/>
          </a:solidFill>
          <a:latin typeface="+mn-lt"/>
          <a:ea typeface="+mn-ea"/>
          <a:cs typeface="+mn-cs"/>
        </a:defRPr>
      </a:lvl9pPr>
    </p:bodyStyle>
    <p:otherStyle>
      <a:defPPr>
        <a:defRPr lang="en-US"/>
      </a:defPPr>
      <a:lvl1pPr marL="0" algn="l" defTabSz="612212" rtl="0" eaLnBrk="1" latinLnBrk="0" hangingPunct="1">
        <a:defRPr sz="1200" kern="1200">
          <a:solidFill>
            <a:schemeClr val="tx1"/>
          </a:solidFill>
          <a:latin typeface="+mn-lt"/>
          <a:ea typeface="+mn-ea"/>
          <a:cs typeface="+mn-cs"/>
        </a:defRPr>
      </a:lvl1pPr>
      <a:lvl2pPr marL="306107" algn="l" defTabSz="612212" rtl="0" eaLnBrk="1" latinLnBrk="0" hangingPunct="1">
        <a:defRPr sz="1200" kern="1200">
          <a:solidFill>
            <a:schemeClr val="tx1"/>
          </a:solidFill>
          <a:latin typeface="+mn-lt"/>
          <a:ea typeface="+mn-ea"/>
          <a:cs typeface="+mn-cs"/>
        </a:defRPr>
      </a:lvl2pPr>
      <a:lvl3pPr marL="612212" algn="l" defTabSz="612212" rtl="0" eaLnBrk="1" latinLnBrk="0" hangingPunct="1">
        <a:defRPr sz="1200" kern="1200">
          <a:solidFill>
            <a:schemeClr val="tx1"/>
          </a:solidFill>
          <a:latin typeface="+mn-lt"/>
          <a:ea typeface="+mn-ea"/>
          <a:cs typeface="+mn-cs"/>
        </a:defRPr>
      </a:lvl3pPr>
      <a:lvl4pPr marL="918318" algn="l" defTabSz="612212" rtl="0" eaLnBrk="1" latinLnBrk="0" hangingPunct="1">
        <a:defRPr sz="1200" kern="1200">
          <a:solidFill>
            <a:schemeClr val="tx1"/>
          </a:solidFill>
          <a:latin typeface="+mn-lt"/>
          <a:ea typeface="+mn-ea"/>
          <a:cs typeface="+mn-cs"/>
        </a:defRPr>
      </a:lvl4pPr>
      <a:lvl5pPr marL="1224424" algn="l" defTabSz="612212" rtl="0" eaLnBrk="1" latinLnBrk="0" hangingPunct="1">
        <a:defRPr sz="1200" kern="1200">
          <a:solidFill>
            <a:schemeClr val="tx1"/>
          </a:solidFill>
          <a:latin typeface="+mn-lt"/>
          <a:ea typeface="+mn-ea"/>
          <a:cs typeface="+mn-cs"/>
        </a:defRPr>
      </a:lvl5pPr>
      <a:lvl6pPr marL="1530531" algn="l" defTabSz="612212" rtl="0" eaLnBrk="1" latinLnBrk="0" hangingPunct="1">
        <a:defRPr sz="1200" kern="1200">
          <a:solidFill>
            <a:schemeClr val="tx1"/>
          </a:solidFill>
          <a:latin typeface="+mn-lt"/>
          <a:ea typeface="+mn-ea"/>
          <a:cs typeface="+mn-cs"/>
        </a:defRPr>
      </a:lvl6pPr>
      <a:lvl7pPr marL="1836637" algn="l" defTabSz="612212" rtl="0" eaLnBrk="1" latinLnBrk="0" hangingPunct="1">
        <a:defRPr sz="1200" kern="1200">
          <a:solidFill>
            <a:schemeClr val="tx1"/>
          </a:solidFill>
          <a:latin typeface="+mn-lt"/>
          <a:ea typeface="+mn-ea"/>
          <a:cs typeface="+mn-cs"/>
        </a:defRPr>
      </a:lvl7pPr>
      <a:lvl8pPr marL="2142742" algn="l" defTabSz="612212" rtl="0" eaLnBrk="1" latinLnBrk="0" hangingPunct="1">
        <a:defRPr sz="1200" kern="1200">
          <a:solidFill>
            <a:schemeClr val="tx1"/>
          </a:solidFill>
          <a:latin typeface="+mn-lt"/>
          <a:ea typeface="+mn-ea"/>
          <a:cs typeface="+mn-cs"/>
        </a:defRPr>
      </a:lvl8pPr>
      <a:lvl9pPr marL="2448848" algn="l" defTabSz="612212"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890">
          <p15:clr>
            <a:srgbClr val="F26B43"/>
          </p15:clr>
        </p15:guide>
        <p15:guide id="4" orient="horz" pos="3974">
          <p15:clr>
            <a:srgbClr val="F26B43"/>
          </p15:clr>
        </p15:guide>
        <p15:guide id="5" pos="347">
          <p15:clr>
            <a:srgbClr val="F26B43"/>
          </p15:clr>
        </p15:guide>
        <p15:guide id="6" pos="733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17.xml"/><Relationship Id="rId4" Type="http://schemas.openxmlformats.org/officeDocument/2006/relationships/image" Target="../media/image19.jpeg"/></Relationships>
</file>

<file path=ppt/slides/_rels/slide4.xml.rels><?xml version="1.0" encoding="UTF-8" standalone="yes"?>
<Relationships xmlns="http://schemas.openxmlformats.org/package/2006/relationships"><Relationship Id="rId3" Type="http://schemas.openxmlformats.org/officeDocument/2006/relationships/tags" Target="../tags/tag5.xml"/><Relationship Id="rId7" Type="http://schemas.openxmlformats.org/officeDocument/2006/relationships/notesSlide" Target="../notesSlides/notesSlide4.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slideLayout" Target="../slideLayouts/slideLayout15.xml"/><Relationship Id="rId5" Type="http://schemas.openxmlformats.org/officeDocument/2006/relationships/tags" Target="../tags/tag7.xml"/><Relationship Id="rId4" Type="http://schemas.openxmlformats.org/officeDocument/2006/relationships/tags" Target="../tags/tag6.xml"/></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7.xml"/></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hyperlink" Target="https://caeportal.sharepoint.com/:f:/s/CAE360Intranet/Ep9D8EqPRXBFuAvOwPTh0SgBsy5a32LS2LvfI3h7ek0nNQ?e=zaiV2y" TargetMode="External"/><Relationship Id="rId7" Type="http://schemas.openxmlformats.org/officeDocument/2006/relationships/hyperlink" Target="https://pixabay.com/" TargetMode="External"/><Relationship Id="rId2" Type="http://schemas.openxmlformats.org/officeDocument/2006/relationships/notesSlide" Target="../notesSlides/notesSlide7.xml"/><Relationship Id="rId1" Type="http://schemas.openxmlformats.org/officeDocument/2006/relationships/slideLayout" Target="../slideLayouts/slideLayout25.xml"/><Relationship Id="rId6" Type="http://schemas.openxmlformats.org/officeDocument/2006/relationships/hyperlink" Target="https://www.pexels.com/" TargetMode="External"/><Relationship Id="rId5" Type="http://schemas.openxmlformats.org/officeDocument/2006/relationships/hyperlink" Target="https://unsplash.com/" TargetMode="External"/><Relationship Id="rId4" Type="http://schemas.openxmlformats.org/officeDocument/2006/relationships/hyperlink" Target="https://caeportal.sharepoint.com/:f:/s/CAE360Intranet/EkhMF_3T2d1Bs9XC18E3qVsBanTCi4PFivbX5b_djuTXGQ?e=YULkPB"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notesSlide" Target="../notesSlides/notesSlide17.xml"/><Relationship Id="rId7" Type="http://schemas.openxmlformats.org/officeDocument/2006/relationships/image" Target="../media/image25.svg"/><Relationship Id="rId2" Type="http://schemas.openxmlformats.org/officeDocument/2006/relationships/slideLayout" Target="../slideLayouts/slideLayout72.xml"/><Relationship Id="rId1" Type="http://schemas.openxmlformats.org/officeDocument/2006/relationships/tags" Target="../tags/tag8.xml"/><Relationship Id="rId6" Type="http://schemas.openxmlformats.org/officeDocument/2006/relationships/image" Target="../media/image24.svg"/><Relationship Id="rId11" Type="http://schemas.openxmlformats.org/officeDocument/2006/relationships/image" Target="../media/image29.svg"/><Relationship Id="rId5" Type="http://schemas.openxmlformats.org/officeDocument/2006/relationships/image" Target="../media/image23.sv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sv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9B42624-1A42-454A-ADA1-2898B0A66E12}"/>
              </a:ext>
            </a:extLst>
          </p:cNvPr>
          <p:cNvSpPr>
            <a:spLocks noGrp="1"/>
          </p:cNvSpPr>
          <p:nvPr>
            <p:ph type="ctrTitle"/>
          </p:nvPr>
        </p:nvSpPr>
        <p:spPr/>
        <p:txBody>
          <a:bodyPr/>
          <a:lstStyle/>
          <a:p>
            <a:endParaRPr lang="en-CA" dirty="0"/>
          </a:p>
        </p:txBody>
      </p:sp>
      <p:sp>
        <p:nvSpPr>
          <p:cNvPr id="8" name="Subtitle 7">
            <a:extLst>
              <a:ext uri="{FF2B5EF4-FFF2-40B4-BE49-F238E27FC236}">
                <a16:creationId xmlns:a16="http://schemas.microsoft.com/office/drawing/2014/main" id="{ABD45BAC-4C56-46EF-A57E-759D33504B7A}"/>
              </a:ext>
            </a:extLst>
          </p:cNvPr>
          <p:cNvSpPr>
            <a:spLocks noGrp="1"/>
          </p:cNvSpPr>
          <p:nvPr>
            <p:ph type="subTitle" idx="1"/>
          </p:nvPr>
        </p:nvSpPr>
        <p:spPr/>
        <p:txBody>
          <a:bodyPr/>
          <a:lstStyle/>
          <a:p>
            <a:endParaRPr lang="en-CA" dirty="0"/>
          </a:p>
        </p:txBody>
      </p:sp>
      <p:sp>
        <p:nvSpPr>
          <p:cNvPr id="9" name="Text Placeholder 8">
            <a:extLst>
              <a:ext uri="{FF2B5EF4-FFF2-40B4-BE49-F238E27FC236}">
                <a16:creationId xmlns:a16="http://schemas.microsoft.com/office/drawing/2014/main" id="{A1AF7BEB-7D25-4D85-87B4-8A4C3E6C41E7}"/>
              </a:ext>
            </a:extLst>
          </p:cNvPr>
          <p:cNvSpPr>
            <a:spLocks noGrp="1"/>
          </p:cNvSpPr>
          <p:nvPr>
            <p:ph type="body" sz="quarter" idx="10"/>
          </p:nvPr>
        </p:nvSpPr>
        <p:spPr/>
        <p:txBody>
          <a:bodyPr/>
          <a:lstStyle/>
          <a:p>
            <a:endParaRPr lang="en-CA" dirty="0"/>
          </a:p>
        </p:txBody>
      </p:sp>
    </p:spTree>
    <p:extLst>
      <p:ext uri="{BB962C8B-B14F-4D97-AF65-F5344CB8AC3E}">
        <p14:creationId xmlns:p14="http://schemas.microsoft.com/office/powerpoint/2010/main" val="23289810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639A1723-701F-4CE0-B378-F15ECF645291}"/>
              </a:ext>
            </a:extLst>
          </p:cNvPr>
          <p:cNvSpPr>
            <a:spLocks noGrp="1"/>
          </p:cNvSpPr>
          <p:nvPr>
            <p:ph type="body" sz="quarter" idx="13"/>
          </p:nvPr>
        </p:nvSpPr>
        <p:spPr/>
        <p:txBody>
          <a:bodyPr/>
          <a:lstStyle/>
          <a:p>
            <a:endParaRPr lang="en-CA" dirty="0"/>
          </a:p>
        </p:txBody>
      </p:sp>
      <p:sp>
        <p:nvSpPr>
          <p:cNvPr id="3" name="Espace réservé du numéro de diapositive 2">
            <a:extLst>
              <a:ext uri="{FF2B5EF4-FFF2-40B4-BE49-F238E27FC236}">
                <a16:creationId xmlns:a16="http://schemas.microsoft.com/office/drawing/2014/main" id="{63905165-28F5-4726-A33F-A8B9B5156AD8}"/>
              </a:ext>
            </a:extLst>
          </p:cNvPr>
          <p:cNvSpPr>
            <a:spLocks noGrp="1"/>
          </p:cNvSpPr>
          <p:nvPr>
            <p:ph type="sldNum" sz="quarter" idx="10"/>
          </p:nvPr>
        </p:nvSpPr>
        <p:spPr/>
        <p:txBody>
          <a:bodyPr/>
          <a:lstStyle/>
          <a:p>
            <a:fld id="{F727B59D-7AF7-E44F-BD7E-A2EC0F458FB3}" type="slidenum">
              <a:rPr lang="en-CA" smtClean="0"/>
              <a:pPr/>
              <a:t>2</a:t>
            </a:fld>
            <a:endParaRPr lang="en-CA" dirty="0"/>
          </a:p>
        </p:txBody>
      </p:sp>
      <p:sp>
        <p:nvSpPr>
          <p:cNvPr id="4" name="Espace réservé du texte 3">
            <a:extLst>
              <a:ext uri="{FF2B5EF4-FFF2-40B4-BE49-F238E27FC236}">
                <a16:creationId xmlns:a16="http://schemas.microsoft.com/office/drawing/2014/main" id="{16A8EEB7-9252-4FEB-A7FE-B58D41C5718D}"/>
              </a:ext>
            </a:extLst>
          </p:cNvPr>
          <p:cNvSpPr>
            <a:spLocks noGrp="1"/>
          </p:cNvSpPr>
          <p:nvPr>
            <p:ph type="body" sz="quarter" idx="11"/>
          </p:nvPr>
        </p:nvSpPr>
        <p:spPr/>
        <p:txBody>
          <a:bodyPr/>
          <a:lstStyle/>
          <a:p>
            <a:r>
              <a:rPr lang="en-CA" dirty="0"/>
              <a:t>Template instructions</a:t>
            </a:r>
          </a:p>
          <a:p>
            <a:r>
              <a:rPr lang="en-CA" dirty="0"/>
              <a:t>Shapes and pages to copy and reuse</a:t>
            </a:r>
          </a:p>
        </p:txBody>
      </p:sp>
      <p:sp>
        <p:nvSpPr>
          <p:cNvPr id="2" name="Titre 1">
            <a:extLst>
              <a:ext uri="{FF2B5EF4-FFF2-40B4-BE49-F238E27FC236}">
                <a16:creationId xmlns:a16="http://schemas.microsoft.com/office/drawing/2014/main" id="{DDAD9BFB-89C9-46BD-8C4A-55BEEF6918FC}"/>
              </a:ext>
            </a:extLst>
          </p:cNvPr>
          <p:cNvSpPr>
            <a:spLocks noGrp="1"/>
          </p:cNvSpPr>
          <p:nvPr>
            <p:ph type="title"/>
          </p:nvPr>
        </p:nvSpPr>
        <p:spPr/>
        <p:txBody>
          <a:bodyPr/>
          <a:lstStyle/>
          <a:p>
            <a:r>
              <a:rPr lang="en-CA" dirty="0"/>
              <a:t>Content</a:t>
            </a:r>
          </a:p>
        </p:txBody>
      </p:sp>
      <p:sp>
        <p:nvSpPr>
          <p:cNvPr id="5" name="Rectangle 2">
            <a:extLst>
              <a:ext uri="{FF2B5EF4-FFF2-40B4-BE49-F238E27FC236}">
                <a16:creationId xmlns:a16="http://schemas.microsoft.com/office/drawing/2014/main" id="{E2DA61AA-2706-7A84-0BD6-2EDF4018A9EA}"/>
              </a:ext>
            </a:extLst>
          </p:cNvPr>
          <p:cNvSpPr>
            <a:spLocks noChangeArrowheads="1"/>
          </p:cNvSpPr>
          <p:nvPr/>
        </p:nvSpPr>
        <p:spPr bwMode="auto">
          <a:xfrm>
            <a:off x="-7924800" y="94950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Tree>
    <p:extLst>
      <p:ext uri="{BB962C8B-B14F-4D97-AF65-F5344CB8AC3E}">
        <p14:creationId xmlns:p14="http://schemas.microsoft.com/office/powerpoint/2010/main" val="2530845385"/>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4C82FBD-0B8B-53D2-72ED-47AEC4163DF7}"/>
              </a:ext>
            </a:extLst>
          </p:cNvPr>
          <p:cNvPicPr>
            <a:picLocks noChangeAspect="1"/>
          </p:cNvPicPr>
          <p:nvPr/>
        </p:nvPicPr>
        <p:blipFill rotWithShape="1">
          <a:blip r:embed="rId3"/>
          <a:srcRect r="289"/>
          <a:stretch/>
        </p:blipFill>
        <p:spPr>
          <a:xfrm>
            <a:off x="3248662" y="2617048"/>
            <a:ext cx="8390722" cy="3516574"/>
          </a:xfrm>
          <a:prstGeom prst="rect">
            <a:avLst/>
          </a:prstGeom>
        </p:spPr>
      </p:pic>
      <p:pic>
        <p:nvPicPr>
          <p:cNvPr id="13" name="Picture 12">
            <a:extLst>
              <a:ext uri="{FF2B5EF4-FFF2-40B4-BE49-F238E27FC236}">
                <a16:creationId xmlns:a16="http://schemas.microsoft.com/office/drawing/2014/main" id="{CCCEBCB5-461D-41CF-A888-F0FE1F17AE8C}"/>
              </a:ext>
            </a:extLst>
          </p:cNvPr>
          <p:cNvPicPr>
            <a:picLocks noChangeAspect="1"/>
          </p:cNvPicPr>
          <p:nvPr/>
        </p:nvPicPr>
        <p:blipFill>
          <a:blip r:embed="rId4"/>
          <a:stretch>
            <a:fillRect/>
          </a:stretch>
        </p:blipFill>
        <p:spPr>
          <a:xfrm>
            <a:off x="551385" y="1539741"/>
            <a:ext cx="11089230" cy="934280"/>
          </a:xfrm>
          <a:prstGeom prst="rect">
            <a:avLst/>
          </a:prstGeom>
        </p:spPr>
      </p:pic>
      <p:sp>
        <p:nvSpPr>
          <p:cNvPr id="2" name="Espace réservé du numéro de diapositive 1">
            <a:extLst>
              <a:ext uri="{FF2B5EF4-FFF2-40B4-BE49-F238E27FC236}">
                <a16:creationId xmlns:a16="http://schemas.microsoft.com/office/drawing/2014/main" id="{7E391F96-E8E3-4E4C-9317-29C1F77AF004}"/>
              </a:ext>
            </a:extLst>
          </p:cNvPr>
          <p:cNvSpPr>
            <a:spLocks noGrp="1"/>
          </p:cNvSpPr>
          <p:nvPr>
            <p:ph type="sldNum" sz="quarter" idx="10"/>
          </p:nvPr>
        </p:nvSpPr>
        <p:spPr/>
        <p:txBody>
          <a:bodyPr/>
          <a:lstStyle/>
          <a:p>
            <a:fld id="{F727B59D-7AF7-E44F-BD7E-A2EC0F458FB3}" type="slidenum">
              <a:rPr lang="en-CA" smtClean="0"/>
              <a:pPr/>
              <a:t>3</a:t>
            </a:fld>
            <a:endParaRPr lang="en-CA" dirty="0"/>
          </a:p>
        </p:txBody>
      </p:sp>
      <p:sp>
        <p:nvSpPr>
          <p:cNvPr id="3" name="Titre 2">
            <a:extLst>
              <a:ext uri="{FF2B5EF4-FFF2-40B4-BE49-F238E27FC236}">
                <a16:creationId xmlns:a16="http://schemas.microsoft.com/office/drawing/2014/main" id="{BA209D10-D213-43A0-8D5B-702AE9552E7C}"/>
              </a:ext>
            </a:extLst>
          </p:cNvPr>
          <p:cNvSpPr>
            <a:spLocks noGrp="1"/>
          </p:cNvSpPr>
          <p:nvPr>
            <p:ph type="title"/>
          </p:nvPr>
        </p:nvSpPr>
        <p:spPr>
          <a:xfrm>
            <a:off x="551384" y="332656"/>
            <a:ext cx="11088000" cy="864000"/>
          </a:xfrm>
        </p:spPr>
        <p:txBody>
          <a:bodyPr/>
          <a:lstStyle/>
          <a:p>
            <a:r>
              <a:rPr lang="en-CA" dirty="0"/>
              <a:t>This template provides </a:t>
            </a:r>
            <a:r>
              <a:rPr lang="en-CA" dirty="0">
                <a:solidFill>
                  <a:schemeClr val="accent2"/>
                </a:solidFill>
              </a:rPr>
              <a:t>61 programmed </a:t>
            </a:r>
            <a:r>
              <a:rPr lang="en-CA" dirty="0"/>
              <a:t>layouts </a:t>
            </a:r>
            <a:br>
              <a:rPr lang="en-CA" dirty="0"/>
            </a:br>
            <a:r>
              <a:rPr lang="en-CA" dirty="0"/>
              <a:t>that will save you time when creating new pages</a:t>
            </a:r>
          </a:p>
        </p:txBody>
      </p:sp>
      <p:sp>
        <p:nvSpPr>
          <p:cNvPr id="14" name="Rectangle 13">
            <a:extLst>
              <a:ext uri="{FF2B5EF4-FFF2-40B4-BE49-F238E27FC236}">
                <a16:creationId xmlns:a16="http://schemas.microsoft.com/office/drawing/2014/main" id="{9BB854FF-9B4D-41FA-BDA4-8376B9FEA527}"/>
              </a:ext>
            </a:extLst>
          </p:cNvPr>
          <p:cNvSpPr/>
          <p:nvPr/>
        </p:nvSpPr>
        <p:spPr bwMode="auto">
          <a:xfrm>
            <a:off x="1733682" y="1797134"/>
            <a:ext cx="381000" cy="676888"/>
          </a:xfrm>
          <a:prstGeom prst="rect">
            <a:avLst/>
          </a:prstGeom>
          <a:noFill/>
          <a:ln w="28575" cap="flat" cmpd="sng" algn="ctr">
            <a:solidFill>
              <a:schemeClr val="accent1"/>
            </a:solidFill>
            <a:prstDash val="solid"/>
            <a:round/>
            <a:headEnd type="none" w="med" len="med"/>
            <a:tailEnd type="none" w="med" len="med"/>
          </a:ln>
          <a:effectLst/>
        </p:spPr>
        <p:txBody>
          <a:bodyPr vert="horz" wrap="square" lIns="121920" tIns="60960" rIns="121920" bIns="60960" numCol="1" rtlCol="0" anchor="ctr" anchorCtr="0" compatLnSpc="1">
            <a:prstTxWarp prst="textNoShape">
              <a:avLst/>
            </a:prstTxWarp>
          </a:bodyPr>
          <a:lstStyle/>
          <a:p>
            <a:pPr algn="ctr" defTabSz="1219170" eaLnBrk="0" fontAlgn="base" hangingPunct="0">
              <a:spcBef>
                <a:spcPct val="0"/>
              </a:spcBef>
              <a:spcAft>
                <a:spcPct val="0"/>
              </a:spcAft>
            </a:pPr>
            <a:endParaRPr lang="en-CA" sz="1867" dirty="0">
              <a:solidFill>
                <a:schemeClr val="bg1"/>
              </a:solidFill>
              <a:latin typeface="+mn-lt"/>
              <a:ea typeface="+mn-ea"/>
            </a:endParaRPr>
          </a:p>
        </p:txBody>
      </p:sp>
      <p:sp>
        <p:nvSpPr>
          <p:cNvPr id="15" name="Rectangle 14">
            <a:extLst>
              <a:ext uri="{FF2B5EF4-FFF2-40B4-BE49-F238E27FC236}">
                <a16:creationId xmlns:a16="http://schemas.microsoft.com/office/drawing/2014/main" id="{39C82891-0A39-41FF-8050-6DCFF402AF02}"/>
              </a:ext>
            </a:extLst>
          </p:cNvPr>
          <p:cNvSpPr/>
          <p:nvPr/>
        </p:nvSpPr>
        <p:spPr bwMode="auto">
          <a:xfrm>
            <a:off x="2361924" y="1755724"/>
            <a:ext cx="635276" cy="219126"/>
          </a:xfrm>
          <a:prstGeom prst="rect">
            <a:avLst/>
          </a:prstGeom>
          <a:noFill/>
          <a:ln w="28575" cap="flat" cmpd="sng" algn="ctr">
            <a:solidFill>
              <a:schemeClr val="accent1"/>
            </a:solidFill>
            <a:prstDash val="solid"/>
            <a:round/>
            <a:headEnd type="none" w="med" len="med"/>
            <a:tailEnd type="none" w="med" len="med"/>
          </a:ln>
          <a:effectLst/>
        </p:spPr>
        <p:txBody>
          <a:bodyPr vert="horz" wrap="square" lIns="121920" tIns="60960" rIns="121920" bIns="60960" numCol="1" rtlCol="0" anchor="ctr" anchorCtr="0" compatLnSpc="1">
            <a:prstTxWarp prst="textNoShape">
              <a:avLst/>
            </a:prstTxWarp>
          </a:bodyPr>
          <a:lstStyle/>
          <a:p>
            <a:pPr algn="ctr" defTabSz="1219170" eaLnBrk="0" fontAlgn="base" hangingPunct="0">
              <a:spcBef>
                <a:spcPct val="0"/>
              </a:spcBef>
              <a:spcAft>
                <a:spcPct val="0"/>
              </a:spcAft>
            </a:pPr>
            <a:endParaRPr lang="en-CA" sz="1867" dirty="0">
              <a:solidFill>
                <a:schemeClr val="bg1"/>
              </a:solidFill>
              <a:latin typeface="+mn-lt"/>
              <a:ea typeface="+mn-ea"/>
            </a:endParaRPr>
          </a:p>
        </p:txBody>
      </p:sp>
      <p:sp>
        <p:nvSpPr>
          <p:cNvPr id="17" name="Rectangle 16">
            <a:extLst>
              <a:ext uri="{FF2B5EF4-FFF2-40B4-BE49-F238E27FC236}">
                <a16:creationId xmlns:a16="http://schemas.microsoft.com/office/drawing/2014/main" id="{216542FD-5745-490C-86D1-57ACEEA0CB87}"/>
              </a:ext>
            </a:extLst>
          </p:cNvPr>
          <p:cNvSpPr/>
          <p:nvPr/>
        </p:nvSpPr>
        <p:spPr bwMode="auto">
          <a:xfrm>
            <a:off x="913860" y="1539721"/>
            <a:ext cx="499015" cy="219126"/>
          </a:xfrm>
          <a:prstGeom prst="rect">
            <a:avLst/>
          </a:prstGeom>
          <a:noFill/>
          <a:ln w="28575" cap="flat" cmpd="sng" algn="ctr">
            <a:solidFill>
              <a:schemeClr val="accent1"/>
            </a:solidFill>
            <a:prstDash val="solid"/>
            <a:round/>
            <a:headEnd type="none" w="med" len="med"/>
            <a:tailEnd type="none" w="med" len="med"/>
          </a:ln>
          <a:effectLst/>
        </p:spPr>
        <p:txBody>
          <a:bodyPr vert="horz" wrap="square" lIns="121920" tIns="60960" rIns="121920" bIns="60960" numCol="1" rtlCol="0" anchor="ctr" anchorCtr="0" compatLnSpc="1">
            <a:prstTxWarp prst="textNoShape">
              <a:avLst/>
            </a:prstTxWarp>
          </a:bodyPr>
          <a:lstStyle/>
          <a:p>
            <a:pPr algn="ctr" defTabSz="1219170" eaLnBrk="0" fontAlgn="base" hangingPunct="0">
              <a:spcBef>
                <a:spcPct val="0"/>
              </a:spcBef>
              <a:spcAft>
                <a:spcPct val="0"/>
              </a:spcAft>
            </a:pPr>
            <a:endParaRPr lang="en-CA" sz="1867" dirty="0">
              <a:solidFill>
                <a:schemeClr val="bg1"/>
              </a:solidFill>
              <a:latin typeface="+mn-lt"/>
              <a:ea typeface="+mn-ea"/>
            </a:endParaRPr>
          </a:p>
        </p:txBody>
      </p:sp>
      <p:sp>
        <p:nvSpPr>
          <p:cNvPr id="20" name="Rounded Rectangular Callout 12">
            <a:extLst>
              <a:ext uri="{FF2B5EF4-FFF2-40B4-BE49-F238E27FC236}">
                <a16:creationId xmlns:a16="http://schemas.microsoft.com/office/drawing/2014/main" id="{D26846BD-6693-4BCD-B6E1-C66E5158BB9C}"/>
              </a:ext>
            </a:extLst>
          </p:cNvPr>
          <p:cNvSpPr/>
          <p:nvPr/>
        </p:nvSpPr>
        <p:spPr>
          <a:xfrm>
            <a:off x="8004432" y="1994324"/>
            <a:ext cx="1980000" cy="642588"/>
          </a:xfrm>
          <a:prstGeom prst="wedgeRectCallout">
            <a:avLst>
              <a:gd name="adj1" fmla="val 29622"/>
              <a:gd name="adj2" fmla="val 8790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tIns="144000" rIns="216000" bIns="108000" rtlCol="0" anchor="t"/>
          <a:lstStyle/>
          <a:p>
            <a:r>
              <a:rPr lang="en-CA" sz="1200" b="1" dirty="0">
                <a:solidFill>
                  <a:schemeClr val="bg1"/>
                </a:solidFill>
              </a:rPr>
              <a:t>The layouts are organized by section</a:t>
            </a:r>
          </a:p>
        </p:txBody>
      </p:sp>
      <p:sp>
        <p:nvSpPr>
          <p:cNvPr id="21" name="Ellipse 9">
            <a:extLst>
              <a:ext uri="{FF2B5EF4-FFF2-40B4-BE49-F238E27FC236}">
                <a16:creationId xmlns:a16="http://schemas.microsoft.com/office/drawing/2014/main" id="{702378BD-C059-46CC-B530-67C05129F690}"/>
              </a:ext>
            </a:extLst>
          </p:cNvPr>
          <p:cNvSpPr/>
          <p:nvPr/>
        </p:nvSpPr>
        <p:spPr>
          <a:xfrm>
            <a:off x="7821460" y="1814323"/>
            <a:ext cx="360000" cy="360000"/>
          </a:xfrm>
          <a:prstGeom prst="ellipse">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CA" sz="1400" b="1" dirty="0">
                <a:solidFill>
                  <a:schemeClr val="bg1"/>
                </a:solidFill>
              </a:rPr>
              <a:t>2</a:t>
            </a:r>
          </a:p>
        </p:txBody>
      </p:sp>
      <p:sp>
        <p:nvSpPr>
          <p:cNvPr id="22" name="Rounded Rectangular Callout 12">
            <a:extLst>
              <a:ext uri="{FF2B5EF4-FFF2-40B4-BE49-F238E27FC236}">
                <a16:creationId xmlns:a16="http://schemas.microsoft.com/office/drawing/2014/main" id="{2C64799A-B9B6-4062-8EB3-2F6F553A9AB4}"/>
              </a:ext>
            </a:extLst>
          </p:cNvPr>
          <p:cNvSpPr/>
          <p:nvPr/>
        </p:nvSpPr>
        <p:spPr>
          <a:xfrm>
            <a:off x="551384" y="2892499"/>
            <a:ext cx="2562182" cy="1184573"/>
          </a:xfrm>
          <a:prstGeom prst="wedgeRectCallout">
            <a:avLst>
              <a:gd name="adj1" fmla="val -5720"/>
              <a:gd name="adj2" fmla="val -8254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tIns="144000" rIns="216000" bIns="108000" rtlCol="0" anchor="t"/>
          <a:lstStyle/>
          <a:p>
            <a:r>
              <a:rPr lang="en-CA" sz="1200" b="1" dirty="0">
                <a:solidFill>
                  <a:schemeClr val="bg1"/>
                </a:solidFill>
              </a:rPr>
              <a:t>Click “New Slide” to insert </a:t>
            </a:r>
            <a:br>
              <a:rPr lang="en-CA" sz="1200" b="1" dirty="0">
                <a:solidFill>
                  <a:schemeClr val="bg1"/>
                </a:solidFill>
              </a:rPr>
            </a:br>
            <a:r>
              <a:rPr lang="en-CA" sz="1200" b="1" dirty="0">
                <a:solidFill>
                  <a:schemeClr val="bg1"/>
                </a:solidFill>
              </a:rPr>
              <a:t>a new slide and select your layout, or click “Layout” </a:t>
            </a:r>
            <a:br>
              <a:rPr lang="en-CA" sz="1200" b="1" dirty="0">
                <a:solidFill>
                  <a:schemeClr val="bg1"/>
                </a:solidFill>
              </a:rPr>
            </a:br>
            <a:r>
              <a:rPr lang="en-CA" sz="1200" b="1" dirty="0">
                <a:solidFill>
                  <a:schemeClr val="bg1"/>
                </a:solidFill>
              </a:rPr>
              <a:t>to change the layout of an existing slide</a:t>
            </a:r>
          </a:p>
        </p:txBody>
      </p:sp>
      <p:sp>
        <p:nvSpPr>
          <p:cNvPr id="23" name="Rounded Rectangular Callout 12">
            <a:extLst>
              <a:ext uri="{FF2B5EF4-FFF2-40B4-BE49-F238E27FC236}">
                <a16:creationId xmlns:a16="http://schemas.microsoft.com/office/drawing/2014/main" id="{587A1C14-3A4A-4E77-A58B-BA38A249C34C}"/>
              </a:ext>
            </a:extLst>
          </p:cNvPr>
          <p:cNvSpPr/>
          <p:nvPr/>
        </p:nvSpPr>
        <p:spPr>
          <a:xfrm>
            <a:off x="551384" y="5100041"/>
            <a:ext cx="2558627" cy="828000"/>
          </a:xfrm>
          <a:prstGeom prst="wedgeRectCallout">
            <a:avLst>
              <a:gd name="adj1" fmla="val 101684"/>
              <a:gd name="adj2" fmla="val 302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tIns="144000" rIns="216000" bIns="108000" rtlCol="0" anchor="t"/>
          <a:lstStyle/>
          <a:p>
            <a:r>
              <a:rPr lang="en-CA" sz="1200" b="1" dirty="0">
                <a:solidFill>
                  <a:schemeClr val="bg1"/>
                </a:solidFill>
              </a:rPr>
              <a:t>Additional template instructions can be accessed by selecting them as layouts</a:t>
            </a:r>
          </a:p>
        </p:txBody>
      </p:sp>
      <p:sp>
        <p:nvSpPr>
          <p:cNvPr id="24" name="Ellipse 13">
            <a:extLst>
              <a:ext uri="{FF2B5EF4-FFF2-40B4-BE49-F238E27FC236}">
                <a16:creationId xmlns:a16="http://schemas.microsoft.com/office/drawing/2014/main" id="{C3030591-50C8-46D9-AA00-AC3D398F0F92}"/>
              </a:ext>
            </a:extLst>
          </p:cNvPr>
          <p:cNvSpPr/>
          <p:nvPr/>
        </p:nvSpPr>
        <p:spPr>
          <a:xfrm>
            <a:off x="373543" y="2717774"/>
            <a:ext cx="360000" cy="360000"/>
          </a:xfrm>
          <a:prstGeom prst="ellipse">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CA" sz="1400" b="1" dirty="0">
                <a:solidFill>
                  <a:schemeClr val="bg1"/>
                </a:solidFill>
              </a:rPr>
              <a:t>1</a:t>
            </a:r>
          </a:p>
        </p:txBody>
      </p:sp>
      <p:sp>
        <p:nvSpPr>
          <p:cNvPr id="25" name="Ellipse 14">
            <a:extLst>
              <a:ext uri="{FF2B5EF4-FFF2-40B4-BE49-F238E27FC236}">
                <a16:creationId xmlns:a16="http://schemas.microsoft.com/office/drawing/2014/main" id="{9EC6E2EB-95D4-48B6-A6C5-3E4B33185C52}"/>
              </a:ext>
            </a:extLst>
          </p:cNvPr>
          <p:cNvSpPr/>
          <p:nvPr/>
        </p:nvSpPr>
        <p:spPr>
          <a:xfrm>
            <a:off x="373543" y="4920849"/>
            <a:ext cx="360000" cy="360000"/>
          </a:xfrm>
          <a:prstGeom prst="ellipse">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CA" sz="1400" b="1" dirty="0">
                <a:solidFill>
                  <a:schemeClr val="bg1"/>
                </a:solidFill>
              </a:rPr>
              <a:t>3</a:t>
            </a:r>
          </a:p>
        </p:txBody>
      </p:sp>
      <p:sp>
        <p:nvSpPr>
          <p:cNvPr id="26" name="Rectangle 25">
            <a:extLst>
              <a:ext uri="{FF2B5EF4-FFF2-40B4-BE49-F238E27FC236}">
                <a16:creationId xmlns:a16="http://schemas.microsoft.com/office/drawing/2014/main" id="{2EA08CD0-BE3F-4B5F-B654-230853C62B80}"/>
              </a:ext>
            </a:extLst>
          </p:cNvPr>
          <p:cNvSpPr/>
          <p:nvPr/>
        </p:nvSpPr>
        <p:spPr bwMode="auto">
          <a:xfrm>
            <a:off x="4454554" y="5532639"/>
            <a:ext cx="4194496" cy="616341"/>
          </a:xfrm>
          <a:prstGeom prst="rect">
            <a:avLst/>
          </a:prstGeom>
          <a:noFill/>
          <a:ln w="28575">
            <a:solidFill>
              <a:schemeClr val="accent1"/>
            </a:solidFill>
          </a:ln>
        </p:spPr>
        <p:txBody>
          <a:bodyPr lIns="40500" rIns="40500" rtlCol="0" anchor="ctr"/>
          <a:lstStyle/>
          <a:p>
            <a:pPr algn="ctr"/>
            <a:endParaRPr lang="en-CA" sz="675" b="1" dirty="0">
              <a:solidFill>
                <a:schemeClr val="bg1"/>
              </a:solidFill>
            </a:endParaRPr>
          </a:p>
        </p:txBody>
      </p:sp>
    </p:spTree>
    <p:extLst>
      <p:ext uri="{BB962C8B-B14F-4D97-AF65-F5344CB8AC3E}">
        <p14:creationId xmlns:p14="http://schemas.microsoft.com/office/powerpoint/2010/main" val="3368953606"/>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37EF4CB8-5519-40DF-B83D-A31E283009D9}"/>
              </a:ext>
            </a:extLst>
          </p:cNvPr>
          <p:cNvSpPr>
            <a:spLocks noGrp="1"/>
          </p:cNvSpPr>
          <p:nvPr>
            <p:ph type="body" sz="quarter" idx="12"/>
          </p:nvPr>
        </p:nvSpPr>
        <p:spPr/>
        <p:txBody>
          <a:bodyPr/>
          <a:lstStyle/>
          <a:p>
            <a:endParaRPr lang="en-CA" dirty="0"/>
          </a:p>
        </p:txBody>
      </p:sp>
      <p:sp>
        <p:nvSpPr>
          <p:cNvPr id="5" name="Title 4">
            <a:extLst>
              <a:ext uri="{FF2B5EF4-FFF2-40B4-BE49-F238E27FC236}">
                <a16:creationId xmlns:a16="http://schemas.microsoft.com/office/drawing/2014/main" id="{DED0B680-0B1C-4E06-9E41-F7B89BEA59DF}"/>
              </a:ext>
            </a:extLst>
          </p:cNvPr>
          <p:cNvSpPr>
            <a:spLocks noGrp="1"/>
          </p:cNvSpPr>
          <p:nvPr>
            <p:ph type="title"/>
          </p:nvPr>
        </p:nvSpPr>
        <p:spPr/>
        <p:txBody>
          <a:bodyPr/>
          <a:lstStyle/>
          <a:p>
            <a:r>
              <a:rPr lang="en-CA" dirty="0"/>
              <a:t>Make efficient use </a:t>
            </a:r>
            <a:br>
              <a:rPr lang="en-CA" dirty="0"/>
            </a:br>
            <a:r>
              <a:rPr lang="en-CA" dirty="0"/>
              <a:t>of </a:t>
            </a:r>
            <a:r>
              <a:rPr lang="en-CA" dirty="0">
                <a:solidFill>
                  <a:schemeClr val="accent2"/>
                </a:solidFill>
              </a:rPr>
              <a:t>placeholders</a:t>
            </a:r>
          </a:p>
        </p:txBody>
      </p:sp>
      <p:sp>
        <p:nvSpPr>
          <p:cNvPr id="7" name="Content Placeholder 6">
            <a:extLst>
              <a:ext uri="{FF2B5EF4-FFF2-40B4-BE49-F238E27FC236}">
                <a16:creationId xmlns:a16="http://schemas.microsoft.com/office/drawing/2014/main" id="{9DB23C65-0B5E-4B6E-A427-B3773C3F1F9D}"/>
              </a:ext>
            </a:extLst>
          </p:cNvPr>
          <p:cNvSpPr>
            <a:spLocks noGrp="1"/>
          </p:cNvSpPr>
          <p:nvPr>
            <p:ph sz="quarter" idx="14"/>
          </p:nvPr>
        </p:nvSpPr>
        <p:spPr/>
        <p:txBody>
          <a:bodyPr/>
          <a:lstStyle/>
          <a:p>
            <a:endParaRPr lang="en-CA" dirty="0"/>
          </a:p>
        </p:txBody>
      </p:sp>
      <p:sp>
        <p:nvSpPr>
          <p:cNvPr id="8" name="Text Placeholder 7">
            <a:extLst>
              <a:ext uri="{FF2B5EF4-FFF2-40B4-BE49-F238E27FC236}">
                <a16:creationId xmlns:a16="http://schemas.microsoft.com/office/drawing/2014/main" id="{B5BFD83E-4398-4B63-85DA-66DBADAC3278}"/>
              </a:ext>
            </a:extLst>
          </p:cNvPr>
          <p:cNvSpPr>
            <a:spLocks noGrp="1"/>
          </p:cNvSpPr>
          <p:nvPr>
            <p:ph type="body" sz="quarter" idx="15"/>
          </p:nvPr>
        </p:nvSpPr>
        <p:spPr/>
        <p:txBody>
          <a:bodyPr/>
          <a:lstStyle/>
          <a:p>
            <a:endParaRPr lang="en-CA" dirty="0"/>
          </a:p>
        </p:txBody>
      </p:sp>
      <p:sp>
        <p:nvSpPr>
          <p:cNvPr id="9" name="Rounded Rectangular Callout 9">
            <a:extLst>
              <a:ext uri="{FF2B5EF4-FFF2-40B4-BE49-F238E27FC236}">
                <a16:creationId xmlns:a16="http://schemas.microsoft.com/office/drawing/2014/main" id="{58B270C8-BDEA-4BE9-B869-76175D2E4942}"/>
              </a:ext>
            </a:extLst>
          </p:cNvPr>
          <p:cNvSpPr/>
          <p:nvPr>
            <p:custDataLst>
              <p:tags r:id="rId1"/>
            </p:custDataLst>
          </p:nvPr>
        </p:nvSpPr>
        <p:spPr>
          <a:xfrm>
            <a:off x="983432" y="2204864"/>
            <a:ext cx="3312368" cy="1440000"/>
          </a:xfrm>
          <a:prstGeom prst="wedgeRectCallout">
            <a:avLst>
              <a:gd name="adj1" fmla="val -31532"/>
              <a:gd name="adj2" fmla="val -8269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lstStyle/>
          <a:p>
            <a:pPr>
              <a:spcBef>
                <a:spcPts val="600"/>
              </a:spcBef>
            </a:pPr>
            <a:r>
              <a:rPr lang="en-CA" sz="1400" b="1" dirty="0">
                <a:solidFill>
                  <a:schemeClr val="bg1"/>
                </a:solidFill>
              </a:rPr>
              <a:t>Type your text here to create bullet points as needed.</a:t>
            </a:r>
          </a:p>
          <a:p>
            <a:pPr>
              <a:spcBef>
                <a:spcPts val="600"/>
              </a:spcBef>
            </a:pPr>
            <a:r>
              <a:rPr lang="en-CA" sz="1400" b="1" dirty="0">
                <a:solidFill>
                  <a:schemeClr val="bg1"/>
                </a:solidFill>
              </a:rPr>
              <a:t>See the next instruction page for the best way to use your 7 pre-set text levels.</a:t>
            </a:r>
          </a:p>
        </p:txBody>
      </p:sp>
      <p:sp>
        <p:nvSpPr>
          <p:cNvPr id="10" name="Ellipse 3">
            <a:extLst>
              <a:ext uri="{FF2B5EF4-FFF2-40B4-BE49-F238E27FC236}">
                <a16:creationId xmlns:a16="http://schemas.microsoft.com/office/drawing/2014/main" id="{6CC295FE-2FA4-4EB5-895E-C4E7E53EF290}"/>
              </a:ext>
            </a:extLst>
          </p:cNvPr>
          <p:cNvSpPr/>
          <p:nvPr/>
        </p:nvSpPr>
        <p:spPr>
          <a:xfrm>
            <a:off x="798817" y="2060848"/>
            <a:ext cx="360000" cy="360000"/>
          </a:xfrm>
          <a:prstGeom prst="ellipse">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CA" sz="1400" b="1" dirty="0">
                <a:solidFill>
                  <a:schemeClr val="bg1"/>
                </a:solidFill>
              </a:rPr>
              <a:t>1</a:t>
            </a:r>
          </a:p>
        </p:txBody>
      </p:sp>
      <p:sp>
        <p:nvSpPr>
          <p:cNvPr id="11" name="Rounded Rectangular Callout 9">
            <a:extLst>
              <a:ext uri="{FF2B5EF4-FFF2-40B4-BE49-F238E27FC236}">
                <a16:creationId xmlns:a16="http://schemas.microsoft.com/office/drawing/2014/main" id="{B9B4923B-6C87-4E60-AB3E-FB8AA56F0BAF}"/>
              </a:ext>
            </a:extLst>
          </p:cNvPr>
          <p:cNvSpPr/>
          <p:nvPr>
            <p:custDataLst>
              <p:tags r:id="rId2"/>
            </p:custDataLst>
          </p:nvPr>
        </p:nvSpPr>
        <p:spPr>
          <a:xfrm>
            <a:off x="4921056" y="2101235"/>
            <a:ext cx="3168352" cy="1152000"/>
          </a:xfrm>
          <a:prstGeom prst="wedgeRectCallout">
            <a:avLst>
              <a:gd name="adj1" fmla="val -28048"/>
              <a:gd name="adj2" fmla="val 655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lstStyle/>
          <a:p>
            <a:r>
              <a:rPr lang="en-CA" sz="1400" b="1" dirty="0">
                <a:solidFill>
                  <a:schemeClr val="bg1"/>
                </a:solidFill>
              </a:rPr>
              <a:t>Click on one of these icons </a:t>
            </a:r>
            <a:br>
              <a:rPr lang="en-CA" sz="1400" b="1" dirty="0">
                <a:solidFill>
                  <a:schemeClr val="bg1"/>
                </a:solidFill>
              </a:rPr>
            </a:br>
            <a:r>
              <a:rPr lang="en-CA" sz="1400" b="1" dirty="0">
                <a:solidFill>
                  <a:schemeClr val="bg1"/>
                </a:solidFill>
              </a:rPr>
              <a:t>to insert a table, chart, SmartArt, picture or video within the dotted “placeholder” box</a:t>
            </a:r>
          </a:p>
        </p:txBody>
      </p:sp>
      <p:sp>
        <p:nvSpPr>
          <p:cNvPr id="12" name="Ellipse 12">
            <a:extLst>
              <a:ext uri="{FF2B5EF4-FFF2-40B4-BE49-F238E27FC236}">
                <a16:creationId xmlns:a16="http://schemas.microsoft.com/office/drawing/2014/main" id="{42A7BB63-ECFE-49FA-A56D-4D9687160649}"/>
              </a:ext>
            </a:extLst>
          </p:cNvPr>
          <p:cNvSpPr/>
          <p:nvPr/>
        </p:nvSpPr>
        <p:spPr>
          <a:xfrm>
            <a:off x="4745400" y="1921971"/>
            <a:ext cx="360000" cy="360000"/>
          </a:xfrm>
          <a:prstGeom prst="ellipse">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CA" sz="1400" b="1" dirty="0">
                <a:solidFill>
                  <a:schemeClr val="bg1"/>
                </a:solidFill>
              </a:rPr>
              <a:t>2</a:t>
            </a:r>
          </a:p>
        </p:txBody>
      </p:sp>
      <p:sp>
        <p:nvSpPr>
          <p:cNvPr id="13" name="Rounded Rectangular Callout 9">
            <a:extLst>
              <a:ext uri="{FF2B5EF4-FFF2-40B4-BE49-F238E27FC236}">
                <a16:creationId xmlns:a16="http://schemas.microsoft.com/office/drawing/2014/main" id="{FEF8F664-8B44-49C8-A7CB-B8DC7D966438}"/>
              </a:ext>
            </a:extLst>
          </p:cNvPr>
          <p:cNvSpPr/>
          <p:nvPr>
            <p:custDataLst>
              <p:tags r:id="rId3"/>
            </p:custDataLst>
          </p:nvPr>
        </p:nvSpPr>
        <p:spPr>
          <a:xfrm>
            <a:off x="5513998" y="4488784"/>
            <a:ext cx="4087202" cy="1224000"/>
          </a:xfrm>
          <a:prstGeom prst="wedgeRectCallout">
            <a:avLst>
              <a:gd name="adj1" fmla="val -28891"/>
              <a:gd name="adj2" fmla="val 6948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lstStyle/>
          <a:p>
            <a:r>
              <a:rPr lang="en-CA" sz="1400" b="1" dirty="0">
                <a:solidFill>
                  <a:schemeClr val="bg1"/>
                </a:solidFill>
              </a:rPr>
              <a:t>A message box can be added at the bottom </a:t>
            </a:r>
            <a:br>
              <a:rPr lang="en-CA" sz="1400" b="1" dirty="0">
                <a:solidFill>
                  <a:schemeClr val="bg1"/>
                </a:solidFill>
              </a:rPr>
            </a:br>
            <a:r>
              <a:rPr lang="en-CA" sz="1400" b="1" dirty="0">
                <a:solidFill>
                  <a:schemeClr val="bg1"/>
                </a:solidFill>
              </a:rPr>
              <a:t>by clicking on “Layout” in the “Home” PowerPoint menu, and selecting a layout</a:t>
            </a:r>
            <a:br>
              <a:rPr lang="en-CA" sz="1400" b="1" dirty="0">
                <a:solidFill>
                  <a:schemeClr val="bg1"/>
                </a:solidFill>
              </a:rPr>
            </a:br>
            <a:r>
              <a:rPr lang="en-CA" sz="1400" b="1" dirty="0">
                <a:solidFill>
                  <a:schemeClr val="bg1"/>
                </a:solidFill>
              </a:rPr>
              <a:t>with a message box</a:t>
            </a:r>
          </a:p>
        </p:txBody>
      </p:sp>
      <p:sp>
        <p:nvSpPr>
          <p:cNvPr id="14" name="Ellipse 13">
            <a:extLst>
              <a:ext uri="{FF2B5EF4-FFF2-40B4-BE49-F238E27FC236}">
                <a16:creationId xmlns:a16="http://schemas.microsoft.com/office/drawing/2014/main" id="{E93F5C47-6D3D-4CD4-B9E3-57788A641E13}"/>
              </a:ext>
            </a:extLst>
          </p:cNvPr>
          <p:cNvSpPr/>
          <p:nvPr/>
        </p:nvSpPr>
        <p:spPr>
          <a:xfrm>
            <a:off x="5334000" y="4293096"/>
            <a:ext cx="360000" cy="360000"/>
          </a:xfrm>
          <a:prstGeom prst="ellipse">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CA" sz="1400" b="1" dirty="0">
                <a:solidFill>
                  <a:schemeClr val="bg1"/>
                </a:solidFill>
              </a:rPr>
              <a:t>5</a:t>
            </a:r>
          </a:p>
        </p:txBody>
      </p:sp>
      <p:sp>
        <p:nvSpPr>
          <p:cNvPr id="16" name="Rounded Rectangular Callout 9">
            <a:extLst>
              <a:ext uri="{FF2B5EF4-FFF2-40B4-BE49-F238E27FC236}">
                <a16:creationId xmlns:a16="http://schemas.microsoft.com/office/drawing/2014/main" id="{455AF93D-177B-4543-823E-930579DBB84F}"/>
              </a:ext>
            </a:extLst>
          </p:cNvPr>
          <p:cNvSpPr/>
          <p:nvPr>
            <p:custDataLst>
              <p:tags r:id="rId4"/>
            </p:custDataLst>
          </p:nvPr>
        </p:nvSpPr>
        <p:spPr>
          <a:xfrm>
            <a:off x="9696398" y="584665"/>
            <a:ext cx="1944000" cy="792000"/>
          </a:xfrm>
          <a:prstGeom prst="wedgeRectCallout">
            <a:avLst>
              <a:gd name="adj1" fmla="val -17295"/>
              <a:gd name="adj2" fmla="val -8785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lstStyle/>
          <a:p>
            <a:r>
              <a:rPr lang="en-CA" sz="1400" b="1" dirty="0">
                <a:solidFill>
                  <a:schemeClr val="bg1"/>
                </a:solidFill>
              </a:rPr>
              <a:t>Insert the section title here if needed</a:t>
            </a:r>
          </a:p>
        </p:txBody>
      </p:sp>
      <p:sp>
        <p:nvSpPr>
          <p:cNvPr id="17" name="Ellipse 13">
            <a:extLst>
              <a:ext uri="{FF2B5EF4-FFF2-40B4-BE49-F238E27FC236}">
                <a16:creationId xmlns:a16="http://schemas.microsoft.com/office/drawing/2014/main" id="{7FD0BDDE-7C66-4185-AD87-52859E11DF77}"/>
              </a:ext>
            </a:extLst>
          </p:cNvPr>
          <p:cNvSpPr/>
          <p:nvPr/>
        </p:nvSpPr>
        <p:spPr>
          <a:xfrm>
            <a:off x="9525292" y="404664"/>
            <a:ext cx="360000" cy="360000"/>
          </a:xfrm>
          <a:prstGeom prst="ellipse">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CA" sz="1400" b="1" dirty="0">
                <a:solidFill>
                  <a:schemeClr val="bg1"/>
                </a:solidFill>
              </a:rPr>
              <a:t>4</a:t>
            </a:r>
          </a:p>
        </p:txBody>
      </p:sp>
      <p:sp>
        <p:nvSpPr>
          <p:cNvPr id="22" name="Slide Number Placeholder 21">
            <a:extLst>
              <a:ext uri="{FF2B5EF4-FFF2-40B4-BE49-F238E27FC236}">
                <a16:creationId xmlns:a16="http://schemas.microsoft.com/office/drawing/2014/main" id="{D0CF1FC9-1D60-404D-8074-4A06ABF90359}"/>
              </a:ext>
            </a:extLst>
          </p:cNvPr>
          <p:cNvSpPr>
            <a:spLocks noGrp="1"/>
          </p:cNvSpPr>
          <p:nvPr>
            <p:ph type="sldNum" sz="quarter" idx="10"/>
          </p:nvPr>
        </p:nvSpPr>
        <p:spPr/>
        <p:txBody>
          <a:bodyPr/>
          <a:lstStyle/>
          <a:p>
            <a:fld id="{9F13E4E3-EA9B-4FF8-B6C4-2516ED16E94E}" type="slidenum">
              <a:rPr lang="en-CA" smtClean="0"/>
              <a:t>4</a:t>
            </a:fld>
            <a:endParaRPr lang="en-CA" dirty="0"/>
          </a:p>
        </p:txBody>
      </p:sp>
      <p:sp>
        <p:nvSpPr>
          <p:cNvPr id="15" name="Rounded Rectangular Callout 9">
            <a:extLst>
              <a:ext uri="{FF2B5EF4-FFF2-40B4-BE49-F238E27FC236}">
                <a16:creationId xmlns:a16="http://schemas.microsoft.com/office/drawing/2014/main" id="{870C8594-9089-B439-6679-A08D22E6B10C}"/>
              </a:ext>
            </a:extLst>
          </p:cNvPr>
          <p:cNvSpPr/>
          <p:nvPr>
            <p:custDataLst>
              <p:tags r:id="rId5"/>
            </p:custDataLst>
          </p:nvPr>
        </p:nvSpPr>
        <p:spPr>
          <a:xfrm>
            <a:off x="5594242" y="549276"/>
            <a:ext cx="2085934" cy="900119"/>
          </a:xfrm>
          <a:prstGeom prst="wedgeRectCallout">
            <a:avLst>
              <a:gd name="adj1" fmla="val -129145"/>
              <a:gd name="adj2" fmla="val -8326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lstStyle/>
          <a:p>
            <a:r>
              <a:rPr lang="en-CA" sz="1400" b="1" dirty="0">
                <a:solidFill>
                  <a:schemeClr val="bg1"/>
                </a:solidFill>
              </a:rPr>
              <a:t>Type business unit name here if needed</a:t>
            </a:r>
          </a:p>
        </p:txBody>
      </p:sp>
      <p:sp>
        <p:nvSpPr>
          <p:cNvPr id="18" name="Ellipse 13">
            <a:extLst>
              <a:ext uri="{FF2B5EF4-FFF2-40B4-BE49-F238E27FC236}">
                <a16:creationId xmlns:a16="http://schemas.microsoft.com/office/drawing/2014/main" id="{9046BD11-0615-F4C5-7BAC-035AA80E3D44}"/>
              </a:ext>
            </a:extLst>
          </p:cNvPr>
          <p:cNvSpPr/>
          <p:nvPr/>
        </p:nvSpPr>
        <p:spPr>
          <a:xfrm>
            <a:off x="5423136" y="369276"/>
            <a:ext cx="360000" cy="360000"/>
          </a:xfrm>
          <a:prstGeom prst="ellipse">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CA" sz="1400" b="1" dirty="0">
                <a:solidFill>
                  <a:schemeClr val="bg1"/>
                </a:solidFill>
              </a:rPr>
              <a:t>3</a:t>
            </a:r>
          </a:p>
        </p:txBody>
      </p:sp>
    </p:spTree>
    <p:extLst>
      <p:ext uri="{BB962C8B-B14F-4D97-AF65-F5344CB8AC3E}">
        <p14:creationId xmlns:p14="http://schemas.microsoft.com/office/powerpoint/2010/main" val="4062830109"/>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A6B413D-98AF-434B-B7AB-364B0CD423EC}"/>
              </a:ext>
            </a:extLst>
          </p:cNvPr>
          <p:cNvSpPr>
            <a:spLocks noGrp="1"/>
          </p:cNvSpPr>
          <p:nvPr>
            <p:ph type="sldNum" sz="quarter" idx="10"/>
          </p:nvPr>
        </p:nvSpPr>
        <p:spPr/>
        <p:txBody>
          <a:bodyPr/>
          <a:lstStyle/>
          <a:p>
            <a:fld id="{9F13E4E3-EA9B-4FF8-B6C4-2516ED16E94E}" type="slidenum">
              <a:rPr lang="en-CA" smtClean="0"/>
              <a:pPr/>
              <a:t>5</a:t>
            </a:fld>
            <a:endParaRPr lang="en-CA" dirty="0"/>
          </a:p>
        </p:txBody>
      </p:sp>
      <p:sp>
        <p:nvSpPr>
          <p:cNvPr id="4" name="Title 3">
            <a:extLst>
              <a:ext uri="{FF2B5EF4-FFF2-40B4-BE49-F238E27FC236}">
                <a16:creationId xmlns:a16="http://schemas.microsoft.com/office/drawing/2014/main" id="{4C1DADD4-5487-4249-A957-19A1BE517CB4}"/>
              </a:ext>
            </a:extLst>
          </p:cNvPr>
          <p:cNvSpPr>
            <a:spLocks noGrp="1"/>
          </p:cNvSpPr>
          <p:nvPr>
            <p:ph type="title"/>
          </p:nvPr>
        </p:nvSpPr>
        <p:spPr/>
        <p:txBody>
          <a:bodyPr/>
          <a:lstStyle/>
          <a:p>
            <a:r>
              <a:rPr lang="en-CA" dirty="0">
                <a:solidFill>
                  <a:schemeClr val="accent2"/>
                </a:solidFill>
              </a:rPr>
              <a:t>7 levels of text </a:t>
            </a:r>
            <a:r>
              <a:rPr lang="en-CA" dirty="0"/>
              <a:t>have been pre-set to provide </a:t>
            </a:r>
            <a:br>
              <a:rPr lang="en-CA" dirty="0"/>
            </a:br>
            <a:r>
              <a:rPr lang="en-CA" dirty="0"/>
              <a:t>maximum flexibility</a:t>
            </a:r>
          </a:p>
        </p:txBody>
      </p:sp>
      <p:sp>
        <p:nvSpPr>
          <p:cNvPr id="5" name="Content Placeholder 4">
            <a:extLst>
              <a:ext uri="{FF2B5EF4-FFF2-40B4-BE49-F238E27FC236}">
                <a16:creationId xmlns:a16="http://schemas.microsoft.com/office/drawing/2014/main" id="{0B188365-E9A3-4FCD-B3E9-E92140188578}"/>
              </a:ext>
            </a:extLst>
          </p:cNvPr>
          <p:cNvSpPr>
            <a:spLocks noGrp="1"/>
          </p:cNvSpPr>
          <p:nvPr>
            <p:ph sz="quarter" idx="14"/>
          </p:nvPr>
        </p:nvSpPr>
        <p:spPr/>
        <p:txBody>
          <a:bodyPr/>
          <a:lstStyle/>
          <a:p>
            <a:r>
              <a:rPr lang="en-CA" dirty="0"/>
              <a:t>Level 1 is used to write without a bullet </a:t>
            </a:r>
          </a:p>
          <a:p>
            <a:pPr lvl="1"/>
            <a:r>
              <a:rPr lang="en-CA" dirty="0"/>
              <a:t>Level 2 is used as an option for level 1, if you prefer to write your text with bullets</a:t>
            </a:r>
          </a:p>
          <a:p>
            <a:pPr lvl="2"/>
            <a:r>
              <a:rPr lang="en-CA" dirty="0"/>
              <a:t>Level 3 with a bullet can be used after the level 1 or 2</a:t>
            </a:r>
          </a:p>
          <a:p>
            <a:pPr lvl="3"/>
            <a:r>
              <a:rPr lang="en-CA" dirty="0"/>
              <a:t>Level 4 is used after level 3 as an additional bullet level</a:t>
            </a:r>
          </a:p>
          <a:p>
            <a:pPr lvl="4"/>
            <a:r>
              <a:rPr lang="en-CA" dirty="0"/>
              <a:t>Level 5 can be used for numbered lists</a:t>
            </a:r>
          </a:p>
          <a:p>
            <a:pPr lvl="5"/>
            <a:r>
              <a:rPr lang="en-CA" dirty="0"/>
              <a:t>Level 6 is useful if you need a second level for your list</a:t>
            </a:r>
          </a:p>
          <a:p>
            <a:pPr lvl="6"/>
            <a:r>
              <a:rPr lang="en-CA" dirty="0"/>
              <a:t>Level 7 can be used for your paragraph titles</a:t>
            </a:r>
          </a:p>
        </p:txBody>
      </p:sp>
      <p:sp>
        <p:nvSpPr>
          <p:cNvPr id="22" name="Rectangle : coins arrondis 13">
            <a:extLst>
              <a:ext uri="{FF2B5EF4-FFF2-40B4-BE49-F238E27FC236}">
                <a16:creationId xmlns:a16="http://schemas.microsoft.com/office/drawing/2014/main" id="{4495FF42-727C-430E-8BFB-FFB2038C2562}"/>
              </a:ext>
            </a:extLst>
          </p:cNvPr>
          <p:cNvSpPr/>
          <p:nvPr/>
        </p:nvSpPr>
        <p:spPr>
          <a:xfrm>
            <a:off x="550862" y="4797152"/>
            <a:ext cx="6553249" cy="1224136"/>
          </a:xfrm>
          <a:prstGeom prst="roundRect">
            <a:avLst>
              <a:gd name="adj" fmla="val 100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144000" rIns="252000" rtlCol="0" anchor="t"/>
          <a:lstStyle/>
          <a:p>
            <a:pPr>
              <a:lnSpc>
                <a:spcPct val="110000"/>
              </a:lnSpc>
            </a:pPr>
            <a:r>
              <a:rPr lang="en-CA" sz="1800" b="1" dirty="0"/>
              <a:t>Use INDENT ARROWS in the Home menu </a:t>
            </a:r>
            <a:br>
              <a:rPr lang="en-CA" sz="1800" b="1" dirty="0"/>
            </a:br>
            <a:r>
              <a:rPr lang="en-CA" sz="1800" b="1" dirty="0"/>
              <a:t>or click on “Tab” to adjust the level of text</a:t>
            </a:r>
          </a:p>
        </p:txBody>
      </p:sp>
      <p:sp>
        <p:nvSpPr>
          <p:cNvPr id="23" name="Rectangle : coins arrondis 14">
            <a:extLst>
              <a:ext uri="{FF2B5EF4-FFF2-40B4-BE49-F238E27FC236}">
                <a16:creationId xmlns:a16="http://schemas.microsoft.com/office/drawing/2014/main" id="{700F9F10-DB5C-40A8-873F-DA4F1D32ECD5}"/>
              </a:ext>
            </a:extLst>
          </p:cNvPr>
          <p:cNvSpPr/>
          <p:nvPr/>
        </p:nvSpPr>
        <p:spPr>
          <a:xfrm>
            <a:off x="7392143" y="4797152"/>
            <a:ext cx="4247241" cy="1224136"/>
          </a:xfrm>
          <a:prstGeom prst="roundRect">
            <a:avLst>
              <a:gd name="adj" fmla="val 90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144000" rIns="252000" rtlCol="0" anchor="t"/>
          <a:lstStyle/>
          <a:p>
            <a:pPr>
              <a:lnSpc>
                <a:spcPct val="110000"/>
              </a:lnSpc>
            </a:pPr>
            <a:r>
              <a:rPr lang="en-CA" sz="1800" b="1" dirty="0"/>
              <a:t>5 levels of text have been pre-set for printing note pages</a:t>
            </a:r>
          </a:p>
        </p:txBody>
      </p:sp>
      <p:grpSp>
        <p:nvGrpSpPr>
          <p:cNvPr id="24" name="Groupe 15">
            <a:extLst>
              <a:ext uri="{FF2B5EF4-FFF2-40B4-BE49-F238E27FC236}">
                <a16:creationId xmlns:a16="http://schemas.microsoft.com/office/drawing/2014/main" id="{64E0A741-8D22-4C83-B33D-6DDF1540F7B5}"/>
              </a:ext>
            </a:extLst>
          </p:cNvPr>
          <p:cNvGrpSpPr/>
          <p:nvPr/>
        </p:nvGrpSpPr>
        <p:grpSpPr>
          <a:xfrm>
            <a:off x="5733352" y="4981873"/>
            <a:ext cx="1082728" cy="649287"/>
            <a:chOff x="10773912" y="5157192"/>
            <a:chExt cx="1082728" cy="649287"/>
          </a:xfrm>
        </p:grpSpPr>
        <p:sp>
          <p:nvSpPr>
            <p:cNvPr id="25" name="Bulle narrative : rectangle à coins arrondis 16">
              <a:extLst>
                <a:ext uri="{FF2B5EF4-FFF2-40B4-BE49-F238E27FC236}">
                  <a16:creationId xmlns:a16="http://schemas.microsoft.com/office/drawing/2014/main" id="{2E0A4726-1B3E-4A7C-91FE-87279CB8DF0C}"/>
                </a:ext>
              </a:extLst>
            </p:cNvPr>
            <p:cNvSpPr/>
            <p:nvPr/>
          </p:nvSpPr>
          <p:spPr>
            <a:xfrm>
              <a:off x="10773912" y="5157192"/>
              <a:ext cx="1082728" cy="649287"/>
            </a:xfrm>
            <a:prstGeom prst="wedgeRectCallout">
              <a:avLst>
                <a:gd name="adj1" fmla="val -46365"/>
                <a:gd name="adj2" fmla="val 75601"/>
              </a:avLst>
            </a:pr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rIns="108000" rtlCol="0" anchor="ctr"/>
            <a:lstStyle/>
            <a:p>
              <a:pPr algn="ctr">
                <a:lnSpc>
                  <a:spcPct val="90000"/>
                </a:lnSpc>
                <a:spcBef>
                  <a:spcPts val="1400"/>
                </a:spcBef>
              </a:pPr>
              <a:endParaRPr lang="en-CA" sz="2000" dirty="0">
                <a:solidFill>
                  <a:schemeClr val="tx1"/>
                </a:solidFill>
              </a:endParaRPr>
            </a:p>
          </p:txBody>
        </p:sp>
        <p:pic>
          <p:nvPicPr>
            <p:cNvPr id="26" name="Image 17">
              <a:extLst>
                <a:ext uri="{FF2B5EF4-FFF2-40B4-BE49-F238E27FC236}">
                  <a16:creationId xmlns:a16="http://schemas.microsoft.com/office/drawing/2014/main" id="{EF174A57-0941-4426-9335-267CDEB0F14E}"/>
                </a:ext>
              </a:extLst>
            </p:cNvPr>
            <p:cNvPicPr>
              <a:picLocks noChangeAspect="1"/>
            </p:cNvPicPr>
            <p:nvPr/>
          </p:nvPicPr>
          <p:blipFill>
            <a:blip r:embed="rId3"/>
            <a:stretch>
              <a:fillRect/>
            </a:stretch>
          </p:blipFill>
          <p:spPr>
            <a:xfrm>
              <a:off x="10988632" y="5290875"/>
              <a:ext cx="653289" cy="381922"/>
            </a:xfrm>
            <a:prstGeom prst="rect">
              <a:avLst/>
            </a:prstGeom>
          </p:spPr>
        </p:pic>
      </p:grpSp>
    </p:spTree>
    <p:extLst>
      <p:ext uri="{BB962C8B-B14F-4D97-AF65-F5344CB8AC3E}">
        <p14:creationId xmlns:p14="http://schemas.microsoft.com/office/powerpoint/2010/main" val="3882590805"/>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AB9D299B-3A3F-47D7-86EF-1A9F9A36C807}"/>
              </a:ext>
            </a:extLst>
          </p:cNvPr>
          <p:cNvSpPr>
            <a:spLocks noGrp="1"/>
          </p:cNvSpPr>
          <p:nvPr>
            <p:ph type="sldNum" sz="quarter" idx="10"/>
          </p:nvPr>
        </p:nvSpPr>
        <p:spPr/>
        <p:txBody>
          <a:bodyPr/>
          <a:lstStyle/>
          <a:p>
            <a:fld id="{F727B59D-7AF7-E44F-BD7E-A2EC0F458FB3}" type="slidenum">
              <a:rPr lang="en-CA" smtClean="0"/>
              <a:pPr/>
              <a:t>6</a:t>
            </a:fld>
            <a:endParaRPr lang="en-CA" dirty="0"/>
          </a:p>
        </p:txBody>
      </p:sp>
    </p:spTree>
    <p:extLst>
      <p:ext uri="{BB962C8B-B14F-4D97-AF65-F5344CB8AC3E}">
        <p14:creationId xmlns:p14="http://schemas.microsoft.com/office/powerpoint/2010/main" val="2408133074"/>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18">
            <a:extLst>
              <a:ext uri="{FF2B5EF4-FFF2-40B4-BE49-F238E27FC236}">
                <a16:creationId xmlns:a16="http://schemas.microsoft.com/office/drawing/2014/main" id="{D62ECF40-A91C-4CCE-BA6C-DD4EFE0E404E}"/>
              </a:ext>
            </a:extLst>
          </p:cNvPr>
          <p:cNvSpPr>
            <a:spLocks noGrp="1"/>
          </p:cNvSpPr>
          <p:nvPr>
            <p:ph sz="quarter" idx="16"/>
          </p:nvPr>
        </p:nvSpPr>
        <p:spPr>
          <a:xfrm>
            <a:off x="6239384" y="2276872"/>
            <a:ext cx="5400000" cy="2088232"/>
          </a:xfrm>
        </p:spPr>
        <p:txBody>
          <a:bodyPr/>
          <a:lstStyle/>
          <a:p>
            <a:pPr lvl="1"/>
            <a:r>
              <a:rPr lang="en-CA" sz="1600" dirty="0">
                <a:hlinkClick r:id="rId3"/>
              </a:rPr>
              <a:t>CAE illustrations</a:t>
            </a:r>
            <a:endParaRPr lang="en-CA" sz="1600" dirty="0"/>
          </a:p>
          <a:p>
            <a:pPr lvl="1"/>
            <a:r>
              <a:rPr lang="en-CA" sz="1600" dirty="0"/>
              <a:t>Or click </a:t>
            </a:r>
            <a:r>
              <a:rPr lang="en-CA" sz="1600" b="1" i="1" dirty="0"/>
              <a:t>Insert</a:t>
            </a:r>
            <a:r>
              <a:rPr lang="en-CA" sz="1600" dirty="0"/>
              <a:t> and then </a:t>
            </a:r>
            <a:r>
              <a:rPr lang="en-CA" sz="1600" b="1" i="1" dirty="0"/>
              <a:t>Icons</a:t>
            </a:r>
            <a:r>
              <a:rPr lang="en-CA" sz="1600" dirty="0"/>
              <a:t> to make a research among icons available in PowerPoint</a:t>
            </a:r>
          </a:p>
        </p:txBody>
      </p:sp>
      <p:sp>
        <p:nvSpPr>
          <p:cNvPr id="13" name="Espace réservé du contenu 12">
            <a:extLst>
              <a:ext uri="{FF2B5EF4-FFF2-40B4-BE49-F238E27FC236}">
                <a16:creationId xmlns:a16="http://schemas.microsoft.com/office/drawing/2014/main" id="{D233A41D-9A79-4A90-8D02-8D67344CBC2E}"/>
              </a:ext>
            </a:extLst>
          </p:cNvPr>
          <p:cNvSpPr>
            <a:spLocks noGrp="1"/>
          </p:cNvSpPr>
          <p:nvPr>
            <p:ph sz="quarter" idx="15"/>
          </p:nvPr>
        </p:nvSpPr>
        <p:spPr>
          <a:xfrm>
            <a:off x="551384" y="2276872"/>
            <a:ext cx="5400000" cy="2088232"/>
          </a:xfrm>
        </p:spPr>
        <p:txBody>
          <a:bodyPr/>
          <a:lstStyle/>
          <a:p>
            <a:pPr lvl="1"/>
            <a:r>
              <a:rPr lang="en-CA" sz="1600" dirty="0">
                <a:hlinkClick r:id="rId4"/>
              </a:rPr>
              <a:t>CAE images</a:t>
            </a:r>
            <a:endParaRPr lang="en-CA" sz="1600" dirty="0"/>
          </a:p>
          <a:p>
            <a:pPr lvl="1"/>
            <a:r>
              <a:rPr lang="en-CA" sz="1600" dirty="0">
                <a:hlinkClick r:id="rId5"/>
              </a:rPr>
              <a:t>https://unsplash.com/</a:t>
            </a:r>
            <a:endParaRPr lang="en-CA" sz="1600" dirty="0"/>
          </a:p>
          <a:p>
            <a:pPr lvl="1"/>
            <a:r>
              <a:rPr lang="en-CA" sz="1600" dirty="0">
                <a:hlinkClick r:id="rId6"/>
              </a:rPr>
              <a:t>https://www.pexels.com/</a:t>
            </a:r>
            <a:endParaRPr lang="en-CA" sz="1600" dirty="0"/>
          </a:p>
          <a:p>
            <a:pPr lvl="1"/>
            <a:r>
              <a:rPr lang="en-CA" sz="1600" dirty="0">
                <a:hlinkClick r:id="rId7"/>
              </a:rPr>
              <a:t>https://pixabay.com/</a:t>
            </a:r>
            <a:endParaRPr lang="en-CA" sz="1600" dirty="0"/>
          </a:p>
        </p:txBody>
      </p:sp>
      <p:sp>
        <p:nvSpPr>
          <p:cNvPr id="2" name="Espace réservé du numéro de diapositive 1">
            <a:extLst>
              <a:ext uri="{FF2B5EF4-FFF2-40B4-BE49-F238E27FC236}">
                <a16:creationId xmlns:a16="http://schemas.microsoft.com/office/drawing/2014/main" id="{F2CC63F9-96E6-4BCE-9CF0-40AE6D82605A}"/>
              </a:ext>
            </a:extLst>
          </p:cNvPr>
          <p:cNvSpPr>
            <a:spLocks noGrp="1"/>
          </p:cNvSpPr>
          <p:nvPr>
            <p:ph type="sldNum" sz="quarter" idx="14"/>
          </p:nvPr>
        </p:nvSpPr>
        <p:spPr/>
        <p:txBody>
          <a:bodyPr/>
          <a:lstStyle/>
          <a:p>
            <a:fld id="{F727B59D-7AF7-E44F-BD7E-A2EC0F458FB3}" type="slidenum">
              <a:rPr lang="en-CA" smtClean="0"/>
              <a:pPr/>
              <a:t>7</a:t>
            </a:fld>
            <a:endParaRPr lang="en-CA" dirty="0"/>
          </a:p>
        </p:txBody>
      </p:sp>
      <p:sp>
        <p:nvSpPr>
          <p:cNvPr id="11" name="Espace réservé du texte 10">
            <a:extLst>
              <a:ext uri="{FF2B5EF4-FFF2-40B4-BE49-F238E27FC236}">
                <a16:creationId xmlns:a16="http://schemas.microsoft.com/office/drawing/2014/main" id="{CC38F1F0-0465-42AD-A62A-22BD32A29CD1}"/>
              </a:ext>
            </a:extLst>
          </p:cNvPr>
          <p:cNvSpPr>
            <a:spLocks noGrp="1"/>
          </p:cNvSpPr>
          <p:nvPr>
            <p:ph type="body" sz="quarter" idx="11"/>
          </p:nvPr>
        </p:nvSpPr>
        <p:spPr/>
        <p:txBody>
          <a:bodyPr/>
          <a:lstStyle/>
          <a:p>
            <a:r>
              <a:rPr lang="en-CA" dirty="0"/>
              <a:t>Useful links for images</a:t>
            </a:r>
          </a:p>
        </p:txBody>
      </p:sp>
      <p:sp>
        <p:nvSpPr>
          <p:cNvPr id="15" name="Espace réservé du texte 14">
            <a:extLst>
              <a:ext uri="{FF2B5EF4-FFF2-40B4-BE49-F238E27FC236}">
                <a16:creationId xmlns:a16="http://schemas.microsoft.com/office/drawing/2014/main" id="{66A80DA6-31D3-413C-A544-E58A96597998}"/>
              </a:ext>
            </a:extLst>
          </p:cNvPr>
          <p:cNvSpPr>
            <a:spLocks noGrp="1"/>
          </p:cNvSpPr>
          <p:nvPr>
            <p:ph type="body" sz="quarter" idx="17"/>
          </p:nvPr>
        </p:nvSpPr>
        <p:spPr/>
        <p:txBody>
          <a:bodyPr/>
          <a:lstStyle/>
          <a:p>
            <a:r>
              <a:rPr lang="en-CA" dirty="0"/>
              <a:t>CAE illustration or PowerPoint icons</a:t>
            </a:r>
          </a:p>
        </p:txBody>
      </p:sp>
      <p:sp>
        <p:nvSpPr>
          <p:cNvPr id="3" name="Titre 2">
            <a:extLst>
              <a:ext uri="{FF2B5EF4-FFF2-40B4-BE49-F238E27FC236}">
                <a16:creationId xmlns:a16="http://schemas.microsoft.com/office/drawing/2014/main" id="{7B95BE23-0409-498D-AD6D-22B361A700D4}"/>
              </a:ext>
            </a:extLst>
          </p:cNvPr>
          <p:cNvSpPr>
            <a:spLocks noGrp="1"/>
          </p:cNvSpPr>
          <p:nvPr>
            <p:ph type="title"/>
          </p:nvPr>
        </p:nvSpPr>
        <p:spPr/>
        <p:txBody>
          <a:bodyPr/>
          <a:lstStyle/>
          <a:p>
            <a:r>
              <a:rPr lang="en-CA" dirty="0"/>
              <a:t>Use </a:t>
            </a:r>
            <a:r>
              <a:rPr lang="en-CA" dirty="0">
                <a:solidFill>
                  <a:schemeClr val="accent2"/>
                </a:solidFill>
              </a:rPr>
              <a:t>images</a:t>
            </a:r>
            <a:r>
              <a:rPr lang="en-CA" dirty="0"/>
              <a:t> and </a:t>
            </a:r>
            <a:r>
              <a:rPr lang="en-CA" dirty="0">
                <a:solidFill>
                  <a:schemeClr val="accent2"/>
                </a:solidFill>
              </a:rPr>
              <a:t>icons</a:t>
            </a:r>
            <a:r>
              <a:rPr lang="en-CA" dirty="0"/>
              <a:t> to create more visual presentations</a:t>
            </a:r>
          </a:p>
        </p:txBody>
      </p:sp>
      <p:sp>
        <p:nvSpPr>
          <p:cNvPr id="14" name="Espace réservé du texte 13">
            <a:extLst>
              <a:ext uri="{FF2B5EF4-FFF2-40B4-BE49-F238E27FC236}">
                <a16:creationId xmlns:a16="http://schemas.microsoft.com/office/drawing/2014/main" id="{3038B050-B667-7F1B-49A0-762ECCE7D57C}"/>
              </a:ext>
            </a:extLst>
          </p:cNvPr>
          <p:cNvSpPr>
            <a:spLocks noGrp="1"/>
          </p:cNvSpPr>
          <p:nvPr>
            <p:ph type="body" sz="quarter" idx="12"/>
          </p:nvPr>
        </p:nvSpPr>
        <p:spPr/>
        <p:txBody>
          <a:bodyPr/>
          <a:lstStyle/>
          <a:p>
            <a:endParaRPr lang="en-CA" dirty="0"/>
          </a:p>
        </p:txBody>
      </p:sp>
      <p:sp>
        <p:nvSpPr>
          <p:cNvPr id="16" name="Espace réservé du texte 15">
            <a:extLst>
              <a:ext uri="{FF2B5EF4-FFF2-40B4-BE49-F238E27FC236}">
                <a16:creationId xmlns:a16="http://schemas.microsoft.com/office/drawing/2014/main" id="{21C21BAA-AD46-6EA1-2503-E79A14A2F0EA}"/>
              </a:ext>
            </a:extLst>
          </p:cNvPr>
          <p:cNvSpPr>
            <a:spLocks noGrp="1"/>
          </p:cNvSpPr>
          <p:nvPr>
            <p:ph type="body" sz="quarter" idx="18"/>
          </p:nvPr>
        </p:nvSpPr>
        <p:spPr/>
        <p:txBody>
          <a:bodyPr/>
          <a:lstStyle/>
          <a:p>
            <a:endParaRPr lang="en-CA" dirty="0"/>
          </a:p>
        </p:txBody>
      </p:sp>
      <p:sp>
        <p:nvSpPr>
          <p:cNvPr id="9" name="Rectangle 8">
            <a:extLst>
              <a:ext uri="{FF2B5EF4-FFF2-40B4-BE49-F238E27FC236}">
                <a16:creationId xmlns:a16="http://schemas.microsoft.com/office/drawing/2014/main" id="{1BB982CA-7C05-4DB1-A738-4EE472DE27B2}"/>
              </a:ext>
            </a:extLst>
          </p:cNvPr>
          <p:cNvSpPr/>
          <p:nvPr/>
        </p:nvSpPr>
        <p:spPr bwMode="auto">
          <a:xfrm>
            <a:off x="551384" y="4581320"/>
            <a:ext cx="1512168" cy="1728000"/>
          </a:xfrm>
          <a:prstGeom prst="rect">
            <a:avLst/>
          </a:prstGeom>
          <a:solidFill>
            <a:schemeClr val="accent1"/>
          </a:solidFill>
          <a:ln>
            <a:noFill/>
          </a:ln>
        </p:spPr>
        <p:txBody>
          <a:bodyPr rot="0" spcFirstLastPara="0" vertOverflow="overflow" horzOverflow="overflow" vert="horz" wrap="square" lIns="168750" tIns="144000" rIns="118125" bIns="144000" numCol="1" spcCol="0" rtlCol="0" fromWordArt="0" anchor="t" anchorCtr="0" forceAA="0" compatLnSpc="1">
            <a:prstTxWarp prst="textNoShape">
              <a:avLst/>
            </a:prstTxWarp>
            <a:noAutofit/>
          </a:bodyPr>
          <a:lstStyle/>
          <a:p>
            <a:pPr>
              <a:spcBef>
                <a:spcPts val="563"/>
              </a:spcBef>
            </a:pPr>
            <a:r>
              <a:rPr lang="en-CA" b="1" dirty="0">
                <a:solidFill>
                  <a:schemeClr val="bg1"/>
                </a:solidFill>
                <a:latin typeface="+mj-lt"/>
              </a:rPr>
              <a:t>Best </a:t>
            </a:r>
            <a:br>
              <a:rPr lang="en-CA" b="1" dirty="0">
                <a:solidFill>
                  <a:schemeClr val="bg1"/>
                </a:solidFill>
                <a:latin typeface="+mj-lt"/>
              </a:rPr>
            </a:br>
            <a:r>
              <a:rPr lang="en-CA" b="1" dirty="0">
                <a:solidFill>
                  <a:schemeClr val="bg1"/>
                </a:solidFill>
                <a:latin typeface="+mj-lt"/>
              </a:rPr>
              <a:t>practices</a:t>
            </a:r>
          </a:p>
        </p:txBody>
      </p:sp>
      <p:sp>
        <p:nvSpPr>
          <p:cNvPr id="10" name="ZoneTexte 9">
            <a:extLst>
              <a:ext uri="{FF2B5EF4-FFF2-40B4-BE49-F238E27FC236}">
                <a16:creationId xmlns:a16="http://schemas.microsoft.com/office/drawing/2014/main" id="{2CDF7207-2CB9-4255-B74C-72F87C13473A}"/>
              </a:ext>
            </a:extLst>
          </p:cNvPr>
          <p:cNvSpPr txBox="1"/>
          <p:nvPr/>
        </p:nvSpPr>
        <p:spPr>
          <a:xfrm>
            <a:off x="2063552" y="4581320"/>
            <a:ext cx="9564449" cy="1728000"/>
          </a:xfrm>
          <a:prstGeom prst="rect">
            <a:avLst/>
          </a:prstGeom>
          <a:solidFill>
            <a:schemeClr val="bg2"/>
          </a:solidFill>
        </p:spPr>
        <p:txBody>
          <a:bodyPr vert="horz" wrap="square" lIns="180000" tIns="144000" rIns="180000" bIns="144000" rtlCol="0" anchor="t" anchorCtr="0">
            <a:normAutofit/>
          </a:bodyPr>
          <a:lstStyle>
            <a:lvl1pPr marL="270000" lvl="0" indent="-270000" defTabSz="914400">
              <a:lnSpc>
                <a:spcPct val="100000"/>
              </a:lnSpc>
              <a:spcBef>
                <a:spcPts val="800"/>
              </a:spcBef>
              <a:buClr>
                <a:schemeClr val="accent4"/>
              </a:buClr>
              <a:buFont typeface="Wingdings" panose="05000000000000000000" pitchFamily="2" charset="2"/>
              <a:buChar char=""/>
              <a:defRPr sz="1400">
                <a:solidFill>
                  <a:schemeClr val="accent1"/>
                </a:solidFill>
                <a:latin typeface="+mn-lt"/>
                <a:cs typeface="+mn-cs"/>
              </a:defRPr>
            </a:lvl1pPr>
            <a:lvl2pPr marL="496800" lvl="1" indent="-216000" defTabSz="914400">
              <a:lnSpc>
                <a:spcPct val="100000"/>
              </a:lnSpc>
              <a:spcBef>
                <a:spcPts val="400"/>
              </a:spcBef>
              <a:buClr>
                <a:schemeClr val="accent4"/>
              </a:buClr>
              <a:buFont typeface="Wingdings" panose="05000000000000000000" pitchFamily="2" charset="2"/>
              <a:buChar char=""/>
              <a:defRPr sz="1200">
                <a:solidFill>
                  <a:schemeClr val="accent1"/>
                </a:solidFill>
                <a:latin typeface="+mn-lt"/>
                <a:cs typeface="+mn-cs"/>
              </a:defRPr>
            </a:lvl2pPr>
            <a:lvl3pPr marL="705600" lvl="2" indent="-180000" defTabSz="914400">
              <a:lnSpc>
                <a:spcPct val="100000"/>
              </a:lnSpc>
              <a:spcBef>
                <a:spcPts val="200"/>
              </a:spcBef>
              <a:buClr>
                <a:schemeClr val="accent4"/>
              </a:buClr>
              <a:buFont typeface="Wingdings" panose="05000000000000000000" pitchFamily="2" charset="2"/>
              <a:buChar char=""/>
              <a:defRPr sz="1100">
                <a:solidFill>
                  <a:schemeClr val="accent1"/>
                </a:solidFill>
                <a:latin typeface="+mn-lt"/>
                <a:cs typeface="+mn-cs"/>
              </a:defRPr>
            </a:lvl3pPr>
            <a:lvl4pPr marL="856800" indent="-144000" defTabSz="914400">
              <a:lnSpc>
                <a:spcPct val="100000"/>
              </a:lnSpc>
              <a:spcBef>
                <a:spcPts val="400"/>
              </a:spcBef>
              <a:buClr>
                <a:schemeClr val="accent4"/>
              </a:buClr>
              <a:buFont typeface="Wingdings" panose="05000000000000000000" pitchFamily="2" charset="2"/>
              <a:buChar char=""/>
              <a:defRPr sz="1200">
                <a:solidFill>
                  <a:schemeClr val="accent1"/>
                </a:solidFill>
                <a:latin typeface="+mn-lt"/>
                <a:cs typeface="+mn-cs"/>
              </a:defRPr>
            </a:lvl4pPr>
            <a:lvl5pPr marL="990000" indent="-126000" defTabSz="914400">
              <a:lnSpc>
                <a:spcPct val="100000"/>
              </a:lnSpc>
              <a:spcBef>
                <a:spcPts val="200"/>
              </a:spcBef>
              <a:buClr>
                <a:schemeClr val="accent4"/>
              </a:buClr>
              <a:buFont typeface="Wingdings" panose="05000000000000000000" pitchFamily="2" charset="2"/>
              <a:buChar char=""/>
              <a:defRPr sz="1200">
                <a:solidFill>
                  <a:schemeClr val="accent1"/>
                </a:solidFill>
                <a:latin typeface="+mn-lt"/>
                <a:cs typeface="+mn-cs"/>
              </a:defRPr>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defTabSz="428625">
              <a:spcBef>
                <a:spcPts val="1000"/>
              </a:spcBef>
              <a:buClr>
                <a:schemeClr val="accent1"/>
              </a:buClr>
              <a:buFont typeface="Wingdings" panose="05000000000000000000" pitchFamily="2" charset="2"/>
              <a:buChar char="§"/>
            </a:pPr>
            <a:r>
              <a:rPr lang="en-CA" sz="1600" dirty="0">
                <a:solidFill>
                  <a:schemeClr val="tx2"/>
                </a:solidFill>
                <a:latin typeface="+mn-lt"/>
                <a:cs typeface="+mn-cs"/>
              </a:rPr>
              <a:t>Avoid cliché pictures that everyone has seen many times before.</a:t>
            </a:r>
            <a:br>
              <a:rPr lang="en-CA" sz="1600" dirty="0">
                <a:solidFill>
                  <a:schemeClr val="tx2"/>
                </a:solidFill>
                <a:latin typeface="+mn-lt"/>
                <a:cs typeface="+mn-cs"/>
              </a:rPr>
            </a:br>
            <a:r>
              <a:rPr lang="en-CA" sz="1600" dirty="0">
                <a:solidFill>
                  <a:schemeClr val="tx2"/>
                </a:solidFill>
                <a:latin typeface="+mn-lt"/>
                <a:cs typeface="+mn-cs"/>
              </a:rPr>
              <a:t>Try to be creative in order to capture the audience’s attention.</a:t>
            </a:r>
          </a:p>
          <a:p>
            <a:pPr defTabSz="428625">
              <a:spcBef>
                <a:spcPts val="1000"/>
              </a:spcBef>
              <a:buClr>
                <a:schemeClr val="accent1"/>
              </a:buClr>
              <a:buFont typeface="Wingdings" panose="05000000000000000000" pitchFamily="2" charset="2"/>
              <a:buChar char="§"/>
            </a:pPr>
            <a:r>
              <a:rPr lang="en-CA" sz="1600" dirty="0">
                <a:solidFill>
                  <a:schemeClr val="tx2"/>
                </a:solidFill>
                <a:latin typeface="+mn-lt"/>
                <a:cs typeface="+mn-cs"/>
              </a:rPr>
              <a:t>Be sensitive to copyright and license restrictions when presenting to external audiences</a:t>
            </a:r>
          </a:p>
          <a:p>
            <a:pPr marL="480516" lvl="1" indent="-267891" defTabSz="428625">
              <a:spcBef>
                <a:spcPts val="300"/>
              </a:spcBef>
              <a:buClr>
                <a:schemeClr val="accent3"/>
              </a:buClr>
              <a:buFont typeface="Wingdings" panose="05000000000000000000" pitchFamily="2" charset="2"/>
              <a:buChar char="§"/>
            </a:pPr>
            <a:r>
              <a:rPr lang="en-CA" sz="1400" dirty="0">
                <a:solidFill>
                  <a:schemeClr val="tx2"/>
                </a:solidFill>
                <a:latin typeface="+mn-lt"/>
                <a:cs typeface="+mn-cs"/>
              </a:rPr>
              <a:t>Use only pictures or icons from stock websites: free or for purchase (licensed)</a:t>
            </a:r>
          </a:p>
        </p:txBody>
      </p:sp>
      <p:grpSp>
        <p:nvGrpSpPr>
          <p:cNvPr id="27" name="Group 26">
            <a:extLst>
              <a:ext uri="{FF2B5EF4-FFF2-40B4-BE49-F238E27FC236}">
                <a16:creationId xmlns:a16="http://schemas.microsoft.com/office/drawing/2014/main" id="{D40C489A-74B3-459D-82D9-6717303B0D06}"/>
              </a:ext>
            </a:extLst>
          </p:cNvPr>
          <p:cNvGrpSpPr/>
          <p:nvPr/>
        </p:nvGrpSpPr>
        <p:grpSpPr>
          <a:xfrm>
            <a:off x="6672064" y="3356992"/>
            <a:ext cx="4680520" cy="763250"/>
            <a:chOff x="6672064" y="3275769"/>
            <a:chExt cx="4680520" cy="763250"/>
          </a:xfrm>
        </p:grpSpPr>
        <p:pic>
          <p:nvPicPr>
            <p:cNvPr id="24" name="Picture 23">
              <a:extLst>
                <a:ext uri="{FF2B5EF4-FFF2-40B4-BE49-F238E27FC236}">
                  <a16:creationId xmlns:a16="http://schemas.microsoft.com/office/drawing/2014/main" id="{0A6D16CB-18E7-4760-92F6-5B0A5346FB8B}"/>
                </a:ext>
              </a:extLst>
            </p:cNvPr>
            <p:cNvPicPr>
              <a:picLocks noChangeAspect="1"/>
            </p:cNvPicPr>
            <p:nvPr/>
          </p:nvPicPr>
          <p:blipFill rotWithShape="1">
            <a:blip r:embed="rId8"/>
            <a:srcRect l="-1" r="46322"/>
            <a:stretch/>
          </p:blipFill>
          <p:spPr>
            <a:xfrm>
              <a:off x="6672064" y="3275769"/>
              <a:ext cx="4680520" cy="763250"/>
            </a:xfrm>
            <a:prstGeom prst="rect">
              <a:avLst/>
            </a:prstGeom>
          </p:spPr>
        </p:pic>
        <p:sp>
          <p:nvSpPr>
            <p:cNvPr id="25" name="Rectangle 24">
              <a:extLst>
                <a:ext uri="{FF2B5EF4-FFF2-40B4-BE49-F238E27FC236}">
                  <a16:creationId xmlns:a16="http://schemas.microsoft.com/office/drawing/2014/main" id="{ED52D9C1-A750-4922-BBE5-582556B2B93F}"/>
                </a:ext>
              </a:extLst>
            </p:cNvPr>
            <p:cNvSpPr/>
            <p:nvPr/>
          </p:nvSpPr>
          <p:spPr bwMode="auto">
            <a:xfrm>
              <a:off x="7320136" y="3275769"/>
              <a:ext cx="396000" cy="153231"/>
            </a:xfrm>
            <a:prstGeom prst="rect">
              <a:avLst/>
            </a:prstGeom>
            <a:noFill/>
            <a:ln/>
          </p:spPr>
          <p:style>
            <a:lnRef idx="2">
              <a:schemeClr val="accent2"/>
            </a:lnRef>
            <a:fillRef idx="1">
              <a:schemeClr val="lt1"/>
            </a:fillRef>
            <a:effectRef idx="0">
              <a:schemeClr val="accent2"/>
            </a:effectRef>
            <a:fontRef idx="minor">
              <a:schemeClr val="dk1"/>
            </a:fontRef>
          </p:style>
          <p:txBody>
            <a:bodyPr lIns="144000" tIns="72000" rIns="144000" bIns="72000" rtlCol="0" anchor="ctr"/>
            <a:lstStyle/>
            <a:p>
              <a:pPr algn="ctr">
                <a:spcBef>
                  <a:spcPts val="800"/>
                </a:spcBef>
              </a:pPr>
              <a:endParaRPr lang="en-CA" sz="1600" b="1" dirty="0">
                <a:solidFill>
                  <a:schemeClr val="bg1"/>
                </a:solidFill>
                <a:latin typeface="+mj-lt"/>
              </a:endParaRPr>
            </a:p>
          </p:txBody>
        </p:sp>
        <p:sp>
          <p:nvSpPr>
            <p:cNvPr id="26" name="Rectangle 25">
              <a:extLst>
                <a:ext uri="{FF2B5EF4-FFF2-40B4-BE49-F238E27FC236}">
                  <a16:creationId xmlns:a16="http://schemas.microsoft.com/office/drawing/2014/main" id="{44ADE125-334B-411C-8ED1-53BF175BD349}"/>
                </a:ext>
              </a:extLst>
            </p:cNvPr>
            <p:cNvSpPr/>
            <p:nvPr/>
          </p:nvSpPr>
          <p:spPr bwMode="auto">
            <a:xfrm>
              <a:off x="9110062" y="3428999"/>
              <a:ext cx="287432" cy="432049"/>
            </a:xfrm>
            <a:prstGeom prst="rect">
              <a:avLst/>
            </a:prstGeom>
            <a:noFill/>
            <a:ln/>
          </p:spPr>
          <p:style>
            <a:lnRef idx="2">
              <a:schemeClr val="accent2"/>
            </a:lnRef>
            <a:fillRef idx="1">
              <a:schemeClr val="lt1"/>
            </a:fillRef>
            <a:effectRef idx="0">
              <a:schemeClr val="accent2"/>
            </a:effectRef>
            <a:fontRef idx="minor">
              <a:schemeClr val="dk1"/>
            </a:fontRef>
          </p:style>
          <p:txBody>
            <a:bodyPr lIns="144000" tIns="72000" rIns="144000" bIns="72000" rtlCol="0" anchor="ctr"/>
            <a:lstStyle/>
            <a:p>
              <a:pPr algn="ctr">
                <a:spcBef>
                  <a:spcPts val="800"/>
                </a:spcBef>
              </a:pPr>
              <a:endParaRPr lang="en-CA" sz="1600" b="1" dirty="0">
                <a:solidFill>
                  <a:schemeClr val="bg1"/>
                </a:solidFill>
                <a:latin typeface="+mj-lt"/>
              </a:endParaRPr>
            </a:p>
          </p:txBody>
        </p:sp>
      </p:grpSp>
    </p:spTree>
    <p:extLst>
      <p:ext uri="{BB962C8B-B14F-4D97-AF65-F5344CB8AC3E}">
        <p14:creationId xmlns:p14="http://schemas.microsoft.com/office/powerpoint/2010/main" val="688094396"/>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557E6A0B-14B1-41B0-842C-A438B7BAC3F4}"/>
              </a:ext>
            </a:extLst>
          </p:cNvPr>
          <p:cNvSpPr>
            <a:spLocks noGrp="1"/>
          </p:cNvSpPr>
          <p:nvPr>
            <p:ph type="body" sz="quarter" idx="13"/>
          </p:nvPr>
        </p:nvSpPr>
        <p:spPr>
          <a:xfrm>
            <a:off x="3935760" y="1592856"/>
            <a:ext cx="8316000" cy="540000"/>
          </a:xfrm>
        </p:spPr>
        <p:txBody>
          <a:bodyPr/>
          <a:lstStyle/>
          <a:p>
            <a:endParaRPr lang="en-CA" dirty="0"/>
          </a:p>
        </p:txBody>
      </p:sp>
      <p:sp>
        <p:nvSpPr>
          <p:cNvPr id="3" name="Espace réservé du numéro de diapositive 2">
            <a:extLst>
              <a:ext uri="{FF2B5EF4-FFF2-40B4-BE49-F238E27FC236}">
                <a16:creationId xmlns:a16="http://schemas.microsoft.com/office/drawing/2014/main" id="{63905165-28F5-4726-A33F-A8B9B5156AD8}"/>
              </a:ext>
            </a:extLst>
          </p:cNvPr>
          <p:cNvSpPr>
            <a:spLocks noGrp="1"/>
          </p:cNvSpPr>
          <p:nvPr>
            <p:ph type="sldNum" sz="quarter" idx="10"/>
          </p:nvPr>
        </p:nvSpPr>
        <p:spPr/>
        <p:txBody>
          <a:bodyPr/>
          <a:lstStyle/>
          <a:p>
            <a:fld id="{F727B59D-7AF7-E44F-BD7E-A2EC0F458FB3}" type="slidenum">
              <a:rPr lang="en-CA" smtClean="0"/>
              <a:pPr/>
              <a:t>8</a:t>
            </a:fld>
            <a:endParaRPr lang="en-CA" dirty="0"/>
          </a:p>
        </p:txBody>
      </p:sp>
      <p:sp>
        <p:nvSpPr>
          <p:cNvPr id="4" name="Espace réservé du texte 3">
            <a:extLst>
              <a:ext uri="{FF2B5EF4-FFF2-40B4-BE49-F238E27FC236}">
                <a16:creationId xmlns:a16="http://schemas.microsoft.com/office/drawing/2014/main" id="{16A8EEB7-9252-4FEB-A7FE-B58D41C5718D}"/>
              </a:ext>
            </a:extLst>
          </p:cNvPr>
          <p:cNvSpPr>
            <a:spLocks noGrp="1"/>
          </p:cNvSpPr>
          <p:nvPr>
            <p:ph type="body" sz="quarter" idx="11"/>
          </p:nvPr>
        </p:nvSpPr>
        <p:spPr/>
        <p:txBody>
          <a:bodyPr/>
          <a:lstStyle/>
          <a:p>
            <a:r>
              <a:rPr lang="en-CA" dirty="0"/>
              <a:t>Template instructions</a:t>
            </a:r>
          </a:p>
          <a:p>
            <a:r>
              <a:rPr lang="en-CA" dirty="0"/>
              <a:t>Shapes and pages to copy and reuse</a:t>
            </a:r>
          </a:p>
        </p:txBody>
      </p:sp>
      <p:sp>
        <p:nvSpPr>
          <p:cNvPr id="2" name="Titre 1">
            <a:extLst>
              <a:ext uri="{FF2B5EF4-FFF2-40B4-BE49-F238E27FC236}">
                <a16:creationId xmlns:a16="http://schemas.microsoft.com/office/drawing/2014/main" id="{DDAD9BFB-89C9-46BD-8C4A-55BEEF6918FC}"/>
              </a:ext>
            </a:extLst>
          </p:cNvPr>
          <p:cNvSpPr>
            <a:spLocks noGrp="1"/>
          </p:cNvSpPr>
          <p:nvPr>
            <p:ph type="title"/>
          </p:nvPr>
        </p:nvSpPr>
        <p:spPr/>
        <p:txBody>
          <a:bodyPr/>
          <a:lstStyle/>
          <a:p>
            <a:r>
              <a:rPr lang="en-CA" dirty="0"/>
              <a:t>Content</a:t>
            </a:r>
          </a:p>
        </p:txBody>
      </p:sp>
    </p:spTree>
    <p:extLst>
      <p:ext uri="{BB962C8B-B14F-4D97-AF65-F5344CB8AC3E}">
        <p14:creationId xmlns:p14="http://schemas.microsoft.com/office/powerpoint/2010/main" val="3657130626"/>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e 1">
            <a:extLst>
              <a:ext uri="{FF2B5EF4-FFF2-40B4-BE49-F238E27FC236}">
                <a16:creationId xmlns:a16="http://schemas.microsoft.com/office/drawing/2014/main" id="{1B6F83DF-F69B-EEA0-4F62-57E166A8E43A}"/>
              </a:ext>
            </a:extLst>
          </p:cNvPr>
          <p:cNvGrpSpPr/>
          <p:nvPr/>
        </p:nvGrpSpPr>
        <p:grpSpPr>
          <a:xfrm>
            <a:off x="551384" y="4221256"/>
            <a:ext cx="11088000" cy="1512000"/>
            <a:chOff x="551384" y="4149080"/>
            <a:chExt cx="11088000" cy="1512000"/>
          </a:xfrm>
        </p:grpSpPr>
        <p:sp>
          <p:nvSpPr>
            <p:cNvPr id="13" name="Text Placeholder 3">
              <a:extLst>
                <a:ext uri="{FF2B5EF4-FFF2-40B4-BE49-F238E27FC236}">
                  <a16:creationId xmlns:a16="http://schemas.microsoft.com/office/drawing/2014/main" id="{E94F37AA-A146-3B35-1FBD-CE0D60825BEA}"/>
                </a:ext>
              </a:extLst>
            </p:cNvPr>
            <p:cNvSpPr txBox="1">
              <a:spLocks/>
            </p:cNvSpPr>
            <p:nvPr/>
          </p:nvSpPr>
          <p:spPr bwMode="auto">
            <a:xfrm>
              <a:off x="551384" y="4149080"/>
              <a:ext cx="2880000" cy="1512000"/>
            </a:xfrm>
            <a:prstGeom prst="rect">
              <a:avLst/>
            </a:prstGeom>
            <a:solidFill>
              <a:schemeClr val="accent2"/>
            </a:solidFill>
            <a:ln>
              <a:noFill/>
            </a:ln>
            <a:extLst>
              <a:ext uri="{FAA26D3D-D897-4be2-8F04-BA451C77F1D7}">
                <ma14:placeholderFlag xmlns:a16="http://schemas.microsoft.com/office/drawing/2014/main" xmlns:a14="http://schemas.microsoft.com/office/drawing/2010/main" xmlns:p14="http://schemas.microsoft.com/office/powerpoint/2010/main" xmlns:ma14="http://schemas.microsoft.com/office/mac/drawingml/2011/main" xmlns="" val="1"/>
              </a:ext>
              <a:ext uri="{909E8E84-426E-40dd-AFC4-6F175D3DCCD1}">
                <a14:hiddenFill xmlns:a16="http://schemas.microsoft.com/office/drawing/2014/main" xmlns:ma14="http://schemas.microsoft.com/office/mac/drawingml/2011/main" xmlns:p14="http://schemas.microsoft.com/office/powerpoint/2010/main" xmlns:a14="http://schemas.microsoft.com/office/drawing/2010/main" xmlns="">
                  <a:solidFill>
                    <a:srgbClr val="FFFFFF"/>
                  </a:solidFill>
                </a14:hiddenFill>
              </a:ext>
              <a:ext uri="{91240B29-F687-4f45-9708-019B960494DF}">
                <a14:hiddenLine xmlns:a16="http://schemas.microsoft.com/office/drawing/2014/main" xmlns:ma14="http://schemas.microsoft.com/office/mac/drawingml/2011/main" xmlns:p14="http://schemas.microsoft.com/office/powerpoint/2010/main" xmlns:a14="http://schemas.microsoft.com/office/drawing/2010/main" xmlns="" w="9525">
                  <a:solidFill>
                    <a:srgbClr val="000000"/>
                  </a:solidFill>
                  <a:miter lim="800000"/>
                  <a:headEnd/>
                  <a:tailEnd/>
                </a14:hiddenLine>
              </a:ext>
            </a:extLst>
          </p:spPr>
          <p:txBody>
            <a:bodyPr vert="horz" wrap="square" lIns="180000" tIns="108000" rIns="180000" bIns="108000" numCol="1" anchor="t" anchorCtr="0" compatLnSpc="1">
              <a:prstTxWarp prst="textNoShape">
                <a:avLst/>
              </a:prstTxWarp>
            </a:bodyPr>
            <a:lstStyle>
              <a:lvl1pPr marL="0" indent="0" algn="r" defTabSz="612019" rtl="0" eaLnBrk="1" fontAlgn="base" hangingPunct="1">
                <a:spcBef>
                  <a:spcPts val="800"/>
                </a:spcBef>
                <a:spcAft>
                  <a:spcPts val="0"/>
                </a:spcAft>
                <a:buClrTx/>
                <a:buFont typeface="Arial" panose="020B0604020202020204" pitchFamily="34" charset="0"/>
                <a:buNone/>
                <a:defRPr lang="en-US" sz="2000" b="1" kern="1200">
                  <a:solidFill>
                    <a:schemeClr val="bg1"/>
                  </a:solidFill>
                  <a:latin typeface="+mn-lt"/>
                  <a:ea typeface="+mn-ea"/>
                  <a:cs typeface="+mn-cs"/>
                </a:defRPr>
              </a:lvl1pPr>
              <a:lvl2pPr marL="234000" indent="-216000" algn="r" defTabSz="612019" rtl="0" eaLnBrk="1" fontAlgn="base" hangingPunct="1">
                <a:spcBef>
                  <a:spcPts val="800"/>
                </a:spcBef>
                <a:spcAft>
                  <a:spcPts val="0"/>
                </a:spcAft>
                <a:buClr>
                  <a:schemeClr val="tx2"/>
                </a:buClr>
                <a:buFont typeface="Wingdings" panose="05000000000000000000" pitchFamily="2" charset="2"/>
                <a:buChar char="§"/>
                <a:defRPr sz="2000" kern="1200">
                  <a:solidFill>
                    <a:schemeClr val="tx2"/>
                  </a:solidFill>
                  <a:latin typeface="+mn-lt"/>
                  <a:ea typeface="+mn-ea"/>
                  <a:cs typeface="+mn-cs"/>
                </a:defRPr>
              </a:lvl2pPr>
              <a:lvl3pPr marL="428400" indent="-180000" algn="r" defTabSz="612019" rtl="0" eaLnBrk="1" fontAlgn="base" hangingPunct="1">
                <a:spcBef>
                  <a:spcPts val="400"/>
                </a:spcBef>
                <a:spcAft>
                  <a:spcPts val="0"/>
                </a:spcAft>
                <a:buClr>
                  <a:schemeClr val="accent3"/>
                </a:buClr>
                <a:buFont typeface="Wingdings" panose="05000000000000000000" pitchFamily="2" charset="2"/>
                <a:buChar char="§"/>
                <a:defRPr sz="1800" kern="1200">
                  <a:solidFill>
                    <a:schemeClr val="tx2"/>
                  </a:solidFill>
                  <a:latin typeface="+mn-lt"/>
                  <a:ea typeface="+mn-ea"/>
                  <a:cs typeface="+mn-cs"/>
                </a:defRPr>
              </a:lvl3pPr>
              <a:lvl4pPr marL="583200" indent="-144000" algn="r" defTabSz="612019" rtl="0" eaLnBrk="1" fontAlgn="base" hangingPunct="1">
                <a:spcBef>
                  <a:spcPts val="200"/>
                </a:spcBef>
                <a:spcAft>
                  <a:spcPts val="0"/>
                </a:spcAft>
                <a:buClr>
                  <a:schemeClr val="accent3"/>
                </a:buClr>
                <a:buFont typeface="Wingdings" panose="05000000000000000000" pitchFamily="2" charset="2"/>
                <a:buChar char="§"/>
                <a:defRPr sz="1600" kern="1200">
                  <a:solidFill>
                    <a:schemeClr val="tx2"/>
                  </a:solidFill>
                  <a:latin typeface="+mn-lt"/>
                  <a:ea typeface="+mn-ea"/>
                  <a:cs typeface="+mn-cs"/>
                </a:defRPr>
              </a:lvl4pPr>
              <a:lvl5pPr marL="414000" indent="-414000" algn="r" defTabSz="612019" rtl="0" eaLnBrk="1" fontAlgn="base" hangingPunct="1">
                <a:spcBef>
                  <a:spcPts val="1000"/>
                </a:spcBef>
                <a:spcAft>
                  <a:spcPts val="0"/>
                </a:spcAft>
                <a:buClr>
                  <a:schemeClr val="tx2"/>
                </a:buClr>
                <a:buFont typeface="+mj-lt"/>
                <a:buAutoNum type="arabicPeriod"/>
                <a:defRPr sz="2000" kern="1200">
                  <a:solidFill>
                    <a:schemeClr val="tx2"/>
                  </a:solidFill>
                  <a:latin typeface="+mn-lt"/>
                  <a:ea typeface="+mn-ea"/>
                  <a:cs typeface="+mn-cs"/>
                </a:defRPr>
              </a:lvl5pPr>
              <a:lvl6pPr marL="720000" indent="-288000" algn="l" defTabSz="612212" rtl="0" eaLnBrk="1" latinLnBrk="0" hangingPunct="1">
                <a:spcBef>
                  <a:spcPts val="400"/>
                </a:spcBef>
                <a:buClr>
                  <a:schemeClr val="tx2"/>
                </a:buClr>
                <a:buFont typeface="+mj-lt"/>
                <a:buAutoNum type="alphaLcPeriod"/>
                <a:defRPr sz="1800" kern="1200">
                  <a:solidFill>
                    <a:schemeClr val="tx2"/>
                  </a:solidFill>
                  <a:latin typeface="+mn-lt"/>
                  <a:ea typeface="+mn-ea"/>
                  <a:cs typeface="+mn-cs"/>
                </a:defRPr>
              </a:lvl6pPr>
              <a:lvl7pPr marL="0" indent="0" algn="l" defTabSz="612212" rtl="0" eaLnBrk="1" latinLnBrk="0" hangingPunct="1">
                <a:spcBef>
                  <a:spcPts val="1400"/>
                </a:spcBef>
                <a:buFont typeface="Arial" panose="020B0604020202020204" pitchFamily="34" charset="0"/>
                <a:buChar char="​"/>
                <a:defRPr sz="2200" b="1" kern="1200">
                  <a:solidFill>
                    <a:schemeClr val="accent2"/>
                  </a:solidFill>
                  <a:latin typeface="+mn-lt"/>
                  <a:ea typeface="+mn-ea"/>
                  <a:cs typeface="+mn-cs"/>
                </a:defRPr>
              </a:lvl7pPr>
              <a:lvl8pPr marL="2295794" indent="-153053" algn="l" defTabSz="612212" rtl="0" eaLnBrk="1" latinLnBrk="0" hangingPunct="1">
                <a:spcBef>
                  <a:spcPct val="20000"/>
                </a:spcBef>
                <a:buFont typeface="Arial" pitchFamily="34" charset="0"/>
                <a:buChar char="•"/>
                <a:defRPr sz="1350" kern="1200">
                  <a:solidFill>
                    <a:schemeClr val="tx1"/>
                  </a:solidFill>
                  <a:latin typeface="+mn-lt"/>
                  <a:ea typeface="+mn-ea"/>
                  <a:cs typeface="+mn-cs"/>
                </a:defRPr>
              </a:lvl8pPr>
              <a:lvl9pPr marL="2601901" indent="-153053" algn="l" defTabSz="612212" rtl="0" eaLnBrk="1" latinLnBrk="0" hangingPunct="1">
                <a:spcBef>
                  <a:spcPct val="20000"/>
                </a:spcBef>
                <a:buFont typeface="Arial" pitchFamily="34" charset="0"/>
                <a:buChar char="•"/>
                <a:defRPr sz="1350" kern="1200">
                  <a:solidFill>
                    <a:schemeClr val="tx1"/>
                  </a:solidFill>
                  <a:latin typeface="+mn-lt"/>
                  <a:ea typeface="+mn-ea"/>
                  <a:cs typeface="+mn-cs"/>
                </a:defRPr>
              </a:lvl9pPr>
            </a:lstStyle>
            <a:p>
              <a:pPr algn="l"/>
              <a:r>
                <a:rPr lang="en-CA" dirty="0"/>
                <a:t>Horizontal block to copy and use</a:t>
              </a:r>
            </a:p>
          </p:txBody>
        </p:sp>
        <p:sp>
          <p:nvSpPr>
            <p:cNvPr id="14" name="Espace réservé du contenu 6">
              <a:extLst>
                <a:ext uri="{FF2B5EF4-FFF2-40B4-BE49-F238E27FC236}">
                  <a16:creationId xmlns:a16="http://schemas.microsoft.com/office/drawing/2014/main" id="{4E80A20A-E240-B67D-BEB1-31DABE2B7B52}"/>
                </a:ext>
              </a:extLst>
            </p:cNvPr>
            <p:cNvSpPr txBox="1">
              <a:spLocks/>
            </p:cNvSpPr>
            <p:nvPr/>
          </p:nvSpPr>
          <p:spPr>
            <a:xfrm>
              <a:off x="3647384" y="4149080"/>
              <a:ext cx="7992000" cy="1512000"/>
            </a:xfrm>
            <a:prstGeom prst="rect">
              <a:avLst/>
            </a:prstGeom>
            <a:solidFill>
              <a:schemeClr val="bg2"/>
            </a:solidFill>
          </p:spPr>
          <p:txBody>
            <a:bodyPr lIns="180000" tIns="108000" rIns="180000" bIns="108000"/>
            <a:lstStyle>
              <a:lvl1pPr marL="0" indent="0" algn="l" defTabSz="612019" rtl="0" eaLnBrk="1" fontAlgn="base" hangingPunct="1">
                <a:spcBef>
                  <a:spcPts val="800"/>
                </a:spcBef>
                <a:spcAft>
                  <a:spcPts val="0"/>
                </a:spcAft>
                <a:buClrTx/>
                <a:buFont typeface="Arial" panose="020B0604020202020204" pitchFamily="34" charset="0"/>
                <a:buChar char="​"/>
                <a:defRPr lang="en-US" sz="1800" kern="1200">
                  <a:solidFill>
                    <a:schemeClr val="tx2"/>
                  </a:solidFill>
                  <a:latin typeface="+mn-lt"/>
                  <a:ea typeface="+mn-ea"/>
                  <a:cs typeface="+mn-cs"/>
                </a:defRPr>
              </a:lvl1pPr>
              <a:lvl2pPr marL="234000" indent="-216000" algn="l" defTabSz="612019" rtl="0" eaLnBrk="1" fontAlgn="base" hangingPunct="1">
                <a:spcBef>
                  <a:spcPts val="400"/>
                </a:spcBef>
                <a:spcAft>
                  <a:spcPts val="0"/>
                </a:spcAft>
                <a:buClr>
                  <a:schemeClr val="tx2"/>
                </a:buClr>
                <a:buFont typeface="Wingdings" panose="05000000000000000000" pitchFamily="2" charset="2"/>
                <a:buChar char="§"/>
                <a:defRPr sz="1600" kern="1200">
                  <a:solidFill>
                    <a:schemeClr val="tx2"/>
                  </a:solidFill>
                  <a:latin typeface="+mn-lt"/>
                  <a:ea typeface="+mn-ea"/>
                  <a:cs typeface="+mn-cs"/>
                </a:defRPr>
              </a:lvl2pPr>
              <a:lvl3pPr marL="428400" indent="-180000" algn="l" defTabSz="612019" rtl="0" eaLnBrk="1" fontAlgn="base" hangingPunct="1">
                <a:spcBef>
                  <a:spcPts val="200"/>
                </a:spcBef>
                <a:spcAft>
                  <a:spcPts val="0"/>
                </a:spcAft>
                <a:buClr>
                  <a:schemeClr val="accent3"/>
                </a:buClr>
                <a:buFont typeface="Wingdings" panose="05000000000000000000" pitchFamily="2" charset="2"/>
                <a:buChar char="§"/>
                <a:defRPr sz="1400" kern="1200">
                  <a:solidFill>
                    <a:schemeClr val="tx2"/>
                  </a:solidFill>
                  <a:latin typeface="+mn-lt"/>
                  <a:ea typeface="+mn-ea"/>
                  <a:cs typeface="+mn-cs"/>
                </a:defRPr>
              </a:lvl3pPr>
              <a:lvl4pPr marL="583200" indent="-144000" algn="l" defTabSz="612019" rtl="0" eaLnBrk="1" fontAlgn="base" hangingPunct="1">
                <a:spcBef>
                  <a:spcPts val="100"/>
                </a:spcBef>
                <a:spcAft>
                  <a:spcPts val="0"/>
                </a:spcAft>
                <a:buClr>
                  <a:schemeClr val="accent3"/>
                </a:buClr>
                <a:buFont typeface="Wingdings" panose="05000000000000000000" pitchFamily="2" charset="2"/>
                <a:buChar char="§"/>
                <a:defRPr sz="1200" kern="1200">
                  <a:solidFill>
                    <a:schemeClr val="tx2"/>
                  </a:solidFill>
                  <a:latin typeface="+mn-lt"/>
                  <a:ea typeface="+mn-ea"/>
                  <a:cs typeface="+mn-cs"/>
                </a:defRPr>
              </a:lvl4pPr>
              <a:lvl5pPr marL="414000" indent="-414000" algn="l" defTabSz="612019" rtl="0" eaLnBrk="1" fontAlgn="base" hangingPunct="1">
                <a:spcBef>
                  <a:spcPts val="600"/>
                </a:spcBef>
                <a:spcAft>
                  <a:spcPts val="0"/>
                </a:spcAft>
                <a:buClr>
                  <a:schemeClr val="tx2"/>
                </a:buClr>
                <a:buFont typeface="+mj-lt"/>
                <a:buAutoNum type="arabicPeriod"/>
                <a:defRPr sz="1600" kern="1200">
                  <a:solidFill>
                    <a:schemeClr val="tx2"/>
                  </a:solidFill>
                  <a:latin typeface="+mn-lt"/>
                  <a:ea typeface="+mn-ea"/>
                  <a:cs typeface="+mn-cs"/>
                </a:defRPr>
              </a:lvl5pPr>
              <a:lvl6pPr marL="720000" indent="-288000" algn="l" defTabSz="612212" rtl="0" eaLnBrk="1" latinLnBrk="0" hangingPunct="1">
                <a:spcBef>
                  <a:spcPts val="300"/>
                </a:spcBef>
                <a:buClr>
                  <a:schemeClr val="tx2"/>
                </a:buClr>
                <a:buFont typeface="+mj-lt"/>
                <a:buAutoNum type="alphaLcPeriod"/>
                <a:defRPr sz="1400" kern="1200">
                  <a:solidFill>
                    <a:schemeClr val="tx2"/>
                  </a:solidFill>
                  <a:latin typeface="+mn-lt"/>
                  <a:ea typeface="+mn-ea"/>
                  <a:cs typeface="+mn-cs"/>
                </a:defRPr>
              </a:lvl6pPr>
              <a:lvl7pPr marL="0" indent="0" algn="l" defTabSz="612212" rtl="0" eaLnBrk="1" latinLnBrk="0" hangingPunct="1">
                <a:spcBef>
                  <a:spcPts val="800"/>
                </a:spcBef>
                <a:buFont typeface="Arial" panose="020B0604020202020204" pitchFamily="34" charset="0"/>
                <a:buChar char="​"/>
                <a:defRPr sz="1800" b="1" kern="1200">
                  <a:solidFill>
                    <a:schemeClr val="accent2"/>
                  </a:solidFill>
                  <a:latin typeface="+mn-lt"/>
                  <a:ea typeface="+mn-ea"/>
                  <a:cs typeface="+mn-cs"/>
                </a:defRPr>
              </a:lvl7pPr>
              <a:lvl8pPr marL="2295794" indent="-153053" algn="l" defTabSz="612212" rtl="0" eaLnBrk="1" latinLnBrk="0" hangingPunct="1">
                <a:spcBef>
                  <a:spcPct val="20000"/>
                </a:spcBef>
                <a:buFont typeface="Arial" pitchFamily="34" charset="0"/>
                <a:buChar char="•"/>
                <a:defRPr sz="1350" kern="1200">
                  <a:solidFill>
                    <a:schemeClr val="tx1"/>
                  </a:solidFill>
                  <a:latin typeface="+mn-lt"/>
                  <a:ea typeface="+mn-ea"/>
                  <a:cs typeface="+mn-cs"/>
                </a:defRPr>
              </a:lvl8pPr>
              <a:lvl9pPr marL="2601901" indent="-153053" algn="l" defTabSz="612212" rtl="0" eaLnBrk="1" latinLnBrk="0" hangingPunct="1">
                <a:spcBef>
                  <a:spcPct val="20000"/>
                </a:spcBef>
                <a:buFont typeface="Arial" pitchFamily="34" charset="0"/>
                <a:buChar char="•"/>
                <a:defRPr sz="1350" kern="1200">
                  <a:solidFill>
                    <a:schemeClr val="tx1"/>
                  </a:solidFill>
                  <a:latin typeface="+mn-lt"/>
                  <a:ea typeface="+mn-ea"/>
                  <a:cs typeface="+mn-cs"/>
                </a:defRPr>
              </a:lvl9pPr>
            </a:lstStyle>
            <a:p>
              <a:r>
                <a:rPr lang="en-CA" dirty="0"/>
                <a:t>Click to add text</a:t>
              </a:r>
            </a:p>
            <a:p>
              <a:pPr lvl="1"/>
              <a:r>
                <a:rPr lang="en-CA" dirty="0"/>
                <a:t>Second level</a:t>
              </a:r>
            </a:p>
            <a:p>
              <a:pPr lvl="2"/>
              <a:r>
                <a:rPr lang="en-CA" dirty="0"/>
                <a:t>Third level</a:t>
              </a:r>
            </a:p>
            <a:p>
              <a:pPr lvl="3"/>
              <a:r>
                <a:rPr lang="en-CA" dirty="0"/>
                <a:t>Fourth level</a:t>
              </a:r>
            </a:p>
            <a:p>
              <a:pPr lvl="4"/>
              <a:r>
                <a:rPr lang="en-CA" dirty="0"/>
                <a:t>Fifth level</a:t>
              </a:r>
            </a:p>
            <a:p>
              <a:pPr lvl="5"/>
              <a:r>
                <a:rPr lang="en-CA" dirty="0"/>
                <a:t>Sixth level</a:t>
              </a:r>
            </a:p>
            <a:p>
              <a:pPr lvl="6"/>
              <a:r>
                <a:rPr lang="en-CA" dirty="0">
                  <a:solidFill>
                    <a:schemeClr val="tx2"/>
                  </a:solidFill>
                </a:rPr>
                <a:t>Seventh level for paragraph title</a:t>
              </a:r>
            </a:p>
          </p:txBody>
        </p:sp>
      </p:grpSp>
      <p:sp>
        <p:nvSpPr>
          <p:cNvPr id="4" name="Espace réservé du numéro de diapositive 3">
            <a:extLst>
              <a:ext uri="{FF2B5EF4-FFF2-40B4-BE49-F238E27FC236}">
                <a16:creationId xmlns:a16="http://schemas.microsoft.com/office/drawing/2014/main" id="{27C3C43D-56E2-4DAB-8123-2CA2C9C97AD2}"/>
              </a:ext>
            </a:extLst>
          </p:cNvPr>
          <p:cNvSpPr>
            <a:spLocks noGrp="1"/>
          </p:cNvSpPr>
          <p:nvPr>
            <p:ph type="sldNum" sz="quarter" idx="14"/>
          </p:nvPr>
        </p:nvSpPr>
        <p:spPr/>
        <p:txBody>
          <a:bodyPr/>
          <a:lstStyle/>
          <a:p>
            <a:fld id="{F727B59D-7AF7-E44F-BD7E-A2EC0F458FB3}" type="slidenum">
              <a:rPr lang="en-CA" smtClean="0"/>
              <a:pPr/>
              <a:t>9</a:t>
            </a:fld>
            <a:endParaRPr lang="en-CA" dirty="0"/>
          </a:p>
        </p:txBody>
      </p:sp>
      <p:sp>
        <p:nvSpPr>
          <p:cNvPr id="7" name="Espace réservé du texte 6">
            <a:extLst>
              <a:ext uri="{FF2B5EF4-FFF2-40B4-BE49-F238E27FC236}">
                <a16:creationId xmlns:a16="http://schemas.microsoft.com/office/drawing/2014/main" id="{362575A2-C016-470F-B236-4E7358E3DECC}"/>
              </a:ext>
            </a:extLst>
          </p:cNvPr>
          <p:cNvSpPr>
            <a:spLocks noGrp="1"/>
          </p:cNvSpPr>
          <p:nvPr>
            <p:ph type="body" sz="quarter" idx="11"/>
          </p:nvPr>
        </p:nvSpPr>
        <p:spPr/>
        <p:txBody>
          <a:bodyPr/>
          <a:lstStyle/>
          <a:p>
            <a:r>
              <a:rPr lang="en-CA" dirty="0"/>
              <a:t>Callouts</a:t>
            </a:r>
          </a:p>
        </p:txBody>
      </p:sp>
      <p:sp>
        <p:nvSpPr>
          <p:cNvPr id="8" name="Espace réservé du texte 7">
            <a:extLst>
              <a:ext uri="{FF2B5EF4-FFF2-40B4-BE49-F238E27FC236}">
                <a16:creationId xmlns:a16="http://schemas.microsoft.com/office/drawing/2014/main" id="{4C81A114-2E07-48C0-9AEE-01196821DB46}"/>
              </a:ext>
            </a:extLst>
          </p:cNvPr>
          <p:cNvSpPr>
            <a:spLocks noGrp="1"/>
          </p:cNvSpPr>
          <p:nvPr>
            <p:ph type="body" sz="quarter" idx="17"/>
          </p:nvPr>
        </p:nvSpPr>
        <p:spPr/>
        <p:txBody>
          <a:bodyPr/>
          <a:lstStyle/>
          <a:p>
            <a:r>
              <a:rPr lang="en-CA" dirty="0"/>
              <a:t>Impact pointers</a:t>
            </a:r>
          </a:p>
        </p:txBody>
      </p:sp>
      <p:sp>
        <p:nvSpPr>
          <p:cNvPr id="5" name="Titre 4">
            <a:extLst>
              <a:ext uri="{FF2B5EF4-FFF2-40B4-BE49-F238E27FC236}">
                <a16:creationId xmlns:a16="http://schemas.microsoft.com/office/drawing/2014/main" id="{C73DF5C9-F2A3-4ECE-8888-D29D036FAABF}"/>
              </a:ext>
            </a:extLst>
          </p:cNvPr>
          <p:cNvSpPr>
            <a:spLocks noGrp="1"/>
          </p:cNvSpPr>
          <p:nvPr>
            <p:ph type="title"/>
          </p:nvPr>
        </p:nvSpPr>
        <p:spPr/>
        <p:txBody>
          <a:bodyPr/>
          <a:lstStyle/>
          <a:p>
            <a:r>
              <a:rPr lang="en-CA" dirty="0"/>
              <a:t>Recommended shapes for </a:t>
            </a:r>
            <a:r>
              <a:rPr lang="en-CA" dirty="0">
                <a:solidFill>
                  <a:schemeClr val="accent2"/>
                </a:solidFill>
              </a:rPr>
              <a:t>callouts</a:t>
            </a:r>
            <a:r>
              <a:rPr lang="en-CA" dirty="0"/>
              <a:t> and </a:t>
            </a:r>
            <a:r>
              <a:rPr lang="en-CA" dirty="0">
                <a:solidFill>
                  <a:schemeClr val="accent2"/>
                </a:solidFill>
              </a:rPr>
              <a:t>impact pointers</a:t>
            </a:r>
          </a:p>
        </p:txBody>
      </p:sp>
      <p:sp>
        <p:nvSpPr>
          <p:cNvPr id="10" name="AutoShape 16">
            <a:extLst>
              <a:ext uri="{FF2B5EF4-FFF2-40B4-BE49-F238E27FC236}">
                <a16:creationId xmlns:a16="http://schemas.microsoft.com/office/drawing/2014/main" id="{4142BE4B-4027-44EC-B138-83F428EB8A82}"/>
              </a:ext>
            </a:extLst>
          </p:cNvPr>
          <p:cNvSpPr>
            <a:spLocks noChangeArrowheads="1"/>
          </p:cNvSpPr>
          <p:nvPr/>
        </p:nvSpPr>
        <p:spPr bwMode="auto">
          <a:xfrm>
            <a:off x="911424" y="2348879"/>
            <a:ext cx="2448000" cy="576000"/>
          </a:xfrm>
          <a:prstGeom prst="wedgeRectCallout">
            <a:avLst/>
          </a:prstGeom>
          <a:solidFill>
            <a:schemeClr val="accent1"/>
          </a:solidFill>
          <a:ln>
            <a:noFill/>
          </a:ln>
        </p:spPr>
        <p:txBody>
          <a:bodyPr lIns="144000" tIns="72000" rIns="144000" bIns="72000" anchor="ctr"/>
          <a:lstStyle/>
          <a:p>
            <a:pPr algn="ctr">
              <a:spcBef>
                <a:spcPts val="800"/>
              </a:spcBef>
            </a:pPr>
            <a:r>
              <a:rPr lang="en-CA" sz="1600" b="1" dirty="0">
                <a:solidFill>
                  <a:schemeClr val="bg1"/>
                </a:solidFill>
                <a:latin typeface="+mn-lt"/>
              </a:rPr>
              <a:t>Text</a:t>
            </a:r>
          </a:p>
        </p:txBody>
      </p:sp>
      <p:sp>
        <p:nvSpPr>
          <p:cNvPr id="22" name="Triangle isocèle 21">
            <a:extLst>
              <a:ext uri="{FF2B5EF4-FFF2-40B4-BE49-F238E27FC236}">
                <a16:creationId xmlns:a16="http://schemas.microsoft.com/office/drawing/2014/main" id="{87FAB8A0-9042-4E24-809B-FA531BDC1F41}"/>
              </a:ext>
            </a:extLst>
          </p:cNvPr>
          <p:cNvSpPr/>
          <p:nvPr/>
        </p:nvSpPr>
        <p:spPr>
          <a:xfrm flipV="1">
            <a:off x="7752184" y="2348879"/>
            <a:ext cx="2376264" cy="720000"/>
          </a:xfrm>
          <a:prstGeom prst="triangle">
            <a:avLst/>
          </a:prstGeom>
          <a:solidFill>
            <a:schemeClr val="accent4"/>
          </a:solidFill>
        </p:spPr>
        <p:txBody>
          <a:bodyPr wrap="square" lIns="144000" tIns="72000" rIns="144000" bIns="72000" rtlCol="0" anchor="ctr">
            <a:noAutofit/>
          </a:bodyPr>
          <a:lstStyle/>
          <a:p>
            <a:pPr algn="ctr">
              <a:spcBef>
                <a:spcPts val="800"/>
              </a:spcBef>
            </a:pPr>
            <a:endParaRPr lang="en-CA" sz="1600" b="1" dirty="0">
              <a:solidFill>
                <a:schemeClr val="bg1"/>
              </a:solidFill>
              <a:latin typeface="+mn-lt"/>
              <a:cs typeface="+mn-cs"/>
            </a:endParaRPr>
          </a:p>
        </p:txBody>
      </p:sp>
      <p:sp>
        <p:nvSpPr>
          <p:cNvPr id="23" name="Triangle isocèle 22">
            <a:extLst>
              <a:ext uri="{FF2B5EF4-FFF2-40B4-BE49-F238E27FC236}">
                <a16:creationId xmlns:a16="http://schemas.microsoft.com/office/drawing/2014/main" id="{6CCCBE1C-376E-49EA-BE1F-C79F70E8B22E}"/>
              </a:ext>
            </a:extLst>
          </p:cNvPr>
          <p:cNvSpPr/>
          <p:nvPr/>
        </p:nvSpPr>
        <p:spPr>
          <a:xfrm rot="16200000" flipV="1">
            <a:off x="6564047" y="2816937"/>
            <a:ext cx="1584113" cy="648000"/>
          </a:xfrm>
          <a:prstGeom prst="triangle">
            <a:avLst/>
          </a:prstGeom>
          <a:solidFill>
            <a:schemeClr val="accent5"/>
          </a:solidFill>
        </p:spPr>
        <p:txBody>
          <a:bodyPr wrap="square" lIns="144000" tIns="72000" rIns="144000" bIns="72000" rtlCol="0" anchor="ctr">
            <a:noAutofit/>
          </a:bodyPr>
          <a:lstStyle/>
          <a:p>
            <a:pPr algn="ctr">
              <a:spcBef>
                <a:spcPts val="800"/>
              </a:spcBef>
            </a:pPr>
            <a:endParaRPr lang="en-CA" sz="1600" b="1" dirty="0">
              <a:solidFill>
                <a:schemeClr val="bg1"/>
              </a:solidFill>
              <a:latin typeface="+mn-lt"/>
              <a:cs typeface="+mn-cs"/>
            </a:endParaRPr>
          </a:p>
        </p:txBody>
      </p:sp>
      <p:sp>
        <p:nvSpPr>
          <p:cNvPr id="24" name="Triangle isocèle 23">
            <a:extLst>
              <a:ext uri="{FF2B5EF4-FFF2-40B4-BE49-F238E27FC236}">
                <a16:creationId xmlns:a16="http://schemas.microsoft.com/office/drawing/2014/main" id="{FB6EC634-FCBA-4218-8A7E-6CD377F4D579}"/>
              </a:ext>
            </a:extLst>
          </p:cNvPr>
          <p:cNvSpPr/>
          <p:nvPr/>
        </p:nvSpPr>
        <p:spPr>
          <a:xfrm rot="16200000" flipV="1">
            <a:off x="9948495" y="2816936"/>
            <a:ext cx="1584113" cy="648000"/>
          </a:xfrm>
          <a:prstGeom prst="triangle">
            <a:avLst/>
          </a:prstGeom>
          <a:solidFill>
            <a:schemeClr val="accent1">
              <a:lumMod val="10000"/>
              <a:lumOff val="90000"/>
            </a:schemeClr>
          </a:solidFill>
        </p:spPr>
        <p:txBody>
          <a:bodyPr wrap="square" lIns="144000" tIns="72000" rIns="144000" bIns="72000" rtlCol="0" anchor="ctr">
            <a:noAutofit/>
          </a:bodyPr>
          <a:lstStyle/>
          <a:p>
            <a:pPr algn="ctr">
              <a:spcBef>
                <a:spcPts val="800"/>
              </a:spcBef>
            </a:pPr>
            <a:endParaRPr lang="en-CA" sz="1600" b="1" dirty="0">
              <a:solidFill>
                <a:schemeClr val="bg1"/>
              </a:solidFill>
              <a:latin typeface="+mn-lt"/>
              <a:cs typeface="+mn-cs"/>
            </a:endParaRPr>
          </a:p>
        </p:txBody>
      </p:sp>
      <p:sp>
        <p:nvSpPr>
          <p:cNvPr id="25" name="AutoShape 16">
            <a:extLst>
              <a:ext uri="{FF2B5EF4-FFF2-40B4-BE49-F238E27FC236}">
                <a16:creationId xmlns:a16="http://schemas.microsoft.com/office/drawing/2014/main" id="{62FCF5EB-FE17-4F6A-9F4D-EA5D82F17003}"/>
              </a:ext>
            </a:extLst>
          </p:cNvPr>
          <p:cNvSpPr>
            <a:spLocks noChangeArrowheads="1"/>
          </p:cNvSpPr>
          <p:nvPr/>
        </p:nvSpPr>
        <p:spPr bwMode="auto">
          <a:xfrm>
            <a:off x="1991544" y="2852964"/>
            <a:ext cx="2448000" cy="576000"/>
          </a:xfrm>
          <a:prstGeom prst="wedgeRectCallout">
            <a:avLst/>
          </a:prstGeom>
          <a:solidFill>
            <a:schemeClr val="accent2"/>
          </a:solidFill>
          <a:ln>
            <a:noFill/>
          </a:ln>
        </p:spPr>
        <p:txBody>
          <a:bodyPr lIns="144000" tIns="72000" rIns="144000" bIns="72000" anchor="ctr"/>
          <a:lstStyle/>
          <a:p>
            <a:pPr algn="ctr">
              <a:spcBef>
                <a:spcPts val="800"/>
              </a:spcBef>
            </a:pPr>
            <a:r>
              <a:rPr lang="en-CA" sz="1600" b="1" dirty="0">
                <a:solidFill>
                  <a:schemeClr val="bg1"/>
                </a:solidFill>
                <a:latin typeface="+mn-lt"/>
              </a:rPr>
              <a:t>Text</a:t>
            </a:r>
          </a:p>
        </p:txBody>
      </p:sp>
      <p:sp>
        <p:nvSpPr>
          <p:cNvPr id="26" name="AutoShape 16">
            <a:extLst>
              <a:ext uri="{FF2B5EF4-FFF2-40B4-BE49-F238E27FC236}">
                <a16:creationId xmlns:a16="http://schemas.microsoft.com/office/drawing/2014/main" id="{F396A2B6-EB4E-461C-BD9B-1B1E87EBD03E}"/>
              </a:ext>
            </a:extLst>
          </p:cNvPr>
          <p:cNvSpPr>
            <a:spLocks noChangeArrowheads="1"/>
          </p:cNvSpPr>
          <p:nvPr/>
        </p:nvSpPr>
        <p:spPr bwMode="auto">
          <a:xfrm>
            <a:off x="3071664" y="3356992"/>
            <a:ext cx="2448000" cy="576000"/>
          </a:xfrm>
          <a:prstGeom prst="wedgeRectCallout">
            <a:avLst/>
          </a:prstGeom>
          <a:solidFill>
            <a:schemeClr val="accent6"/>
          </a:solidFill>
          <a:ln>
            <a:noFill/>
          </a:ln>
        </p:spPr>
        <p:txBody>
          <a:bodyPr lIns="144000" tIns="72000" rIns="144000" bIns="72000" anchor="ctr"/>
          <a:lstStyle/>
          <a:p>
            <a:pPr algn="ctr">
              <a:spcBef>
                <a:spcPts val="800"/>
              </a:spcBef>
            </a:pPr>
            <a:r>
              <a:rPr lang="en-CA" sz="1600" b="1" dirty="0">
                <a:solidFill>
                  <a:schemeClr val="tx2"/>
                </a:solidFill>
                <a:latin typeface="+mn-lt"/>
              </a:rPr>
              <a:t>Text</a:t>
            </a:r>
          </a:p>
        </p:txBody>
      </p:sp>
      <p:sp>
        <p:nvSpPr>
          <p:cNvPr id="17" name="Text Placeholder 5">
            <a:extLst>
              <a:ext uri="{FF2B5EF4-FFF2-40B4-BE49-F238E27FC236}">
                <a16:creationId xmlns:a16="http://schemas.microsoft.com/office/drawing/2014/main" id="{310EE3AD-4568-4CF8-9F71-F13D62A7B51F}"/>
              </a:ext>
            </a:extLst>
          </p:cNvPr>
          <p:cNvSpPr txBox="1">
            <a:spLocks/>
          </p:cNvSpPr>
          <p:nvPr/>
        </p:nvSpPr>
        <p:spPr>
          <a:xfrm>
            <a:off x="551384" y="5910101"/>
            <a:ext cx="11088000" cy="399219"/>
          </a:xfrm>
          <a:prstGeom prst="rect">
            <a:avLst/>
          </a:prstGeom>
          <a:solidFill>
            <a:schemeClr val="tx2"/>
          </a:solidFill>
        </p:spPr>
        <p:txBody>
          <a:bodyPr lIns="180000" tIns="75600" rIns="180000" bIns="75600" anchor="b">
            <a:spAutoFit/>
          </a:bodyPr>
          <a:lstStyle>
            <a:lvl1pPr marL="0" indent="0" algn="ctr" defTabSz="612019" rtl="0" eaLnBrk="1" fontAlgn="base" hangingPunct="1">
              <a:lnSpc>
                <a:spcPct val="89000"/>
              </a:lnSpc>
              <a:spcBef>
                <a:spcPts val="600"/>
              </a:spcBef>
              <a:spcAft>
                <a:spcPts val="0"/>
              </a:spcAft>
              <a:buClrTx/>
              <a:buFont typeface="Arial" panose="020B0604020202020204" pitchFamily="34" charset="0"/>
              <a:buNone/>
              <a:defRPr lang="en-US" sz="1800" b="1" kern="1200">
                <a:solidFill>
                  <a:schemeClr val="bg1"/>
                </a:solidFill>
                <a:latin typeface="+mn-lt"/>
                <a:ea typeface="+mn-ea"/>
                <a:cs typeface="+mn-cs"/>
              </a:defRPr>
            </a:lvl1pPr>
            <a:lvl2pPr marL="234000" indent="-216000" algn="l" defTabSz="612019" rtl="0" eaLnBrk="1" fontAlgn="base" hangingPunct="1">
              <a:spcBef>
                <a:spcPts val="800"/>
              </a:spcBef>
              <a:spcAft>
                <a:spcPts val="0"/>
              </a:spcAft>
              <a:buClr>
                <a:schemeClr val="tx2"/>
              </a:buClr>
              <a:buFont typeface="Wingdings" panose="05000000000000000000" pitchFamily="2" charset="2"/>
              <a:buChar char="§"/>
              <a:defRPr sz="2000" kern="1200">
                <a:solidFill>
                  <a:schemeClr val="tx2"/>
                </a:solidFill>
                <a:latin typeface="+mn-lt"/>
                <a:ea typeface="+mn-ea"/>
                <a:cs typeface="+mn-cs"/>
              </a:defRPr>
            </a:lvl2pPr>
            <a:lvl3pPr marL="428400" indent="-180000" algn="l" defTabSz="612019" rtl="0" eaLnBrk="1" fontAlgn="base" hangingPunct="1">
              <a:spcBef>
                <a:spcPts val="400"/>
              </a:spcBef>
              <a:spcAft>
                <a:spcPts val="0"/>
              </a:spcAft>
              <a:buClr>
                <a:schemeClr val="accent3"/>
              </a:buClr>
              <a:buFont typeface="Wingdings" panose="05000000000000000000" pitchFamily="2" charset="2"/>
              <a:buChar char="§"/>
              <a:defRPr sz="1800" kern="1200">
                <a:solidFill>
                  <a:schemeClr val="tx2"/>
                </a:solidFill>
                <a:latin typeface="+mn-lt"/>
                <a:ea typeface="+mn-ea"/>
                <a:cs typeface="+mn-cs"/>
              </a:defRPr>
            </a:lvl3pPr>
            <a:lvl4pPr marL="583200" indent="-144000" algn="l" defTabSz="612019" rtl="0" eaLnBrk="1" fontAlgn="base" hangingPunct="1">
              <a:spcBef>
                <a:spcPts val="200"/>
              </a:spcBef>
              <a:spcAft>
                <a:spcPts val="0"/>
              </a:spcAft>
              <a:buClr>
                <a:schemeClr val="accent3"/>
              </a:buClr>
              <a:buFont typeface="Wingdings" panose="05000000000000000000" pitchFamily="2" charset="2"/>
              <a:buChar char="§"/>
              <a:defRPr sz="1600" kern="1200">
                <a:solidFill>
                  <a:schemeClr val="tx2"/>
                </a:solidFill>
                <a:latin typeface="+mn-lt"/>
                <a:ea typeface="+mn-ea"/>
                <a:cs typeface="+mn-cs"/>
              </a:defRPr>
            </a:lvl4pPr>
            <a:lvl5pPr marL="414000" indent="-414000" algn="l" defTabSz="612019" rtl="0" eaLnBrk="1" fontAlgn="base" hangingPunct="1">
              <a:spcBef>
                <a:spcPts val="1000"/>
              </a:spcBef>
              <a:spcAft>
                <a:spcPts val="0"/>
              </a:spcAft>
              <a:buClr>
                <a:schemeClr val="tx2"/>
              </a:buClr>
              <a:buFont typeface="+mj-lt"/>
              <a:buAutoNum type="arabicPeriod"/>
              <a:defRPr sz="2000" kern="1200">
                <a:solidFill>
                  <a:schemeClr val="tx2"/>
                </a:solidFill>
                <a:latin typeface="+mn-lt"/>
                <a:ea typeface="+mn-ea"/>
                <a:cs typeface="+mn-cs"/>
              </a:defRPr>
            </a:lvl5pPr>
            <a:lvl6pPr marL="720000" indent="-288000" algn="l" defTabSz="612212" rtl="0" eaLnBrk="1" latinLnBrk="0" hangingPunct="1">
              <a:spcBef>
                <a:spcPts val="400"/>
              </a:spcBef>
              <a:buClr>
                <a:schemeClr val="tx2"/>
              </a:buClr>
              <a:buFont typeface="+mj-lt"/>
              <a:buAutoNum type="alphaLcPeriod"/>
              <a:defRPr sz="1800" kern="1200">
                <a:solidFill>
                  <a:schemeClr val="tx2"/>
                </a:solidFill>
                <a:latin typeface="+mn-lt"/>
                <a:ea typeface="+mn-ea"/>
                <a:cs typeface="+mn-cs"/>
              </a:defRPr>
            </a:lvl6pPr>
            <a:lvl7pPr marL="0" indent="0" algn="l" defTabSz="612212" rtl="0" eaLnBrk="1" latinLnBrk="0" hangingPunct="1">
              <a:spcBef>
                <a:spcPts val="1400"/>
              </a:spcBef>
              <a:buFont typeface="Arial" panose="020B0604020202020204" pitchFamily="34" charset="0"/>
              <a:buChar char="​"/>
              <a:defRPr sz="2200" b="1" kern="1200">
                <a:solidFill>
                  <a:schemeClr val="accent2"/>
                </a:solidFill>
                <a:latin typeface="+mn-lt"/>
                <a:ea typeface="+mn-ea"/>
                <a:cs typeface="+mn-cs"/>
              </a:defRPr>
            </a:lvl7pPr>
            <a:lvl8pPr marL="2295794" indent="-153053" algn="l" defTabSz="612212" rtl="0" eaLnBrk="1" latinLnBrk="0" hangingPunct="1">
              <a:spcBef>
                <a:spcPct val="20000"/>
              </a:spcBef>
              <a:buFont typeface="Arial" pitchFamily="34" charset="0"/>
              <a:buChar char="•"/>
              <a:defRPr sz="1350" kern="1200">
                <a:solidFill>
                  <a:schemeClr val="tx1"/>
                </a:solidFill>
                <a:latin typeface="+mn-lt"/>
                <a:ea typeface="+mn-ea"/>
                <a:cs typeface="+mn-cs"/>
              </a:defRPr>
            </a:lvl8pPr>
            <a:lvl9pPr marL="2601901" indent="-153053" algn="l" defTabSz="612212" rtl="0" eaLnBrk="1" latinLnBrk="0" hangingPunct="1">
              <a:spcBef>
                <a:spcPct val="20000"/>
              </a:spcBef>
              <a:buFont typeface="Arial" pitchFamily="34" charset="0"/>
              <a:buChar char="•"/>
              <a:defRPr sz="1350" kern="1200">
                <a:solidFill>
                  <a:schemeClr val="tx1"/>
                </a:solidFill>
                <a:latin typeface="+mn-lt"/>
                <a:ea typeface="+mn-ea"/>
                <a:cs typeface="+mn-cs"/>
              </a:defRPr>
            </a:lvl9pPr>
          </a:lstStyle>
          <a:p>
            <a:r>
              <a:rPr lang="en-CA" dirty="0"/>
              <a:t>Message box to copy and use</a:t>
            </a:r>
          </a:p>
        </p:txBody>
      </p:sp>
    </p:spTree>
    <p:extLst>
      <p:ext uri="{BB962C8B-B14F-4D97-AF65-F5344CB8AC3E}">
        <p14:creationId xmlns:p14="http://schemas.microsoft.com/office/powerpoint/2010/main" val="471928484"/>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2D0954D9-A9CE-4341-ADDF-2AB0B072ACA5}"/>
              </a:ext>
            </a:extLst>
          </p:cNvPr>
          <p:cNvSpPr>
            <a:spLocks noGrp="1"/>
          </p:cNvSpPr>
          <p:nvPr>
            <p:ph type="sldNum" sz="quarter" idx="10"/>
          </p:nvPr>
        </p:nvSpPr>
        <p:spPr/>
        <p:txBody>
          <a:bodyPr/>
          <a:lstStyle/>
          <a:p>
            <a:fld id="{F727B59D-7AF7-E44F-BD7E-A2EC0F458FB3}" type="slidenum">
              <a:rPr lang="en-CA" smtClean="0"/>
              <a:pPr/>
              <a:t>10</a:t>
            </a:fld>
            <a:endParaRPr lang="en-CA" dirty="0"/>
          </a:p>
        </p:txBody>
      </p:sp>
      <p:sp>
        <p:nvSpPr>
          <p:cNvPr id="6" name="Titre 5">
            <a:extLst>
              <a:ext uri="{FF2B5EF4-FFF2-40B4-BE49-F238E27FC236}">
                <a16:creationId xmlns:a16="http://schemas.microsoft.com/office/drawing/2014/main" id="{0D9599AD-0447-4C80-99BE-4B4ED9C3F5E6}"/>
              </a:ext>
            </a:extLst>
          </p:cNvPr>
          <p:cNvSpPr>
            <a:spLocks noGrp="1"/>
          </p:cNvSpPr>
          <p:nvPr>
            <p:ph type="title"/>
          </p:nvPr>
        </p:nvSpPr>
        <p:spPr/>
        <p:txBody>
          <a:bodyPr/>
          <a:lstStyle/>
          <a:p>
            <a:r>
              <a:rPr lang="en-CA" dirty="0"/>
              <a:t>Stacked bar chart with legend on the left</a:t>
            </a:r>
          </a:p>
        </p:txBody>
      </p:sp>
      <p:sp>
        <p:nvSpPr>
          <p:cNvPr id="5" name="Espace réservé du texte 4">
            <a:extLst>
              <a:ext uri="{FF2B5EF4-FFF2-40B4-BE49-F238E27FC236}">
                <a16:creationId xmlns:a16="http://schemas.microsoft.com/office/drawing/2014/main" id="{560C949D-04C6-8442-E6E4-AF4BE7357780}"/>
              </a:ext>
            </a:extLst>
          </p:cNvPr>
          <p:cNvSpPr>
            <a:spLocks noGrp="1"/>
          </p:cNvSpPr>
          <p:nvPr>
            <p:ph type="body" sz="quarter" idx="12"/>
          </p:nvPr>
        </p:nvSpPr>
        <p:spPr/>
        <p:txBody>
          <a:bodyPr/>
          <a:lstStyle/>
          <a:p>
            <a:endParaRPr lang="en-CA" dirty="0"/>
          </a:p>
        </p:txBody>
      </p:sp>
      <p:sp>
        <p:nvSpPr>
          <p:cNvPr id="7" name="Espace réservé du texte 6">
            <a:extLst>
              <a:ext uri="{FF2B5EF4-FFF2-40B4-BE49-F238E27FC236}">
                <a16:creationId xmlns:a16="http://schemas.microsoft.com/office/drawing/2014/main" id="{7FBCBBC7-3766-078F-8FFA-9EA8C65743F2}"/>
              </a:ext>
            </a:extLst>
          </p:cNvPr>
          <p:cNvSpPr>
            <a:spLocks noGrp="1"/>
          </p:cNvSpPr>
          <p:nvPr>
            <p:ph type="body" sz="quarter" idx="15"/>
          </p:nvPr>
        </p:nvSpPr>
        <p:spPr/>
        <p:txBody>
          <a:bodyPr/>
          <a:lstStyle/>
          <a:p>
            <a:endParaRPr lang="en-CA" dirty="0"/>
          </a:p>
        </p:txBody>
      </p:sp>
      <p:graphicFrame>
        <p:nvGraphicFramePr>
          <p:cNvPr id="8" name="Content Placeholder 9">
            <a:extLst>
              <a:ext uri="{FF2B5EF4-FFF2-40B4-BE49-F238E27FC236}">
                <a16:creationId xmlns:a16="http://schemas.microsoft.com/office/drawing/2014/main" id="{42A56E61-30DF-48F4-B527-A0CD8106BD1F}"/>
              </a:ext>
            </a:extLst>
          </p:cNvPr>
          <p:cNvGraphicFramePr>
            <a:graphicFrameLocks/>
          </p:cNvGraphicFramePr>
          <p:nvPr>
            <p:extLst>
              <p:ext uri="{D42A27DB-BD31-4B8C-83A1-F6EECF244321}">
                <p14:modId xmlns:p14="http://schemas.microsoft.com/office/powerpoint/2010/main" val="571468049"/>
              </p:ext>
            </p:extLst>
          </p:nvPr>
        </p:nvGraphicFramePr>
        <p:xfrm>
          <a:off x="569384" y="1424285"/>
          <a:ext cx="11070000" cy="4869656"/>
        </p:xfrm>
        <a:graphic>
          <a:graphicData uri="http://schemas.openxmlformats.org/drawingml/2006/chart">
            <c:chart xmlns:c="http://schemas.openxmlformats.org/drawingml/2006/chart" xmlns:r="http://schemas.openxmlformats.org/officeDocument/2006/relationships" r:id="rId3"/>
          </a:graphicData>
        </a:graphic>
      </p:graphicFrame>
      <p:sp>
        <p:nvSpPr>
          <p:cNvPr id="9" name="Rectangle 8">
            <a:extLst>
              <a:ext uri="{FF2B5EF4-FFF2-40B4-BE49-F238E27FC236}">
                <a16:creationId xmlns:a16="http://schemas.microsoft.com/office/drawing/2014/main" id="{804FFF68-8DCB-47A9-ACB1-EFD81C02D7B7}"/>
              </a:ext>
            </a:extLst>
          </p:cNvPr>
          <p:cNvSpPr/>
          <p:nvPr/>
        </p:nvSpPr>
        <p:spPr bwMode="auto">
          <a:xfrm>
            <a:off x="582262" y="3744292"/>
            <a:ext cx="1350152" cy="415325"/>
          </a:xfrm>
          <a:prstGeom prst="rect">
            <a:avLst/>
          </a:prstGeom>
          <a:solidFill>
            <a:schemeClr val="accent4"/>
          </a:solidFill>
          <a:ln w="9525" cap="flat" cmpd="sng" algn="ctr">
            <a:noFill/>
            <a:prstDash val="solid"/>
            <a:round/>
            <a:headEnd type="none" w="med" len="med"/>
            <a:tailEnd type="none" w="med" len="med"/>
          </a:ln>
          <a:effectLst/>
        </p:spPr>
        <p:txBody>
          <a:bodyPr vert="horz" wrap="square" lIns="108000" tIns="36000" rIns="108000" bIns="36000" numCol="1" rtlCol="0" anchor="ctr" anchorCtr="0" compatLnSpc="1">
            <a:prstTxWarp prst="textNoShape">
              <a:avLst/>
            </a:prstTxWarp>
          </a:bodyPr>
          <a:lstStyle/>
          <a:p>
            <a:pPr eaLnBrk="0" hangingPunct="0"/>
            <a:r>
              <a:rPr lang="en-CA" sz="1600" b="1" dirty="0">
                <a:solidFill>
                  <a:schemeClr val="bg1"/>
                </a:solidFill>
                <a:latin typeface="+mn-lt"/>
                <a:ea typeface="+mn-ea"/>
              </a:rPr>
              <a:t>Series 4</a:t>
            </a:r>
          </a:p>
        </p:txBody>
      </p:sp>
      <p:sp>
        <p:nvSpPr>
          <p:cNvPr id="10" name="Rectangle 9">
            <a:extLst>
              <a:ext uri="{FF2B5EF4-FFF2-40B4-BE49-F238E27FC236}">
                <a16:creationId xmlns:a16="http://schemas.microsoft.com/office/drawing/2014/main" id="{32BCBD19-F3EB-4DD0-9E06-0DBD6B5B95EE}"/>
              </a:ext>
            </a:extLst>
          </p:cNvPr>
          <p:cNvSpPr/>
          <p:nvPr/>
        </p:nvSpPr>
        <p:spPr bwMode="auto">
          <a:xfrm>
            <a:off x="582262" y="4257030"/>
            <a:ext cx="1350152" cy="415325"/>
          </a:xfrm>
          <a:prstGeom prst="rect">
            <a:avLst/>
          </a:prstGeom>
          <a:solidFill>
            <a:schemeClr val="accent3"/>
          </a:solidFill>
          <a:ln w="9525" cap="flat" cmpd="sng" algn="ctr">
            <a:noFill/>
            <a:prstDash val="solid"/>
            <a:round/>
            <a:headEnd type="none" w="med" len="med"/>
            <a:tailEnd type="none" w="med" len="med"/>
          </a:ln>
          <a:effectLst/>
        </p:spPr>
        <p:txBody>
          <a:bodyPr vert="horz" wrap="square" lIns="108000" tIns="36000" rIns="108000" bIns="36000" numCol="1" rtlCol="0" anchor="ctr" anchorCtr="0" compatLnSpc="1">
            <a:prstTxWarp prst="textNoShape">
              <a:avLst/>
            </a:prstTxWarp>
          </a:bodyPr>
          <a:lstStyle/>
          <a:p>
            <a:pPr eaLnBrk="0" hangingPunct="0"/>
            <a:r>
              <a:rPr lang="en-CA" sz="1600" b="1" dirty="0">
                <a:solidFill>
                  <a:schemeClr val="bg1"/>
                </a:solidFill>
                <a:latin typeface="+mn-lt"/>
                <a:ea typeface="+mn-ea"/>
              </a:rPr>
              <a:t>Series 3</a:t>
            </a:r>
          </a:p>
        </p:txBody>
      </p:sp>
      <p:sp>
        <p:nvSpPr>
          <p:cNvPr id="11" name="Rectangle 10">
            <a:extLst>
              <a:ext uri="{FF2B5EF4-FFF2-40B4-BE49-F238E27FC236}">
                <a16:creationId xmlns:a16="http://schemas.microsoft.com/office/drawing/2014/main" id="{2BA3C274-5D24-4CA6-8358-5847D2D18909}"/>
              </a:ext>
            </a:extLst>
          </p:cNvPr>
          <p:cNvSpPr/>
          <p:nvPr/>
        </p:nvSpPr>
        <p:spPr bwMode="auto">
          <a:xfrm>
            <a:off x="582262" y="4770159"/>
            <a:ext cx="1350152" cy="415325"/>
          </a:xfrm>
          <a:prstGeom prst="rect">
            <a:avLst/>
          </a:prstGeom>
          <a:solidFill>
            <a:schemeClr val="accent2"/>
          </a:solidFill>
          <a:ln w="9525" cap="flat" cmpd="sng" algn="ctr">
            <a:noFill/>
            <a:prstDash val="solid"/>
            <a:round/>
            <a:headEnd type="none" w="med" len="med"/>
            <a:tailEnd type="none" w="med" len="med"/>
          </a:ln>
          <a:effectLst/>
        </p:spPr>
        <p:txBody>
          <a:bodyPr vert="horz" wrap="square" lIns="108000" tIns="36000" rIns="108000" bIns="36000" numCol="1" rtlCol="0" anchor="ctr" anchorCtr="0" compatLnSpc="1">
            <a:prstTxWarp prst="textNoShape">
              <a:avLst/>
            </a:prstTxWarp>
          </a:bodyPr>
          <a:lstStyle/>
          <a:p>
            <a:pPr eaLnBrk="0" hangingPunct="0"/>
            <a:r>
              <a:rPr lang="en-CA" sz="1600" b="1" dirty="0">
                <a:solidFill>
                  <a:schemeClr val="bg1"/>
                </a:solidFill>
                <a:latin typeface="+mn-lt"/>
                <a:ea typeface="+mn-ea"/>
              </a:rPr>
              <a:t>Series 2</a:t>
            </a:r>
          </a:p>
        </p:txBody>
      </p:sp>
      <p:sp>
        <p:nvSpPr>
          <p:cNvPr id="12" name="Rectangle 11">
            <a:extLst>
              <a:ext uri="{FF2B5EF4-FFF2-40B4-BE49-F238E27FC236}">
                <a16:creationId xmlns:a16="http://schemas.microsoft.com/office/drawing/2014/main" id="{F17D2151-6629-444E-B777-55CC905FADB7}"/>
              </a:ext>
            </a:extLst>
          </p:cNvPr>
          <p:cNvSpPr/>
          <p:nvPr/>
        </p:nvSpPr>
        <p:spPr bwMode="auto">
          <a:xfrm>
            <a:off x="582262" y="5283287"/>
            <a:ext cx="1350152" cy="415325"/>
          </a:xfrm>
          <a:prstGeom prst="rect">
            <a:avLst/>
          </a:prstGeom>
          <a:solidFill>
            <a:schemeClr val="accent1"/>
          </a:solidFill>
          <a:ln w="9525" cap="flat" cmpd="sng" algn="ctr">
            <a:noFill/>
            <a:prstDash val="solid"/>
            <a:round/>
            <a:headEnd type="none" w="med" len="med"/>
            <a:tailEnd type="none" w="med" len="med"/>
          </a:ln>
          <a:effectLst/>
        </p:spPr>
        <p:txBody>
          <a:bodyPr vert="horz" wrap="square" lIns="108000" tIns="36000" rIns="108000" bIns="36000" numCol="1" rtlCol="0" anchor="ctr" anchorCtr="0" compatLnSpc="1">
            <a:prstTxWarp prst="textNoShape">
              <a:avLst/>
            </a:prstTxWarp>
          </a:bodyPr>
          <a:lstStyle/>
          <a:p>
            <a:pPr eaLnBrk="0" hangingPunct="0"/>
            <a:r>
              <a:rPr lang="en-CA" sz="1600" b="1" dirty="0">
                <a:solidFill>
                  <a:schemeClr val="bg1"/>
                </a:solidFill>
                <a:latin typeface="+mn-lt"/>
                <a:ea typeface="+mn-ea"/>
              </a:rPr>
              <a:t>Series 1</a:t>
            </a:r>
          </a:p>
        </p:txBody>
      </p:sp>
      <p:sp>
        <p:nvSpPr>
          <p:cNvPr id="13" name="ZoneTexte 12">
            <a:extLst>
              <a:ext uri="{FF2B5EF4-FFF2-40B4-BE49-F238E27FC236}">
                <a16:creationId xmlns:a16="http://schemas.microsoft.com/office/drawing/2014/main" id="{16849FC0-DB03-417E-9E6C-46D4BA49ECBA}"/>
              </a:ext>
            </a:extLst>
          </p:cNvPr>
          <p:cNvSpPr txBox="1"/>
          <p:nvPr/>
        </p:nvSpPr>
        <p:spPr>
          <a:xfrm>
            <a:off x="3250373" y="2493089"/>
            <a:ext cx="768061" cy="400110"/>
          </a:xfrm>
          <a:prstGeom prst="rect">
            <a:avLst/>
          </a:prstGeom>
          <a:noFill/>
        </p:spPr>
        <p:txBody>
          <a:bodyPr wrap="square" rtlCol="0">
            <a:spAutoFit/>
          </a:bodyPr>
          <a:lstStyle/>
          <a:p>
            <a:pPr algn="ctr">
              <a:spcBef>
                <a:spcPts val="938"/>
              </a:spcBef>
            </a:pPr>
            <a:r>
              <a:rPr lang="en-CA" sz="2000" b="1" dirty="0">
                <a:solidFill>
                  <a:schemeClr val="tx2"/>
                </a:solidFill>
                <a:latin typeface="+mn-lt"/>
              </a:rPr>
              <a:t>13,9</a:t>
            </a:r>
          </a:p>
        </p:txBody>
      </p:sp>
      <p:sp>
        <p:nvSpPr>
          <p:cNvPr id="14" name="ZoneTexte 13">
            <a:extLst>
              <a:ext uri="{FF2B5EF4-FFF2-40B4-BE49-F238E27FC236}">
                <a16:creationId xmlns:a16="http://schemas.microsoft.com/office/drawing/2014/main" id="{A6F599FC-492C-48C0-8512-CAC0AE9F07C4}"/>
              </a:ext>
            </a:extLst>
          </p:cNvPr>
          <p:cNvSpPr txBox="1"/>
          <p:nvPr/>
        </p:nvSpPr>
        <p:spPr>
          <a:xfrm>
            <a:off x="5449374" y="2262985"/>
            <a:ext cx="768061" cy="400110"/>
          </a:xfrm>
          <a:prstGeom prst="rect">
            <a:avLst/>
          </a:prstGeom>
          <a:noFill/>
        </p:spPr>
        <p:txBody>
          <a:bodyPr wrap="square" rtlCol="0">
            <a:spAutoFit/>
          </a:bodyPr>
          <a:lstStyle/>
          <a:p>
            <a:pPr algn="ctr">
              <a:spcBef>
                <a:spcPts val="938"/>
              </a:spcBef>
            </a:pPr>
            <a:r>
              <a:rPr lang="en-CA" sz="2000" b="1" dirty="0">
                <a:solidFill>
                  <a:schemeClr val="tx2"/>
                </a:solidFill>
                <a:latin typeface="+mn-lt"/>
              </a:rPr>
              <a:t>15,1</a:t>
            </a:r>
          </a:p>
        </p:txBody>
      </p:sp>
      <p:sp>
        <p:nvSpPr>
          <p:cNvPr id="15" name="ZoneTexte 14">
            <a:extLst>
              <a:ext uri="{FF2B5EF4-FFF2-40B4-BE49-F238E27FC236}">
                <a16:creationId xmlns:a16="http://schemas.microsoft.com/office/drawing/2014/main" id="{C7B0D58D-4AC8-4C58-AFA1-E9BB9567A2CE}"/>
              </a:ext>
            </a:extLst>
          </p:cNvPr>
          <p:cNvSpPr txBox="1"/>
          <p:nvPr/>
        </p:nvSpPr>
        <p:spPr>
          <a:xfrm>
            <a:off x="7676253" y="2217222"/>
            <a:ext cx="768061" cy="400110"/>
          </a:xfrm>
          <a:prstGeom prst="rect">
            <a:avLst/>
          </a:prstGeom>
          <a:noFill/>
        </p:spPr>
        <p:txBody>
          <a:bodyPr wrap="square" rtlCol="0">
            <a:spAutoFit/>
          </a:bodyPr>
          <a:lstStyle/>
          <a:p>
            <a:pPr algn="ctr">
              <a:spcBef>
                <a:spcPts val="938"/>
              </a:spcBef>
            </a:pPr>
            <a:r>
              <a:rPr lang="en-CA" sz="2000" b="1" dirty="0">
                <a:solidFill>
                  <a:schemeClr val="tx2"/>
                </a:solidFill>
                <a:latin typeface="+mn-lt"/>
              </a:rPr>
              <a:t>15,3</a:t>
            </a:r>
          </a:p>
        </p:txBody>
      </p:sp>
      <p:sp>
        <p:nvSpPr>
          <p:cNvPr id="16" name="ZoneTexte 15">
            <a:extLst>
              <a:ext uri="{FF2B5EF4-FFF2-40B4-BE49-F238E27FC236}">
                <a16:creationId xmlns:a16="http://schemas.microsoft.com/office/drawing/2014/main" id="{EEFD4890-A63F-47E3-9B4A-5E776D524C60}"/>
              </a:ext>
            </a:extLst>
          </p:cNvPr>
          <p:cNvSpPr txBox="1"/>
          <p:nvPr/>
        </p:nvSpPr>
        <p:spPr>
          <a:xfrm>
            <a:off x="9892402" y="1772816"/>
            <a:ext cx="768061" cy="400110"/>
          </a:xfrm>
          <a:prstGeom prst="rect">
            <a:avLst/>
          </a:prstGeom>
          <a:noFill/>
        </p:spPr>
        <p:txBody>
          <a:bodyPr wrap="square" rtlCol="0">
            <a:spAutoFit/>
          </a:bodyPr>
          <a:lstStyle/>
          <a:p>
            <a:pPr algn="ctr">
              <a:spcBef>
                <a:spcPts val="938"/>
              </a:spcBef>
            </a:pPr>
            <a:r>
              <a:rPr lang="en-CA" sz="2000" b="1" dirty="0">
                <a:solidFill>
                  <a:schemeClr val="tx2"/>
                </a:solidFill>
                <a:latin typeface="+mn-lt"/>
              </a:rPr>
              <a:t>17,6</a:t>
            </a:r>
          </a:p>
        </p:txBody>
      </p:sp>
      <p:sp>
        <p:nvSpPr>
          <p:cNvPr id="17" name="Rectangle 16">
            <a:extLst>
              <a:ext uri="{FF2B5EF4-FFF2-40B4-BE49-F238E27FC236}">
                <a16:creationId xmlns:a16="http://schemas.microsoft.com/office/drawing/2014/main" id="{6C09B68C-56A4-4DA8-8A13-3E098839625F}"/>
              </a:ext>
            </a:extLst>
          </p:cNvPr>
          <p:cNvSpPr/>
          <p:nvPr/>
        </p:nvSpPr>
        <p:spPr bwMode="auto">
          <a:xfrm>
            <a:off x="582262" y="3231163"/>
            <a:ext cx="1350152" cy="415325"/>
          </a:xfrm>
          <a:prstGeom prst="rect">
            <a:avLst/>
          </a:prstGeom>
          <a:solidFill>
            <a:schemeClr val="accent5"/>
          </a:solidFill>
          <a:ln w="9525" cap="flat" cmpd="sng" algn="ctr">
            <a:noFill/>
            <a:prstDash val="solid"/>
            <a:round/>
            <a:headEnd type="none" w="med" len="med"/>
            <a:tailEnd type="none" w="med" len="med"/>
          </a:ln>
          <a:effectLst/>
        </p:spPr>
        <p:txBody>
          <a:bodyPr vert="horz" wrap="square" lIns="108000" tIns="36000" rIns="108000" bIns="36000" numCol="1" rtlCol="0" anchor="ctr" anchorCtr="0" compatLnSpc="1">
            <a:prstTxWarp prst="textNoShape">
              <a:avLst/>
            </a:prstTxWarp>
          </a:bodyPr>
          <a:lstStyle/>
          <a:p>
            <a:pPr eaLnBrk="0" hangingPunct="0"/>
            <a:r>
              <a:rPr lang="en-CA" sz="1600" b="1" dirty="0">
                <a:solidFill>
                  <a:schemeClr val="tx2"/>
                </a:solidFill>
                <a:latin typeface="+mn-lt"/>
                <a:ea typeface="+mn-ea"/>
              </a:rPr>
              <a:t>Series 5</a:t>
            </a:r>
          </a:p>
        </p:txBody>
      </p:sp>
      <p:sp>
        <p:nvSpPr>
          <p:cNvPr id="18" name="Rectangle 17">
            <a:extLst>
              <a:ext uri="{FF2B5EF4-FFF2-40B4-BE49-F238E27FC236}">
                <a16:creationId xmlns:a16="http://schemas.microsoft.com/office/drawing/2014/main" id="{F6CAE5EC-40ED-4885-9DC4-A66A22CF2C17}"/>
              </a:ext>
            </a:extLst>
          </p:cNvPr>
          <p:cNvSpPr/>
          <p:nvPr/>
        </p:nvSpPr>
        <p:spPr bwMode="auto">
          <a:xfrm>
            <a:off x="582262" y="2718035"/>
            <a:ext cx="1350152" cy="415325"/>
          </a:xfrm>
          <a:prstGeom prst="rect">
            <a:avLst/>
          </a:prstGeom>
          <a:solidFill>
            <a:schemeClr val="accent6"/>
          </a:solidFill>
          <a:ln w="9525" cap="flat" cmpd="sng" algn="ctr">
            <a:noFill/>
            <a:prstDash val="solid"/>
            <a:round/>
            <a:headEnd type="none" w="med" len="med"/>
            <a:tailEnd type="none" w="med" len="med"/>
          </a:ln>
          <a:effectLst/>
        </p:spPr>
        <p:txBody>
          <a:bodyPr vert="horz" wrap="square" lIns="108000" tIns="36000" rIns="108000" bIns="36000" numCol="1" rtlCol="0" anchor="ctr" anchorCtr="0" compatLnSpc="1">
            <a:prstTxWarp prst="textNoShape">
              <a:avLst/>
            </a:prstTxWarp>
          </a:bodyPr>
          <a:lstStyle/>
          <a:p>
            <a:pPr eaLnBrk="0" hangingPunct="0"/>
            <a:r>
              <a:rPr lang="en-CA" sz="1600" b="1" dirty="0">
                <a:solidFill>
                  <a:schemeClr val="tx2"/>
                </a:solidFill>
                <a:latin typeface="+mn-lt"/>
                <a:ea typeface="+mn-ea"/>
              </a:rPr>
              <a:t>Series 6</a:t>
            </a:r>
          </a:p>
        </p:txBody>
      </p:sp>
    </p:spTree>
    <p:extLst>
      <p:ext uri="{BB962C8B-B14F-4D97-AF65-F5344CB8AC3E}">
        <p14:creationId xmlns:p14="http://schemas.microsoft.com/office/powerpoint/2010/main" val="329287753"/>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5C814D49-7844-49BA-B322-AC3154143048}"/>
              </a:ext>
            </a:extLst>
          </p:cNvPr>
          <p:cNvSpPr>
            <a:spLocks noGrp="1"/>
          </p:cNvSpPr>
          <p:nvPr>
            <p:ph type="sldNum" sz="quarter" idx="10"/>
          </p:nvPr>
        </p:nvSpPr>
        <p:spPr/>
        <p:txBody>
          <a:bodyPr/>
          <a:lstStyle/>
          <a:p>
            <a:fld id="{9F13E4E3-EA9B-4FF8-B6C4-2516ED16E94E}" type="slidenum">
              <a:rPr lang="en-CA" smtClean="0"/>
              <a:pPr/>
              <a:t>11</a:t>
            </a:fld>
            <a:endParaRPr lang="en-CA" dirty="0"/>
          </a:p>
        </p:txBody>
      </p:sp>
      <p:sp>
        <p:nvSpPr>
          <p:cNvPr id="10" name="Espace réservé du texte 9">
            <a:extLst>
              <a:ext uri="{FF2B5EF4-FFF2-40B4-BE49-F238E27FC236}">
                <a16:creationId xmlns:a16="http://schemas.microsoft.com/office/drawing/2014/main" id="{4DB78D8D-7E3F-86EB-9299-FAD0578ACB09}"/>
              </a:ext>
            </a:extLst>
          </p:cNvPr>
          <p:cNvSpPr>
            <a:spLocks noGrp="1"/>
          </p:cNvSpPr>
          <p:nvPr>
            <p:ph type="body" sz="quarter" idx="12"/>
          </p:nvPr>
        </p:nvSpPr>
        <p:spPr/>
        <p:txBody>
          <a:bodyPr/>
          <a:lstStyle/>
          <a:p>
            <a:endParaRPr lang="en-CA" dirty="0"/>
          </a:p>
        </p:txBody>
      </p:sp>
      <p:sp>
        <p:nvSpPr>
          <p:cNvPr id="4" name="Titre 3">
            <a:extLst>
              <a:ext uri="{FF2B5EF4-FFF2-40B4-BE49-F238E27FC236}">
                <a16:creationId xmlns:a16="http://schemas.microsoft.com/office/drawing/2014/main" id="{7C98DB56-3B22-4AE2-969C-F0798A102E5A}"/>
              </a:ext>
            </a:extLst>
          </p:cNvPr>
          <p:cNvSpPr>
            <a:spLocks noGrp="1"/>
          </p:cNvSpPr>
          <p:nvPr>
            <p:ph type="title"/>
          </p:nvPr>
        </p:nvSpPr>
        <p:spPr/>
        <p:txBody>
          <a:bodyPr/>
          <a:lstStyle/>
          <a:p>
            <a:r>
              <a:rPr lang="en-CA" dirty="0"/>
              <a:t>Bar chart</a:t>
            </a:r>
          </a:p>
        </p:txBody>
      </p:sp>
      <p:graphicFrame>
        <p:nvGraphicFramePr>
          <p:cNvPr id="7" name="Espace réservé du contenu 20">
            <a:extLst>
              <a:ext uri="{FF2B5EF4-FFF2-40B4-BE49-F238E27FC236}">
                <a16:creationId xmlns:a16="http://schemas.microsoft.com/office/drawing/2014/main" id="{A30AF9C7-8846-4EA2-B497-8BF668BBD579}"/>
              </a:ext>
            </a:extLst>
          </p:cNvPr>
          <p:cNvGraphicFramePr>
            <a:graphicFrameLocks noGrp="1"/>
          </p:cNvGraphicFramePr>
          <p:nvPr>
            <p:ph sz="quarter" idx="14"/>
            <p:extLst>
              <p:ext uri="{D42A27DB-BD31-4B8C-83A1-F6EECF244321}">
                <p14:modId xmlns:p14="http://schemas.microsoft.com/office/powerpoint/2010/main" val="1945668973"/>
              </p:ext>
            </p:extLst>
          </p:nvPr>
        </p:nvGraphicFramePr>
        <p:xfrm>
          <a:off x="550863" y="1412875"/>
          <a:ext cx="11090275" cy="4895850"/>
        </p:xfrm>
        <a:graphic>
          <a:graphicData uri="http://schemas.openxmlformats.org/drawingml/2006/chart">
            <c:chart xmlns:c="http://schemas.openxmlformats.org/drawingml/2006/chart" xmlns:r="http://schemas.openxmlformats.org/officeDocument/2006/relationships" r:id="rId3"/>
          </a:graphicData>
        </a:graphic>
      </p:graphicFrame>
      <p:sp>
        <p:nvSpPr>
          <p:cNvPr id="11" name="Espace réservé du texte 10">
            <a:extLst>
              <a:ext uri="{FF2B5EF4-FFF2-40B4-BE49-F238E27FC236}">
                <a16:creationId xmlns:a16="http://schemas.microsoft.com/office/drawing/2014/main" id="{AED08D92-14F7-CB26-96B6-D3CA65C0189D}"/>
              </a:ext>
            </a:extLst>
          </p:cNvPr>
          <p:cNvSpPr>
            <a:spLocks noGrp="1"/>
          </p:cNvSpPr>
          <p:nvPr>
            <p:ph type="body" sz="quarter" idx="15"/>
          </p:nvPr>
        </p:nvSpPr>
        <p:spPr/>
        <p:txBody>
          <a:bodyPr/>
          <a:lstStyle/>
          <a:p>
            <a:endParaRPr lang="en-CA" dirty="0"/>
          </a:p>
        </p:txBody>
      </p:sp>
    </p:spTree>
    <p:extLst>
      <p:ext uri="{BB962C8B-B14F-4D97-AF65-F5344CB8AC3E}">
        <p14:creationId xmlns:p14="http://schemas.microsoft.com/office/powerpoint/2010/main" val="236851095"/>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4228A274-2F54-49CE-B094-D77644F6B1C9}"/>
              </a:ext>
            </a:extLst>
          </p:cNvPr>
          <p:cNvSpPr>
            <a:spLocks noGrp="1"/>
          </p:cNvSpPr>
          <p:nvPr>
            <p:ph type="sldNum" sz="quarter" idx="10"/>
          </p:nvPr>
        </p:nvSpPr>
        <p:spPr/>
        <p:txBody>
          <a:bodyPr/>
          <a:lstStyle/>
          <a:p>
            <a:fld id="{F727B59D-7AF7-E44F-BD7E-A2EC0F458FB3}" type="slidenum">
              <a:rPr lang="en-CA" smtClean="0"/>
              <a:pPr/>
              <a:t>12</a:t>
            </a:fld>
            <a:endParaRPr lang="en-CA" dirty="0"/>
          </a:p>
        </p:txBody>
      </p:sp>
      <p:sp>
        <p:nvSpPr>
          <p:cNvPr id="3" name="Titre 2">
            <a:extLst>
              <a:ext uri="{FF2B5EF4-FFF2-40B4-BE49-F238E27FC236}">
                <a16:creationId xmlns:a16="http://schemas.microsoft.com/office/drawing/2014/main" id="{40AB7F0E-396F-46D5-895F-CB3677BAD1D0}"/>
              </a:ext>
            </a:extLst>
          </p:cNvPr>
          <p:cNvSpPr>
            <a:spLocks noGrp="1"/>
          </p:cNvSpPr>
          <p:nvPr>
            <p:ph type="title"/>
          </p:nvPr>
        </p:nvSpPr>
        <p:spPr/>
        <p:txBody>
          <a:bodyPr/>
          <a:lstStyle/>
          <a:p>
            <a:r>
              <a:rPr lang="en-CA" dirty="0"/>
              <a:t>Table optimized for bullets </a:t>
            </a:r>
          </a:p>
        </p:txBody>
      </p:sp>
      <p:sp>
        <p:nvSpPr>
          <p:cNvPr id="9" name="Espace réservé du texte 8">
            <a:extLst>
              <a:ext uri="{FF2B5EF4-FFF2-40B4-BE49-F238E27FC236}">
                <a16:creationId xmlns:a16="http://schemas.microsoft.com/office/drawing/2014/main" id="{5E0EBCAE-A828-56A3-D616-896CB3D7AF7F}"/>
              </a:ext>
            </a:extLst>
          </p:cNvPr>
          <p:cNvSpPr>
            <a:spLocks noGrp="1"/>
          </p:cNvSpPr>
          <p:nvPr>
            <p:ph type="body" sz="quarter" idx="12"/>
          </p:nvPr>
        </p:nvSpPr>
        <p:spPr/>
        <p:txBody>
          <a:bodyPr/>
          <a:lstStyle/>
          <a:p>
            <a:endParaRPr lang="en-CA" dirty="0"/>
          </a:p>
        </p:txBody>
      </p:sp>
      <p:sp>
        <p:nvSpPr>
          <p:cNvPr id="10" name="Espace réservé du texte 9">
            <a:extLst>
              <a:ext uri="{FF2B5EF4-FFF2-40B4-BE49-F238E27FC236}">
                <a16:creationId xmlns:a16="http://schemas.microsoft.com/office/drawing/2014/main" id="{E6680EE6-DE29-1D19-EE13-EE66D13C585D}"/>
              </a:ext>
            </a:extLst>
          </p:cNvPr>
          <p:cNvSpPr>
            <a:spLocks noGrp="1"/>
          </p:cNvSpPr>
          <p:nvPr>
            <p:ph type="body" sz="quarter" idx="15"/>
          </p:nvPr>
        </p:nvSpPr>
        <p:spPr/>
        <p:txBody>
          <a:bodyPr/>
          <a:lstStyle/>
          <a:p>
            <a:endParaRPr lang="en-CA" dirty="0"/>
          </a:p>
        </p:txBody>
      </p:sp>
      <p:graphicFrame>
        <p:nvGraphicFramePr>
          <p:cNvPr id="5" name="Content Placeholder 4">
            <a:extLst>
              <a:ext uri="{FF2B5EF4-FFF2-40B4-BE49-F238E27FC236}">
                <a16:creationId xmlns:a16="http://schemas.microsoft.com/office/drawing/2014/main" id="{EA99B33E-1E31-4981-A343-7F37BBE08D0D}"/>
              </a:ext>
            </a:extLst>
          </p:cNvPr>
          <p:cNvGraphicFramePr>
            <a:graphicFrameLocks/>
          </p:cNvGraphicFramePr>
          <p:nvPr>
            <p:extLst>
              <p:ext uri="{D42A27DB-BD31-4B8C-83A1-F6EECF244321}">
                <p14:modId xmlns:p14="http://schemas.microsoft.com/office/powerpoint/2010/main" val="3712848025"/>
              </p:ext>
            </p:extLst>
          </p:nvPr>
        </p:nvGraphicFramePr>
        <p:xfrm>
          <a:off x="551384" y="1424286"/>
          <a:ext cx="11088000" cy="4466655"/>
        </p:xfrm>
        <a:graphic>
          <a:graphicData uri="http://schemas.openxmlformats.org/drawingml/2006/table">
            <a:tbl>
              <a:tblPr firstRow="1" bandRow="1">
                <a:tableStyleId>{D27102A9-8310-4765-A935-A1911B00CA55}</a:tableStyleId>
              </a:tblPr>
              <a:tblGrid>
                <a:gridCol w="2016000">
                  <a:extLst>
                    <a:ext uri="{9D8B030D-6E8A-4147-A177-3AD203B41FA5}">
                      <a16:colId xmlns:a16="http://schemas.microsoft.com/office/drawing/2014/main" val="20000"/>
                    </a:ext>
                  </a:extLst>
                </a:gridCol>
                <a:gridCol w="2268000">
                  <a:extLst>
                    <a:ext uri="{9D8B030D-6E8A-4147-A177-3AD203B41FA5}">
                      <a16:colId xmlns:a16="http://schemas.microsoft.com/office/drawing/2014/main" val="20001"/>
                    </a:ext>
                  </a:extLst>
                </a:gridCol>
                <a:gridCol w="2268000">
                  <a:extLst>
                    <a:ext uri="{9D8B030D-6E8A-4147-A177-3AD203B41FA5}">
                      <a16:colId xmlns:a16="http://schemas.microsoft.com/office/drawing/2014/main" val="20002"/>
                    </a:ext>
                  </a:extLst>
                </a:gridCol>
                <a:gridCol w="2268000">
                  <a:extLst>
                    <a:ext uri="{9D8B030D-6E8A-4147-A177-3AD203B41FA5}">
                      <a16:colId xmlns:a16="http://schemas.microsoft.com/office/drawing/2014/main" val="20003"/>
                    </a:ext>
                  </a:extLst>
                </a:gridCol>
                <a:gridCol w="2268000">
                  <a:extLst>
                    <a:ext uri="{9D8B030D-6E8A-4147-A177-3AD203B41FA5}">
                      <a16:colId xmlns:a16="http://schemas.microsoft.com/office/drawing/2014/main" val="20004"/>
                    </a:ext>
                  </a:extLst>
                </a:gridCol>
              </a:tblGrid>
              <a:tr h="722655">
                <a:tc>
                  <a:txBody>
                    <a:bodyPr/>
                    <a:lstStyle/>
                    <a:p>
                      <a:endParaRPr lang="en-CA" sz="1600" noProof="0" dirty="0">
                        <a:solidFill>
                          <a:schemeClr val="bg1"/>
                        </a:solidFill>
                      </a:endParaRPr>
                    </a:p>
                  </a:txBody>
                  <a:tcPr marL="108000" marR="108000" marT="72000" marB="72000">
                    <a:lnR w="6350" cap="flat" cmpd="sng" algn="ctr">
                      <a:solidFill>
                        <a:schemeClr val="accent5"/>
                      </a:solidFill>
                      <a:prstDash val="solid"/>
                      <a:round/>
                      <a:headEnd type="none" w="med" len="med"/>
                      <a:tailEnd type="none" w="med" len="med"/>
                    </a:lnR>
                    <a:lnT w="12700" cmpd="sng">
                      <a:noFill/>
                    </a:lnT>
                    <a:lnB w="12700" cmpd="sng">
                      <a:noFill/>
                    </a:lnB>
                    <a:solidFill>
                      <a:schemeClr val="accent1"/>
                    </a:solidFill>
                  </a:tcPr>
                </a:tc>
                <a:tc>
                  <a:txBody>
                    <a:bodyPr/>
                    <a:lstStyle/>
                    <a:p>
                      <a:pPr marL="0" indent="0"/>
                      <a:r>
                        <a:rPr lang="en-CA" sz="1600" noProof="0" dirty="0">
                          <a:solidFill>
                            <a:schemeClr val="bg1"/>
                          </a:solidFill>
                        </a:rPr>
                        <a:t>Column header</a:t>
                      </a:r>
                    </a:p>
                  </a:txBody>
                  <a:tcPr marL="108000" marR="108000" marT="72000" marB="72000"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12700" cmpd="sng">
                      <a:noFill/>
                    </a:lnT>
                    <a:lnB w="12700" cmpd="sng">
                      <a:noFill/>
                    </a:lnB>
                    <a:solidFill>
                      <a:schemeClr val="accent1"/>
                    </a:solidFill>
                  </a:tcPr>
                </a:tc>
                <a:tc>
                  <a:txBody>
                    <a:bodyPr/>
                    <a:lstStyle/>
                    <a:p>
                      <a:pPr marL="0" indent="0"/>
                      <a:r>
                        <a:rPr lang="en-CA" sz="1600" noProof="0" dirty="0">
                          <a:solidFill>
                            <a:schemeClr val="bg1"/>
                          </a:solidFill>
                        </a:rPr>
                        <a:t>Column header</a:t>
                      </a:r>
                    </a:p>
                  </a:txBody>
                  <a:tcPr marL="108000" marR="108000" marT="72000" marB="72000"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12700" cmpd="sng">
                      <a:noFill/>
                    </a:lnT>
                    <a:lnB w="12700" cmpd="sng">
                      <a:noFill/>
                    </a:lnB>
                    <a:solidFill>
                      <a:schemeClr val="accent1"/>
                    </a:solidFill>
                  </a:tcPr>
                </a:tc>
                <a:tc>
                  <a:txBody>
                    <a:bodyPr/>
                    <a:lstStyle/>
                    <a:p>
                      <a:pPr marL="0" indent="0"/>
                      <a:r>
                        <a:rPr lang="en-CA" sz="1600" noProof="0" dirty="0">
                          <a:solidFill>
                            <a:schemeClr val="bg1"/>
                          </a:solidFill>
                        </a:rPr>
                        <a:t>Column header</a:t>
                      </a:r>
                    </a:p>
                  </a:txBody>
                  <a:tcPr marL="108000" marR="108000" marT="72000" marB="72000" anchor="ctr">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12700" cmpd="sng">
                      <a:noFill/>
                    </a:lnT>
                    <a:lnB w="12700" cmpd="sng">
                      <a:noFill/>
                    </a:lnB>
                    <a:solidFill>
                      <a:schemeClr val="accent1"/>
                    </a:solidFill>
                  </a:tcPr>
                </a:tc>
                <a:tc>
                  <a:txBody>
                    <a:bodyPr/>
                    <a:lstStyle/>
                    <a:p>
                      <a:pPr marL="0" indent="0"/>
                      <a:r>
                        <a:rPr lang="en-CA" sz="1600" noProof="0" dirty="0">
                          <a:solidFill>
                            <a:schemeClr val="bg1"/>
                          </a:solidFill>
                        </a:rPr>
                        <a:t>Column header</a:t>
                      </a:r>
                    </a:p>
                  </a:txBody>
                  <a:tcPr marL="108000" marR="108000" marT="72000" marB="72000" anchor="ctr">
                    <a:lnL w="6350" cap="flat" cmpd="sng" algn="ctr">
                      <a:solidFill>
                        <a:schemeClr val="accent5"/>
                      </a:solidFill>
                      <a:prstDash val="solid"/>
                      <a:round/>
                      <a:headEnd type="none" w="med" len="med"/>
                      <a:tailEnd type="none" w="med" len="med"/>
                    </a:lnL>
                    <a:lnT w="12700" cmpd="sng">
                      <a:noFill/>
                    </a:lnT>
                    <a:lnB w="12700" cmpd="sng">
                      <a:noFill/>
                    </a:lnB>
                    <a:solidFill>
                      <a:schemeClr val="accent1"/>
                    </a:solidFill>
                  </a:tcPr>
                </a:tc>
                <a:extLst>
                  <a:ext uri="{0D108BD9-81ED-4DB2-BD59-A6C34878D82A}">
                    <a16:rowId xmlns:a16="http://schemas.microsoft.com/office/drawing/2014/main" val="10000"/>
                  </a:ext>
                </a:extLst>
              </a:tr>
              <a:tr h="936000">
                <a:tc>
                  <a:txBody>
                    <a:bodyPr/>
                    <a:lstStyle/>
                    <a:p>
                      <a:r>
                        <a:rPr lang="en-CA" sz="1400" b="1" noProof="0" dirty="0">
                          <a:solidFill>
                            <a:schemeClr val="tx2"/>
                          </a:solidFill>
                        </a:rPr>
                        <a:t>Row header</a:t>
                      </a:r>
                    </a:p>
                  </a:txBody>
                  <a:tcPr marL="108000" marR="108000" marT="72000" marB="72000">
                    <a:lnR w="6350" cap="flat" cmpd="sng" algn="ctr">
                      <a:solidFill>
                        <a:schemeClr val="accent5"/>
                      </a:solidFill>
                      <a:prstDash val="solid"/>
                      <a:round/>
                      <a:headEnd type="none" w="med" len="med"/>
                      <a:tailEnd type="none" w="med" len="med"/>
                    </a:lnR>
                    <a:lnT w="12700" cmpd="sng">
                      <a:noFill/>
                    </a:lnT>
                  </a:tcPr>
                </a:tc>
                <a:tc>
                  <a:txBody>
                    <a:bodyPr/>
                    <a:lstStyle/>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txBody>
                  <a:tcPr marL="108000" marR="108000" marT="72000" marB="72000">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12700" cmpd="sng">
                      <a:noFill/>
                    </a:lnT>
                  </a:tcPr>
                </a:tc>
                <a:tc>
                  <a:txBody>
                    <a:bodyPr/>
                    <a:lstStyle/>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txBody>
                  <a:tcPr marL="108000" marR="108000" marT="72000" marB="72000">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12700" cmpd="sng">
                      <a:noFill/>
                    </a:lnT>
                  </a:tcPr>
                </a:tc>
                <a:tc>
                  <a:txBody>
                    <a:bodyPr/>
                    <a:lstStyle/>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txBody>
                  <a:tcPr marL="108000" marR="108000" marT="72000" marB="72000">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w="12700" cmpd="sng">
                      <a:noFill/>
                    </a:lnT>
                  </a:tcPr>
                </a:tc>
                <a:tc>
                  <a:txBody>
                    <a:bodyPr/>
                    <a:lstStyle/>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txBody>
                  <a:tcPr marL="108000" marR="108000" marT="72000" marB="72000">
                    <a:lnL w="6350" cap="flat" cmpd="sng" algn="ctr">
                      <a:solidFill>
                        <a:schemeClr val="accent5"/>
                      </a:solidFill>
                      <a:prstDash val="solid"/>
                      <a:round/>
                      <a:headEnd type="none" w="med" len="med"/>
                      <a:tailEnd type="none" w="med" len="med"/>
                    </a:lnL>
                    <a:lnT w="12700" cmpd="sng">
                      <a:noFill/>
                    </a:lnT>
                  </a:tcPr>
                </a:tc>
                <a:extLst>
                  <a:ext uri="{0D108BD9-81ED-4DB2-BD59-A6C34878D82A}">
                    <a16:rowId xmlns:a16="http://schemas.microsoft.com/office/drawing/2014/main" val="10001"/>
                  </a:ext>
                </a:extLst>
              </a:tr>
              <a:tr h="936000">
                <a:tc>
                  <a:txBody>
                    <a:bodyPr/>
                    <a:lstStyle/>
                    <a:p>
                      <a:r>
                        <a:rPr lang="en-CA" sz="1400" b="1" noProof="0" dirty="0">
                          <a:solidFill>
                            <a:schemeClr val="tx2"/>
                          </a:solidFill>
                        </a:rPr>
                        <a:t>Row header</a:t>
                      </a:r>
                    </a:p>
                  </a:txBody>
                  <a:tcPr marL="108000" marR="108000" marT="72000" marB="72000">
                    <a:lnR w="6350" cap="flat" cmpd="sng" algn="ctr">
                      <a:solidFill>
                        <a:schemeClr val="accent5"/>
                      </a:solidFill>
                      <a:prstDash val="solid"/>
                      <a:round/>
                      <a:headEnd type="none" w="med" len="med"/>
                      <a:tailEnd type="none" w="med" len="med"/>
                    </a:lnR>
                  </a:tcPr>
                </a:tc>
                <a:tc>
                  <a:txBody>
                    <a:bodyPr/>
                    <a:lstStyle/>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txBody>
                  <a:tcPr marL="108000" marR="108000" marT="72000" marB="72000">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tcPr>
                </a:tc>
                <a:tc>
                  <a:txBody>
                    <a:bodyPr/>
                    <a:lstStyle/>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txBody>
                  <a:tcPr marL="108000" marR="108000" marT="72000" marB="72000">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tcPr>
                </a:tc>
                <a:tc>
                  <a:txBody>
                    <a:bodyPr/>
                    <a:lstStyle/>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txBody>
                  <a:tcPr marL="108000" marR="108000" marT="72000" marB="72000">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tcPr>
                </a:tc>
                <a:tc>
                  <a:txBody>
                    <a:bodyPr/>
                    <a:lstStyle/>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txBody>
                  <a:tcPr marL="108000" marR="108000" marT="72000" marB="72000">
                    <a:lnL w="6350" cap="flat" cmpd="sng" algn="ctr">
                      <a:solidFill>
                        <a:schemeClr val="accent5"/>
                      </a:solidFill>
                      <a:prstDash val="solid"/>
                      <a:round/>
                      <a:headEnd type="none" w="med" len="med"/>
                      <a:tailEnd type="none" w="med" len="med"/>
                    </a:lnL>
                  </a:tcPr>
                </a:tc>
                <a:extLst>
                  <a:ext uri="{0D108BD9-81ED-4DB2-BD59-A6C34878D82A}">
                    <a16:rowId xmlns:a16="http://schemas.microsoft.com/office/drawing/2014/main" val="10002"/>
                  </a:ext>
                </a:extLst>
              </a:tr>
              <a:tr h="936000">
                <a:tc>
                  <a:txBody>
                    <a:bodyPr/>
                    <a:lstStyle/>
                    <a:p>
                      <a:r>
                        <a:rPr lang="en-CA" sz="1400" b="1" noProof="0" dirty="0">
                          <a:solidFill>
                            <a:schemeClr val="tx2"/>
                          </a:solidFill>
                        </a:rPr>
                        <a:t>Row header</a:t>
                      </a:r>
                    </a:p>
                  </a:txBody>
                  <a:tcPr marL="108000" marR="108000" marT="72000" marB="72000">
                    <a:lnR w="6350" cap="flat" cmpd="sng" algn="ctr">
                      <a:solidFill>
                        <a:schemeClr val="accent5"/>
                      </a:solidFill>
                      <a:prstDash val="solid"/>
                      <a:round/>
                      <a:headEnd type="none" w="med" len="med"/>
                      <a:tailEnd type="none" w="med" len="med"/>
                    </a:lnR>
                    <a:lnB>
                      <a:noFill/>
                    </a:lnB>
                  </a:tcPr>
                </a:tc>
                <a:tc>
                  <a:txBody>
                    <a:bodyPr/>
                    <a:lstStyle/>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txBody>
                  <a:tcPr marL="108000" marR="108000" marT="72000" marB="72000">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B>
                      <a:noFill/>
                    </a:lnB>
                  </a:tcPr>
                </a:tc>
                <a:tc>
                  <a:txBody>
                    <a:bodyPr/>
                    <a:lstStyle/>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txBody>
                  <a:tcPr marL="108000" marR="108000" marT="72000" marB="72000">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B>
                      <a:noFill/>
                    </a:lnB>
                  </a:tcPr>
                </a:tc>
                <a:tc>
                  <a:txBody>
                    <a:bodyPr/>
                    <a:lstStyle/>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txBody>
                  <a:tcPr marL="108000" marR="108000" marT="72000" marB="72000">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B>
                      <a:noFill/>
                    </a:lnB>
                  </a:tcPr>
                </a:tc>
                <a:tc>
                  <a:txBody>
                    <a:bodyPr/>
                    <a:lstStyle/>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txBody>
                  <a:tcPr marL="108000" marR="108000" marT="72000" marB="72000">
                    <a:lnL w="6350" cap="flat" cmpd="sng" algn="ctr">
                      <a:solidFill>
                        <a:schemeClr val="accent5"/>
                      </a:solidFill>
                      <a:prstDash val="solid"/>
                      <a:round/>
                      <a:headEnd type="none" w="med" len="med"/>
                      <a:tailEnd type="none" w="med" len="med"/>
                    </a:lnL>
                    <a:lnB>
                      <a:noFill/>
                    </a:lnB>
                  </a:tcPr>
                </a:tc>
                <a:extLst>
                  <a:ext uri="{0D108BD9-81ED-4DB2-BD59-A6C34878D82A}">
                    <a16:rowId xmlns:a16="http://schemas.microsoft.com/office/drawing/2014/main" val="10003"/>
                  </a:ext>
                </a:extLst>
              </a:tr>
              <a:tr h="936000">
                <a:tc>
                  <a:txBody>
                    <a:bodyPr/>
                    <a:lstStyle/>
                    <a:p>
                      <a:r>
                        <a:rPr lang="en-CA" sz="1400" b="1" noProof="0" dirty="0">
                          <a:solidFill>
                            <a:schemeClr val="tx2"/>
                          </a:solidFill>
                        </a:rPr>
                        <a:t>Row header</a:t>
                      </a:r>
                    </a:p>
                  </a:txBody>
                  <a:tcPr marL="108000" marR="108000" marT="72000" marB="72000">
                    <a:lnL>
                      <a:noFill/>
                    </a:lnL>
                    <a:lnR w="6350" cap="flat" cmpd="sng" algn="ctr">
                      <a:solidFill>
                        <a:schemeClr val="accent5"/>
                      </a:solidFill>
                      <a:prstDash val="solid"/>
                      <a:round/>
                      <a:headEnd type="none" w="med" len="med"/>
                      <a:tailEnd type="none" w="med" len="med"/>
                    </a:lnR>
                    <a:lnT>
                      <a:noFill/>
                    </a:lnT>
                    <a:lnB w="12700" cap="flat" cmpd="sng" algn="ctr">
                      <a:solidFill>
                        <a:schemeClr val="accent1"/>
                      </a:solidFill>
                      <a:prstDash val="solid"/>
                      <a:round/>
                      <a:headEnd type="none" w="med" len="med"/>
                      <a:tailEnd type="none" w="med" len="med"/>
                    </a:lnB>
                  </a:tcPr>
                </a:tc>
                <a:tc>
                  <a:txBody>
                    <a:bodyPr/>
                    <a:lstStyle/>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txBody>
                  <a:tcPr marL="108000" marR="108000" marT="72000" marB="72000">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a:noFill/>
                    </a:lnT>
                    <a:lnB w="12700" cap="flat" cmpd="sng" algn="ctr">
                      <a:solidFill>
                        <a:schemeClr val="accent1"/>
                      </a:solidFill>
                      <a:prstDash val="solid"/>
                      <a:round/>
                      <a:headEnd type="none" w="med" len="med"/>
                      <a:tailEnd type="none" w="med" len="med"/>
                    </a:lnB>
                  </a:tcPr>
                </a:tc>
                <a:tc>
                  <a:txBody>
                    <a:bodyPr/>
                    <a:lstStyle/>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txBody>
                  <a:tcPr marL="108000" marR="108000" marT="72000" marB="72000">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a:noFill/>
                    </a:lnT>
                    <a:lnB w="12700" cap="flat" cmpd="sng" algn="ctr">
                      <a:solidFill>
                        <a:schemeClr val="accent1"/>
                      </a:solidFill>
                      <a:prstDash val="solid"/>
                      <a:round/>
                      <a:headEnd type="none" w="med" len="med"/>
                      <a:tailEnd type="none" w="med" len="med"/>
                    </a:lnB>
                  </a:tcPr>
                </a:tc>
                <a:tc>
                  <a:txBody>
                    <a:bodyPr/>
                    <a:lstStyle/>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txBody>
                  <a:tcPr marL="108000" marR="108000" marT="72000" marB="72000">
                    <a:lnL w="6350" cap="flat" cmpd="sng" algn="ctr">
                      <a:solidFill>
                        <a:schemeClr val="accent5"/>
                      </a:solidFill>
                      <a:prstDash val="solid"/>
                      <a:round/>
                      <a:headEnd type="none" w="med" len="med"/>
                      <a:tailEnd type="none" w="med" len="med"/>
                    </a:lnL>
                    <a:lnR w="6350" cap="flat" cmpd="sng" algn="ctr">
                      <a:solidFill>
                        <a:schemeClr val="accent5"/>
                      </a:solidFill>
                      <a:prstDash val="solid"/>
                      <a:round/>
                      <a:headEnd type="none" w="med" len="med"/>
                      <a:tailEnd type="none" w="med" len="med"/>
                    </a:lnR>
                    <a:lnT>
                      <a:noFill/>
                    </a:lnT>
                    <a:lnB w="12700" cap="flat" cmpd="sng" algn="ctr">
                      <a:solidFill>
                        <a:schemeClr val="accent1"/>
                      </a:solidFill>
                      <a:prstDash val="solid"/>
                      <a:round/>
                      <a:headEnd type="none" w="med" len="med"/>
                      <a:tailEnd type="none" w="med" len="med"/>
                    </a:lnB>
                  </a:tcPr>
                </a:tc>
                <a:tc>
                  <a:txBody>
                    <a:bodyPr/>
                    <a:lstStyle/>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p>
                      <a:pPr marL="108000" indent="-108000">
                        <a:buClr>
                          <a:schemeClr val="accent1"/>
                        </a:buClr>
                        <a:buFont typeface="Wingdings" panose="05000000000000000000" pitchFamily="2" charset="2"/>
                        <a:buChar char="§"/>
                      </a:pPr>
                      <a:r>
                        <a:rPr lang="en-CA" sz="1200" noProof="0" dirty="0">
                          <a:solidFill>
                            <a:schemeClr val="tx2"/>
                          </a:solidFill>
                        </a:rPr>
                        <a:t>Text</a:t>
                      </a:r>
                      <a:endParaRPr lang="en-CA" sz="1200" baseline="0" noProof="0" dirty="0">
                        <a:solidFill>
                          <a:schemeClr val="tx2"/>
                        </a:solidFill>
                      </a:endParaRPr>
                    </a:p>
                  </a:txBody>
                  <a:tcPr marL="108000" marR="108000" marT="72000" marB="72000">
                    <a:lnL w="6350" cap="flat" cmpd="sng" algn="ctr">
                      <a:solidFill>
                        <a:schemeClr val="accent5"/>
                      </a:solidFill>
                      <a:prstDash val="solid"/>
                      <a:round/>
                      <a:headEnd type="none" w="med" len="med"/>
                      <a:tailEnd type="none" w="med" len="med"/>
                    </a:lnL>
                    <a:lnR>
                      <a:noFill/>
                    </a:lnR>
                    <a:lnT>
                      <a:noFill/>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866573071"/>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4228A274-2F54-49CE-B094-D77644F6B1C9}"/>
              </a:ext>
            </a:extLst>
          </p:cNvPr>
          <p:cNvSpPr>
            <a:spLocks noGrp="1"/>
          </p:cNvSpPr>
          <p:nvPr>
            <p:ph type="sldNum" sz="quarter" idx="10"/>
          </p:nvPr>
        </p:nvSpPr>
        <p:spPr/>
        <p:txBody>
          <a:bodyPr/>
          <a:lstStyle/>
          <a:p>
            <a:fld id="{F727B59D-7AF7-E44F-BD7E-A2EC0F458FB3}" type="slidenum">
              <a:rPr lang="en-CA" smtClean="0"/>
              <a:pPr/>
              <a:t>13</a:t>
            </a:fld>
            <a:endParaRPr lang="en-CA" dirty="0"/>
          </a:p>
        </p:txBody>
      </p:sp>
      <p:sp>
        <p:nvSpPr>
          <p:cNvPr id="7" name="Espace réservé du texte 6">
            <a:extLst>
              <a:ext uri="{FF2B5EF4-FFF2-40B4-BE49-F238E27FC236}">
                <a16:creationId xmlns:a16="http://schemas.microsoft.com/office/drawing/2014/main" id="{3610AC0F-DBEB-EA09-5316-DD66F759A757}"/>
              </a:ext>
            </a:extLst>
          </p:cNvPr>
          <p:cNvSpPr>
            <a:spLocks noGrp="1"/>
          </p:cNvSpPr>
          <p:nvPr>
            <p:ph type="body" sz="quarter" idx="12"/>
          </p:nvPr>
        </p:nvSpPr>
        <p:spPr/>
        <p:txBody>
          <a:bodyPr/>
          <a:lstStyle/>
          <a:p>
            <a:endParaRPr lang="en-CA" dirty="0"/>
          </a:p>
        </p:txBody>
      </p:sp>
      <p:sp>
        <p:nvSpPr>
          <p:cNvPr id="3" name="Titre 2">
            <a:extLst>
              <a:ext uri="{FF2B5EF4-FFF2-40B4-BE49-F238E27FC236}">
                <a16:creationId xmlns:a16="http://schemas.microsoft.com/office/drawing/2014/main" id="{40AB7F0E-396F-46D5-895F-CB3677BAD1D0}"/>
              </a:ext>
            </a:extLst>
          </p:cNvPr>
          <p:cNvSpPr>
            <a:spLocks noGrp="1"/>
          </p:cNvSpPr>
          <p:nvPr>
            <p:ph type="title"/>
          </p:nvPr>
        </p:nvSpPr>
        <p:spPr/>
        <p:txBody>
          <a:bodyPr/>
          <a:lstStyle/>
          <a:p>
            <a:r>
              <a:rPr lang="en-CA" dirty="0"/>
              <a:t>Table optimized for numbers</a:t>
            </a:r>
          </a:p>
        </p:txBody>
      </p:sp>
      <p:graphicFrame>
        <p:nvGraphicFramePr>
          <p:cNvPr id="17" name="Table 17">
            <a:extLst>
              <a:ext uri="{FF2B5EF4-FFF2-40B4-BE49-F238E27FC236}">
                <a16:creationId xmlns:a16="http://schemas.microsoft.com/office/drawing/2014/main" id="{AE32C5EC-3725-42C5-85E4-1F0D6999E99C}"/>
              </a:ext>
            </a:extLst>
          </p:cNvPr>
          <p:cNvGraphicFramePr>
            <a:graphicFrameLocks noGrp="1"/>
          </p:cNvGraphicFramePr>
          <p:nvPr>
            <p:ph sz="quarter" idx="14"/>
            <p:extLst>
              <p:ext uri="{D42A27DB-BD31-4B8C-83A1-F6EECF244321}">
                <p14:modId xmlns:p14="http://schemas.microsoft.com/office/powerpoint/2010/main" val="3305769132"/>
              </p:ext>
            </p:extLst>
          </p:nvPr>
        </p:nvGraphicFramePr>
        <p:xfrm>
          <a:off x="550863" y="1412875"/>
          <a:ext cx="11088000" cy="3024000"/>
        </p:xfrm>
        <a:graphic>
          <a:graphicData uri="http://schemas.openxmlformats.org/drawingml/2006/table">
            <a:tbl>
              <a:tblPr firstRow="1" lastRow="1" bandRow="1">
                <a:tableStyleId>{7DF18680-E054-41AD-8BC1-D1AEF772440D}</a:tableStyleId>
              </a:tblPr>
              <a:tblGrid>
                <a:gridCol w="4061940">
                  <a:extLst>
                    <a:ext uri="{9D8B030D-6E8A-4147-A177-3AD203B41FA5}">
                      <a16:colId xmlns:a16="http://schemas.microsoft.com/office/drawing/2014/main" val="1769844049"/>
                    </a:ext>
                  </a:extLst>
                </a:gridCol>
                <a:gridCol w="1756515">
                  <a:extLst>
                    <a:ext uri="{9D8B030D-6E8A-4147-A177-3AD203B41FA5}">
                      <a16:colId xmlns:a16="http://schemas.microsoft.com/office/drawing/2014/main" val="2364740371"/>
                    </a:ext>
                  </a:extLst>
                </a:gridCol>
                <a:gridCol w="1756515">
                  <a:extLst>
                    <a:ext uri="{9D8B030D-6E8A-4147-A177-3AD203B41FA5}">
                      <a16:colId xmlns:a16="http://schemas.microsoft.com/office/drawing/2014/main" val="2677269424"/>
                    </a:ext>
                  </a:extLst>
                </a:gridCol>
                <a:gridCol w="1756515">
                  <a:extLst>
                    <a:ext uri="{9D8B030D-6E8A-4147-A177-3AD203B41FA5}">
                      <a16:colId xmlns:a16="http://schemas.microsoft.com/office/drawing/2014/main" val="1173394703"/>
                    </a:ext>
                  </a:extLst>
                </a:gridCol>
                <a:gridCol w="1756515">
                  <a:extLst>
                    <a:ext uri="{9D8B030D-6E8A-4147-A177-3AD203B41FA5}">
                      <a16:colId xmlns:a16="http://schemas.microsoft.com/office/drawing/2014/main" val="1624982201"/>
                    </a:ext>
                  </a:extLst>
                </a:gridCol>
              </a:tblGrid>
              <a:tr h="504000">
                <a:tc>
                  <a:txBody>
                    <a:bodyPr/>
                    <a:lstStyle/>
                    <a:p>
                      <a:endParaRPr lang="en-CA" sz="1400" dirty="0"/>
                    </a:p>
                  </a:txBody>
                  <a:tcPr marL="108000" marR="108000" anchor="ctr">
                    <a:lnB w="38100" cmpd="sng">
                      <a:noFill/>
                    </a:lnB>
                    <a:solidFill>
                      <a:schemeClr val="accent1"/>
                    </a:solidFill>
                  </a:tcPr>
                </a:tc>
                <a:tc>
                  <a:txBody>
                    <a:bodyPr/>
                    <a:lstStyle/>
                    <a:p>
                      <a:pPr marL="0" indent="0" algn="r"/>
                      <a:r>
                        <a:rPr lang="en-CA" sz="2000" noProof="0" dirty="0">
                          <a:solidFill>
                            <a:schemeClr val="bg1"/>
                          </a:solidFill>
                          <a:latin typeface="+mj-lt"/>
                        </a:rPr>
                        <a:t>FY</a:t>
                      </a:r>
                      <a:endParaRPr lang="en-CA" sz="2000" noProof="0" dirty="0">
                        <a:solidFill>
                          <a:schemeClr val="bg1"/>
                        </a:solidFill>
                        <a:latin typeface="+mj-lt"/>
                        <a:cs typeface="+mn-cs"/>
                      </a:endParaRPr>
                    </a:p>
                  </a:txBody>
                  <a:tcPr marL="144000" marR="216000" marT="85725" marB="42863" anchor="ctr">
                    <a:lnB w="38100" cmpd="sng">
                      <a:noFill/>
                    </a:lnB>
                    <a:solidFill>
                      <a:schemeClr val="accent1"/>
                    </a:solidFill>
                  </a:tcPr>
                </a:tc>
                <a:tc>
                  <a:txBody>
                    <a:bodyPr/>
                    <a:lstStyle/>
                    <a:p>
                      <a:pPr algn="r"/>
                      <a:r>
                        <a:rPr lang="en-CA" sz="2000" noProof="0" dirty="0">
                          <a:solidFill>
                            <a:schemeClr val="bg1"/>
                          </a:solidFill>
                          <a:latin typeface="+mj-lt"/>
                        </a:rPr>
                        <a:t>FY</a:t>
                      </a:r>
                      <a:endParaRPr lang="en-CA" sz="2000" noProof="0" dirty="0">
                        <a:solidFill>
                          <a:schemeClr val="bg1"/>
                        </a:solidFill>
                        <a:latin typeface="+mj-lt"/>
                        <a:cs typeface="+mn-cs"/>
                      </a:endParaRPr>
                    </a:p>
                  </a:txBody>
                  <a:tcPr marL="144000" marR="216000" marT="85725" marB="42863" anchor="ctr">
                    <a:lnB w="38100" cmpd="sng">
                      <a:noFill/>
                    </a:lnB>
                    <a:solidFill>
                      <a:schemeClr val="accent1"/>
                    </a:solidFill>
                  </a:tcPr>
                </a:tc>
                <a:tc>
                  <a:txBody>
                    <a:bodyPr/>
                    <a:lstStyle/>
                    <a:p>
                      <a:pPr algn="r"/>
                      <a:r>
                        <a:rPr lang="en-CA" sz="2000" noProof="0" dirty="0">
                          <a:solidFill>
                            <a:schemeClr val="bg1"/>
                          </a:solidFill>
                          <a:latin typeface="+mj-lt"/>
                        </a:rPr>
                        <a:t>FY</a:t>
                      </a:r>
                      <a:endParaRPr lang="en-CA" sz="2000" noProof="0" dirty="0">
                        <a:solidFill>
                          <a:schemeClr val="bg1"/>
                        </a:solidFill>
                        <a:latin typeface="+mj-lt"/>
                        <a:cs typeface="+mn-cs"/>
                      </a:endParaRPr>
                    </a:p>
                  </a:txBody>
                  <a:tcPr marL="144000" marR="216000" marT="85725" marB="42863" anchor="ctr">
                    <a:lnB w="38100" cmpd="sng">
                      <a:noFill/>
                    </a:lnB>
                    <a:solidFill>
                      <a:schemeClr val="accent1"/>
                    </a:solidFill>
                  </a:tcPr>
                </a:tc>
                <a:tc>
                  <a:txBody>
                    <a:bodyPr/>
                    <a:lstStyle/>
                    <a:p>
                      <a:pPr algn="r"/>
                      <a:r>
                        <a:rPr lang="en-CA" sz="2000" noProof="0" dirty="0">
                          <a:solidFill>
                            <a:schemeClr val="bg1"/>
                          </a:solidFill>
                          <a:latin typeface="+mj-lt"/>
                        </a:rPr>
                        <a:t>FY</a:t>
                      </a:r>
                      <a:endParaRPr lang="en-CA" sz="2000" noProof="0" dirty="0">
                        <a:solidFill>
                          <a:schemeClr val="bg1"/>
                        </a:solidFill>
                        <a:latin typeface="+mj-lt"/>
                        <a:cs typeface="+mn-cs"/>
                      </a:endParaRPr>
                    </a:p>
                  </a:txBody>
                  <a:tcPr marL="144000" marR="216000" marT="85725" marB="42863" anchor="ctr">
                    <a:lnB w="38100" cmpd="sng">
                      <a:noFill/>
                    </a:lnB>
                    <a:solidFill>
                      <a:schemeClr val="accent1"/>
                    </a:solidFill>
                  </a:tcPr>
                </a:tc>
                <a:extLst>
                  <a:ext uri="{0D108BD9-81ED-4DB2-BD59-A6C34878D82A}">
                    <a16:rowId xmlns:a16="http://schemas.microsoft.com/office/drawing/2014/main" val="2393884006"/>
                  </a:ext>
                </a:extLst>
              </a:tr>
              <a:tr h="504000">
                <a:tc>
                  <a:txBody>
                    <a:bodyPr/>
                    <a:lstStyle/>
                    <a:p>
                      <a:r>
                        <a:rPr lang="en-CA" sz="1800" b="1" noProof="0" dirty="0">
                          <a:solidFill>
                            <a:schemeClr val="tx2"/>
                          </a:solidFill>
                        </a:rPr>
                        <a:t>Row header</a:t>
                      </a:r>
                    </a:p>
                  </a:txBody>
                  <a:tcPr marL="108000" marR="108000" marT="72000" marB="72000" anchor="ctr">
                    <a:lnT w="38100" cmpd="sng">
                      <a:noFill/>
                    </a:lnT>
                    <a:lnB w="12700" cmpd="sng">
                      <a:noFill/>
                    </a:lnB>
                  </a:tcPr>
                </a:tc>
                <a:tc>
                  <a:txBody>
                    <a:bodyPr/>
                    <a:lstStyle/>
                    <a:p>
                      <a:pPr algn="r"/>
                      <a:r>
                        <a:rPr lang="en-CA" sz="1600" noProof="0" dirty="0">
                          <a:solidFill>
                            <a:schemeClr val="tx2"/>
                          </a:solidFill>
                          <a:latin typeface="+mn-lt"/>
                        </a:rPr>
                        <a:t>XX.XX</a:t>
                      </a:r>
                      <a:endParaRPr lang="en-CA" sz="1600" noProof="0" dirty="0">
                        <a:solidFill>
                          <a:schemeClr val="tx2"/>
                        </a:solidFill>
                        <a:latin typeface="+mn-lt"/>
                        <a:cs typeface="+mn-cs"/>
                      </a:endParaRPr>
                    </a:p>
                  </a:txBody>
                  <a:tcPr marL="144000" marR="216000" marT="72000" marB="72000" anchor="ctr">
                    <a:lnT w="38100" cmpd="sng">
                      <a:noFill/>
                    </a:lnT>
                    <a:lnB w="12700" cmpd="sng">
                      <a:noFill/>
                    </a:lnB>
                  </a:tcPr>
                </a:tc>
                <a:tc>
                  <a:txBody>
                    <a:bodyPr/>
                    <a:lstStyle/>
                    <a:p>
                      <a:pPr algn="r"/>
                      <a:r>
                        <a:rPr lang="en-CA" sz="1600" noProof="0" dirty="0">
                          <a:solidFill>
                            <a:schemeClr val="tx2"/>
                          </a:solidFill>
                          <a:latin typeface="+mn-lt"/>
                        </a:rPr>
                        <a:t>XX.XX</a:t>
                      </a:r>
                      <a:endParaRPr lang="en-CA" sz="1600" noProof="0" dirty="0">
                        <a:solidFill>
                          <a:schemeClr val="tx2"/>
                        </a:solidFill>
                        <a:latin typeface="+mn-lt"/>
                        <a:cs typeface="+mn-cs"/>
                      </a:endParaRPr>
                    </a:p>
                  </a:txBody>
                  <a:tcPr marL="144000" marR="216000" marT="72000" marB="72000" anchor="ctr">
                    <a:lnT w="38100" cmpd="sng">
                      <a:noFill/>
                    </a:lnT>
                    <a:lnB w="12700" cmpd="sng">
                      <a:noFill/>
                    </a:lnB>
                  </a:tcPr>
                </a:tc>
                <a:tc>
                  <a:txBody>
                    <a:bodyPr/>
                    <a:lstStyle/>
                    <a:p>
                      <a:pPr algn="r"/>
                      <a:r>
                        <a:rPr lang="en-CA" sz="1600" noProof="0" dirty="0">
                          <a:solidFill>
                            <a:schemeClr val="tx2"/>
                          </a:solidFill>
                          <a:latin typeface="+mn-lt"/>
                        </a:rPr>
                        <a:t>XX.XX</a:t>
                      </a:r>
                      <a:endParaRPr lang="en-CA" sz="1600" noProof="0" dirty="0">
                        <a:solidFill>
                          <a:schemeClr val="tx2"/>
                        </a:solidFill>
                        <a:latin typeface="+mn-lt"/>
                        <a:cs typeface="+mn-cs"/>
                      </a:endParaRPr>
                    </a:p>
                  </a:txBody>
                  <a:tcPr marL="144000" marR="216000" marT="72000" marB="72000" anchor="ctr">
                    <a:lnT w="38100" cmpd="sng">
                      <a:noFill/>
                    </a:lnT>
                    <a:lnB w="12700" cmpd="sng">
                      <a:noFill/>
                    </a:lnB>
                  </a:tcPr>
                </a:tc>
                <a:tc>
                  <a:txBody>
                    <a:bodyPr/>
                    <a:lstStyle/>
                    <a:p>
                      <a:pPr algn="r"/>
                      <a:r>
                        <a:rPr lang="en-CA" sz="1600" noProof="0" dirty="0">
                          <a:solidFill>
                            <a:schemeClr val="tx2"/>
                          </a:solidFill>
                          <a:latin typeface="+mn-lt"/>
                        </a:rPr>
                        <a:t>XX.XX</a:t>
                      </a:r>
                      <a:endParaRPr lang="en-CA" sz="1600" noProof="0" dirty="0">
                        <a:solidFill>
                          <a:schemeClr val="tx2"/>
                        </a:solidFill>
                        <a:latin typeface="+mn-lt"/>
                        <a:cs typeface="+mn-cs"/>
                      </a:endParaRPr>
                    </a:p>
                  </a:txBody>
                  <a:tcPr marL="144000" marR="216000" marT="72000" marB="72000" anchor="ctr">
                    <a:lnT w="38100" cmpd="sng">
                      <a:noFill/>
                    </a:lnT>
                    <a:lnB w="12700" cmpd="sng">
                      <a:noFill/>
                    </a:lnB>
                  </a:tcPr>
                </a:tc>
                <a:extLst>
                  <a:ext uri="{0D108BD9-81ED-4DB2-BD59-A6C34878D82A}">
                    <a16:rowId xmlns:a16="http://schemas.microsoft.com/office/drawing/2014/main" val="3061146396"/>
                  </a:ext>
                </a:extLst>
              </a:tr>
              <a:tr h="504000">
                <a:tc>
                  <a:txBody>
                    <a:bodyPr/>
                    <a:lstStyle/>
                    <a:p>
                      <a:r>
                        <a:rPr lang="en-CA" sz="1800" b="1" noProof="0" dirty="0">
                          <a:solidFill>
                            <a:schemeClr val="tx2"/>
                          </a:solidFill>
                        </a:rPr>
                        <a:t>Row header</a:t>
                      </a:r>
                    </a:p>
                  </a:txBody>
                  <a:tcPr marL="108000" marR="108000" marT="72000" marB="72000" anchor="ctr">
                    <a:lnT w="12700" cmpd="sng">
                      <a:noFill/>
                    </a:lnT>
                    <a:lnB w="12700" cmpd="sng">
                      <a:noFill/>
                    </a:lnB>
                  </a:tcPr>
                </a:tc>
                <a:tc>
                  <a:txBody>
                    <a:bodyPr/>
                    <a:lstStyle/>
                    <a:p>
                      <a:pPr algn="r"/>
                      <a:r>
                        <a:rPr lang="en-CA" sz="1600" noProof="0" dirty="0">
                          <a:solidFill>
                            <a:schemeClr val="tx2"/>
                          </a:solidFill>
                          <a:latin typeface="+mn-lt"/>
                        </a:rPr>
                        <a:t>XX.XX</a:t>
                      </a:r>
                      <a:endParaRPr lang="en-CA" sz="1600" noProof="0" dirty="0">
                        <a:solidFill>
                          <a:schemeClr val="tx2"/>
                        </a:solidFill>
                        <a:latin typeface="+mn-lt"/>
                        <a:cs typeface="+mn-cs"/>
                      </a:endParaRPr>
                    </a:p>
                  </a:txBody>
                  <a:tcPr marL="144000" marR="216000" marT="72000" marB="72000" anchor="ctr">
                    <a:lnT w="12700" cmpd="sng">
                      <a:noFill/>
                    </a:lnT>
                    <a:lnB w="12700" cmpd="sng">
                      <a:noFill/>
                    </a:lnB>
                  </a:tcPr>
                </a:tc>
                <a:tc>
                  <a:txBody>
                    <a:bodyPr/>
                    <a:lstStyle/>
                    <a:p>
                      <a:pPr algn="r"/>
                      <a:r>
                        <a:rPr lang="en-CA" sz="1600" noProof="0" dirty="0">
                          <a:solidFill>
                            <a:schemeClr val="tx2"/>
                          </a:solidFill>
                          <a:latin typeface="+mn-lt"/>
                        </a:rPr>
                        <a:t>XX.XX</a:t>
                      </a:r>
                      <a:endParaRPr lang="en-CA" sz="1600" noProof="0" dirty="0">
                        <a:solidFill>
                          <a:schemeClr val="tx2"/>
                        </a:solidFill>
                        <a:latin typeface="+mn-lt"/>
                        <a:cs typeface="+mn-cs"/>
                      </a:endParaRPr>
                    </a:p>
                  </a:txBody>
                  <a:tcPr marL="144000" marR="216000" marT="72000" marB="72000" anchor="ctr">
                    <a:lnT w="12700" cmpd="sng">
                      <a:noFill/>
                    </a:lnT>
                    <a:lnB w="12700" cmpd="sng">
                      <a:noFill/>
                    </a:lnB>
                  </a:tcPr>
                </a:tc>
                <a:tc>
                  <a:txBody>
                    <a:bodyPr/>
                    <a:lstStyle/>
                    <a:p>
                      <a:pPr algn="r"/>
                      <a:r>
                        <a:rPr lang="en-CA" sz="1600" noProof="0" dirty="0">
                          <a:solidFill>
                            <a:schemeClr val="tx2"/>
                          </a:solidFill>
                          <a:latin typeface="+mn-lt"/>
                        </a:rPr>
                        <a:t>XX.XX</a:t>
                      </a:r>
                      <a:endParaRPr lang="en-CA" sz="1600" noProof="0" dirty="0">
                        <a:solidFill>
                          <a:schemeClr val="tx2"/>
                        </a:solidFill>
                        <a:latin typeface="+mn-lt"/>
                        <a:cs typeface="+mn-cs"/>
                      </a:endParaRPr>
                    </a:p>
                  </a:txBody>
                  <a:tcPr marL="144000" marR="216000" marT="72000" marB="72000" anchor="ctr">
                    <a:lnT w="12700" cmpd="sng">
                      <a:noFill/>
                    </a:lnT>
                    <a:lnB w="12700" cmpd="sng">
                      <a:noFill/>
                    </a:lnB>
                  </a:tcPr>
                </a:tc>
                <a:tc>
                  <a:txBody>
                    <a:bodyPr/>
                    <a:lstStyle/>
                    <a:p>
                      <a:pPr algn="r"/>
                      <a:r>
                        <a:rPr lang="en-CA" sz="1600" noProof="0" dirty="0">
                          <a:solidFill>
                            <a:schemeClr val="tx2"/>
                          </a:solidFill>
                          <a:latin typeface="+mn-lt"/>
                        </a:rPr>
                        <a:t>XX.XX</a:t>
                      </a:r>
                      <a:endParaRPr lang="en-CA" sz="1600" noProof="0" dirty="0">
                        <a:solidFill>
                          <a:schemeClr val="tx2"/>
                        </a:solidFill>
                        <a:latin typeface="+mn-lt"/>
                        <a:cs typeface="+mn-cs"/>
                      </a:endParaRPr>
                    </a:p>
                  </a:txBody>
                  <a:tcPr marL="144000" marR="216000" marT="72000" marB="72000" anchor="ctr">
                    <a:lnT w="12700" cmpd="sng">
                      <a:noFill/>
                    </a:lnT>
                    <a:lnB w="12700" cmpd="sng">
                      <a:noFill/>
                    </a:lnB>
                  </a:tcPr>
                </a:tc>
                <a:extLst>
                  <a:ext uri="{0D108BD9-81ED-4DB2-BD59-A6C34878D82A}">
                    <a16:rowId xmlns:a16="http://schemas.microsoft.com/office/drawing/2014/main" val="3450216670"/>
                  </a:ext>
                </a:extLst>
              </a:tr>
              <a:tr h="504000">
                <a:tc>
                  <a:txBody>
                    <a:bodyPr/>
                    <a:lstStyle/>
                    <a:p>
                      <a:r>
                        <a:rPr lang="en-CA" sz="1800" b="1" noProof="0" dirty="0">
                          <a:solidFill>
                            <a:schemeClr val="tx2"/>
                          </a:solidFill>
                        </a:rPr>
                        <a:t>Row header</a:t>
                      </a:r>
                    </a:p>
                  </a:txBody>
                  <a:tcPr marL="108000" marR="108000" marT="72000" marB="72000" anchor="ctr">
                    <a:lnT w="12700" cmpd="sng">
                      <a:noFill/>
                    </a:lnT>
                    <a:lnB w="12700" cmpd="sng">
                      <a:noFill/>
                    </a:lnB>
                  </a:tcPr>
                </a:tc>
                <a:tc>
                  <a:txBody>
                    <a:bodyPr/>
                    <a:lstStyle/>
                    <a:p>
                      <a:pPr algn="r"/>
                      <a:r>
                        <a:rPr lang="en-CA" sz="1600" noProof="0" dirty="0">
                          <a:solidFill>
                            <a:schemeClr val="tx2"/>
                          </a:solidFill>
                          <a:latin typeface="+mn-lt"/>
                        </a:rPr>
                        <a:t>XX.XX</a:t>
                      </a:r>
                      <a:endParaRPr lang="en-CA" sz="1600" noProof="0" dirty="0">
                        <a:solidFill>
                          <a:schemeClr val="tx2"/>
                        </a:solidFill>
                        <a:latin typeface="+mn-lt"/>
                        <a:cs typeface="+mn-cs"/>
                      </a:endParaRPr>
                    </a:p>
                  </a:txBody>
                  <a:tcPr marL="144000" marR="216000" marT="72000" marB="72000" anchor="ctr">
                    <a:lnT w="12700" cmpd="sng">
                      <a:noFill/>
                    </a:lnT>
                    <a:lnB w="12700" cmpd="sng">
                      <a:noFill/>
                    </a:lnB>
                  </a:tcPr>
                </a:tc>
                <a:tc>
                  <a:txBody>
                    <a:bodyPr/>
                    <a:lstStyle/>
                    <a:p>
                      <a:pPr algn="r"/>
                      <a:r>
                        <a:rPr lang="en-CA" sz="1600" noProof="0" dirty="0">
                          <a:solidFill>
                            <a:schemeClr val="tx2"/>
                          </a:solidFill>
                          <a:latin typeface="+mn-lt"/>
                        </a:rPr>
                        <a:t>XX.XX</a:t>
                      </a:r>
                      <a:endParaRPr lang="en-CA" sz="1600" noProof="0" dirty="0">
                        <a:solidFill>
                          <a:schemeClr val="tx2"/>
                        </a:solidFill>
                        <a:latin typeface="+mn-lt"/>
                        <a:cs typeface="+mn-cs"/>
                      </a:endParaRPr>
                    </a:p>
                  </a:txBody>
                  <a:tcPr marL="144000" marR="216000" marT="72000" marB="72000" anchor="ctr">
                    <a:lnT w="12700" cmpd="sng">
                      <a:noFill/>
                    </a:lnT>
                    <a:lnB w="12700" cmpd="sng">
                      <a:noFill/>
                    </a:lnB>
                  </a:tcPr>
                </a:tc>
                <a:tc>
                  <a:txBody>
                    <a:bodyPr/>
                    <a:lstStyle/>
                    <a:p>
                      <a:pPr algn="r"/>
                      <a:r>
                        <a:rPr lang="en-CA" sz="1600" noProof="0" dirty="0">
                          <a:solidFill>
                            <a:schemeClr val="tx2"/>
                          </a:solidFill>
                          <a:latin typeface="+mn-lt"/>
                        </a:rPr>
                        <a:t>XX.XX</a:t>
                      </a:r>
                      <a:endParaRPr lang="en-CA" sz="1600" noProof="0" dirty="0">
                        <a:solidFill>
                          <a:schemeClr val="tx2"/>
                        </a:solidFill>
                        <a:latin typeface="+mn-lt"/>
                        <a:cs typeface="+mn-cs"/>
                      </a:endParaRPr>
                    </a:p>
                  </a:txBody>
                  <a:tcPr marL="144000" marR="216000" marT="72000" marB="72000" anchor="ctr">
                    <a:lnT w="12700" cmpd="sng">
                      <a:noFill/>
                    </a:lnT>
                    <a:lnB w="12700" cmpd="sng">
                      <a:noFill/>
                    </a:lnB>
                  </a:tcPr>
                </a:tc>
                <a:tc>
                  <a:txBody>
                    <a:bodyPr/>
                    <a:lstStyle/>
                    <a:p>
                      <a:pPr algn="r"/>
                      <a:r>
                        <a:rPr lang="en-CA" sz="1600" noProof="0" dirty="0">
                          <a:solidFill>
                            <a:schemeClr val="tx2"/>
                          </a:solidFill>
                          <a:latin typeface="+mn-lt"/>
                        </a:rPr>
                        <a:t>XX.XX</a:t>
                      </a:r>
                      <a:endParaRPr lang="en-CA" sz="1600" noProof="0" dirty="0">
                        <a:solidFill>
                          <a:schemeClr val="tx2"/>
                        </a:solidFill>
                        <a:latin typeface="+mn-lt"/>
                        <a:cs typeface="+mn-cs"/>
                      </a:endParaRPr>
                    </a:p>
                  </a:txBody>
                  <a:tcPr marL="144000" marR="216000" marT="72000" marB="72000" anchor="ctr">
                    <a:lnT w="12700" cmpd="sng">
                      <a:noFill/>
                    </a:lnT>
                    <a:lnB w="12700" cmpd="sng">
                      <a:noFill/>
                    </a:lnB>
                  </a:tcPr>
                </a:tc>
                <a:extLst>
                  <a:ext uri="{0D108BD9-81ED-4DB2-BD59-A6C34878D82A}">
                    <a16:rowId xmlns:a16="http://schemas.microsoft.com/office/drawing/2014/main" val="3925780514"/>
                  </a:ext>
                </a:extLst>
              </a:tr>
              <a:tr h="504000">
                <a:tc>
                  <a:txBody>
                    <a:bodyPr/>
                    <a:lstStyle/>
                    <a:p>
                      <a:r>
                        <a:rPr lang="en-CA" sz="1800" b="1" noProof="0" dirty="0">
                          <a:solidFill>
                            <a:schemeClr val="tx2"/>
                          </a:solidFill>
                        </a:rPr>
                        <a:t>Row header</a:t>
                      </a:r>
                    </a:p>
                  </a:txBody>
                  <a:tcPr marL="108000" marR="108000" marT="72000" marB="72000" anchor="ctr">
                    <a:lnT w="12700" cmpd="sng">
                      <a:noFill/>
                    </a:lnT>
                    <a:lnB w="12700" cap="flat" cmpd="sng" algn="ctr">
                      <a:solidFill>
                        <a:schemeClr val="accent1"/>
                      </a:solidFill>
                      <a:prstDash val="solid"/>
                      <a:round/>
                      <a:headEnd type="none" w="med" len="med"/>
                      <a:tailEnd type="none" w="med" len="med"/>
                    </a:lnB>
                  </a:tcPr>
                </a:tc>
                <a:tc>
                  <a:txBody>
                    <a:bodyPr/>
                    <a:lstStyle/>
                    <a:p>
                      <a:pPr algn="r"/>
                      <a:r>
                        <a:rPr lang="en-CA" sz="1600" noProof="0" dirty="0">
                          <a:solidFill>
                            <a:schemeClr val="tx2"/>
                          </a:solidFill>
                          <a:latin typeface="+mn-lt"/>
                        </a:rPr>
                        <a:t>XX.XX</a:t>
                      </a:r>
                      <a:endParaRPr lang="en-CA" sz="1600" noProof="0" dirty="0">
                        <a:solidFill>
                          <a:schemeClr val="tx2"/>
                        </a:solidFill>
                        <a:latin typeface="+mn-lt"/>
                        <a:cs typeface="+mn-cs"/>
                      </a:endParaRPr>
                    </a:p>
                  </a:txBody>
                  <a:tcPr marL="144000" marR="216000" marT="72000" marB="72000" anchor="ctr">
                    <a:lnT w="12700" cmpd="sng">
                      <a:noFill/>
                    </a:lnT>
                    <a:lnB w="12700" cap="flat" cmpd="sng" algn="ctr">
                      <a:solidFill>
                        <a:schemeClr val="accent1"/>
                      </a:solidFill>
                      <a:prstDash val="solid"/>
                      <a:round/>
                      <a:headEnd type="none" w="med" len="med"/>
                      <a:tailEnd type="none" w="med" len="med"/>
                    </a:lnB>
                  </a:tcPr>
                </a:tc>
                <a:tc>
                  <a:txBody>
                    <a:bodyPr/>
                    <a:lstStyle/>
                    <a:p>
                      <a:pPr algn="r"/>
                      <a:r>
                        <a:rPr lang="en-CA" sz="1600" noProof="0" dirty="0">
                          <a:solidFill>
                            <a:schemeClr val="tx2"/>
                          </a:solidFill>
                          <a:latin typeface="+mn-lt"/>
                        </a:rPr>
                        <a:t>XX.XX</a:t>
                      </a:r>
                      <a:endParaRPr lang="en-CA" sz="1600" noProof="0" dirty="0">
                        <a:solidFill>
                          <a:schemeClr val="tx2"/>
                        </a:solidFill>
                        <a:latin typeface="+mn-lt"/>
                        <a:cs typeface="+mn-cs"/>
                      </a:endParaRPr>
                    </a:p>
                  </a:txBody>
                  <a:tcPr marL="144000" marR="216000" marT="72000" marB="72000" anchor="ctr">
                    <a:lnT w="12700" cmpd="sng">
                      <a:noFill/>
                    </a:lnT>
                    <a:lnB w="12700" cap="flat" cmpd="sng" algn="ctr">
                      <a:solidFill>
                        <a:schemeClr val="accent1"/>
                      </a:solidFill>
                      <a:prstDash val="solid"/>
                      <a:round/>
                      <a:headEnd type="none" w="med" len="med"/>
                      <a:tailEnd type="none" w="med" len="med"/>
                    </a:lnB>
                  </a:tcPr>
                </a:tc>
                <a:tc>
                  <a:txBody>
                    <a:bodyPr/>
                    <a:lstStyle/>
                    <a:p>
                      <a:pPr algn="r"/>
                      <a:r>
                        <a:rPr lang="en-CA" sz="1600" noProof="0" dirty="0">
                          <a:solidFill>
                            <a:schemeClr val="tx2"/>
                          </a:solidFill>
                          <a:latin typeface="+mn-lt"/>
                        </a:rPr>
                        <a:t>XX.XX</a:t>
                      </a:r>
                      <a:endParaRPr lang="en-CA" sz="1600" noProof="0" dirty="0">
                        <a:solidFill>
                          <a:schemeClr val="tx2"/>
                        </a:solidFill>
                        <a:latin typeface="+mn-lt"/>
                        <a:cs typeface="+mn-cs"/>
                      </a:endParaRPr>
                    </a:p>
                  </a:txBody>
                  <a:tcPr marL="144000" marR="216000" marT="72000" marB="72000" anchor="ctr">
                    <a:lnT w="12700" cmpd="sng">
                      <a:noFill/>
                    </a:lnT>
                    <a:lnB w="12700" cap="flat" cmpd="sng" algn="ctr">
                      <a:solidFill>
                        <a:schemeClr val="accent1"/>
                      </a:solidFill>
                      <a:prstDash val="solid"/>
                      <a:round/>
                      <a:headEnd type="none" w="med" len="med"/>
                      <a:tailEnd type="none" w="med" len="med"/>
                    </a:lnB>
                  </a:tcPr>
                </a:tc>
                <a:tc>
                  <a:txBody>
                    <a:bodyPr/>
                    <a:lstStyle/>
                    <a:p>
                      <a:pPr algn="r"/>
                      <a:r>
                        <a:rPr lang="en-CA" sz="1600" noProof="0" dirty="0">
                          <a:solidFill>
                            <a:schemeClr val="tx2"/>
                          </a:solidFill>
                          <a:latin typeface="+mn-lt"/>
                        </a:rPr>
                        <a:t>XX.XX</a:t>
                      </a:r>
                      <a:endParaRPr lang="en-CA" sz="1600" noProof="0" dirty="0">
                        <a:solidFill>
                          <a:schemeClr val="tx2"/>
                        </a:solidFill>
                        <a:latin typeface="+mn-lt"/>
                        <a:cs typeface="+mn-cs"/>
                      </a:endParaRPr>
                    </a:p>
                  </a:txBody>
                  <a:tcPr marL="144000" marR="216000" marT="72000" marB="72000" anchor="ctr">
                    <a:lnT w="12700" cmpd="sng">
                      <a:noFill/>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893489908"/>
                  </a:ext>
                </a:extLst>
              </a:tr>
              <a:tr h="504000">
                <a:tc>
                  <a:txBody>
                    <a:bodyPr/>
                    <a:lstStyle/>
                    <a:p>
                      <a:r>
                        <a:rPr lang="en-CA" sz="1800" b="1" noProof="0" dirty="0">
                          <a:solidFill>
                            <a:schemeClr val="tx2"/>
                          </a:solidFill>
                          <a:latin typeface="+mn-lt"/>
                        </a:rPr>
                        <a:t>TOTAL</a:t>
                      </a:r>
                      <a:endParaRPr lang="en-CA" sz="1800" b="1" noProof="0" dirty="0">
                        <a:solidFill>
                          <a:schemeClr val="tx2"/>
                        </a:solidFill>
                        <a:latin typeface="+mn-lt"/>
                        <a:cs typeface="+mn-cs"/>
                      </a:endParaRPr>
                    </a:p>
                  </a:txBody>
                  <a:tcPr marL="108000" marR="108000" marT="72000" marB="7200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5"/>
                    </a:solidFill>
                  </a:tcPr>
                </a:tc>
                <a:tc>
                  <a:txBody>
                    <a:bodyPr/>
                    <a:lstStyle/>
                    <a:p>
                      <a:pPr algn="r"/>
                      <a:r>
                        <a:rPr lang="en-CA" sz="1600" b="1" noProof="0" dirty="0">
                          <a:solidFill>
                            <a:schemeClr val="tx2"/>
                          </a:solidFill>
                          <a:latin typeface="+mn-lt"/>
                        </a:rPr>
                        <a:t>XX.XX</a:t>
                      </a:r>
                      <a:endParaRPr lang="en-CA" sz="1600" b="1" noProof="0" dirty="0">
                        <a:solidFill>
                          <a:schemeClr val="tx2"/>
                        </a:solidFill>
                        <a:latin typeface="+mn-lt"/>
                        <a:cs typeface="+mn-cs"/>
                      </a:endParaRPr>
                    </a:p>
                  </a:txBody>
                  <a:tcPr marL="144000" marR="216000" marT="72000" marB="7200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5"/>
                    </a:solidFill>
                  </a:tcPr>
                </a:tc>
                <a:tc>
                  <a:txBody>
                    <a:bodyPr/>
                    <a:lstStyle/>
                    <a:p>
                      <a:pPr algn="r"/>
                      <a:r>
                        <a:rPr lang="en-CA" sz="1600" b="1" noProof="0" dirty="0">
                          <a:solidFill>
                            <a:schemeClr val="tx2"/>
                          </a:solidFill>
                          <a:latin typeface="+mn-lt"/>
                        </a:rPr>
                        <a:t>XX.XX</a:t>
                      </a:r>
                      <a:endParaRPr lang="en-CA" sz="1600" b="1" noProof="0" dirty="0">
                        <a:solidFill>
                          <a:schemeClr val="tx2"/>
                        </a:solidFill>
                        <a:latin typeface="+mn-lt"/>
                        <a:cs typeface="+mn-cs"/>
                      </a:endParaRPr>
                    </a:p>
                  </a:txBody>
                  <a:tcPr marL="144000" marR="216000" marT="72000" marB="7200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5"/>
                    </a:solidFill>
                  </a:tcPr>
                </a:tc>
                <a:tc>
                  <a:txBody>
                    <a:bodyPr/>
                    <a:lstStyle/>
                    <a:p>
                      <a:pPr algn="r"/>
                      <a:r>
                        <a:rPr lang="en-CA" sz="1600" b="1" noProof="0" dirty="0">
                          <a:solidFill>
                            <a:schemeClr val="tx2"/>
                          </a:solidFill>
                          <a:latin typeface="+mn-lt"/>
                        </a:rPr>
                        <a:t>XX.XX</a:t>
                      </a:r>
                      <a:endParaRPr lang="en-CA" sz="1600" b="1" noProof="0" dirty="0">
                        <a:solidFill>
                          <a:schemeClr val="tx2"/>
                        </a:solidFill>
                        <a:latin typeface="+mn-lt"/>
                        <a:cs typeface="+mn-cs"/>
                      </a:endParaRPr>
                    </a:p>
                  </a:txBody>
                  <a:tcPr marL="144000" marR="216000" marT="72000" marB="7200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5"/>
                    </a:solidFill>
                  </a:tcPr>
                </a:tc>
                <a:tc>
                  <a:txBody>
                    <a:bodyPr/>
                    <a:lstStyle/>
                    <a:p>
                      <a:pPr algn="r"/>
                      <a:r>
                        <a:rPr lang="en-CA" sz="1600" b="1" noProof="0" dirty="0">
                          <a:solidFill>
                            <a:schemeClr val="tx2"/>
                          </a:solidFill>
                          <a:latin typeface="+mn-lt"/>
                        </a:rPr>
                        <a:t>XX.XX</a:t>
                      </a:r>
                      <a:endParaRPr lang="en-CA" sz="1600" b="1" noProof="0" dirty="0">
                        <a:solidFill>
                          <a:schemeClr val="tx2"/>
                        </a:solidFill>
                        <a:latin typeface="+mn-lt"/>
                        <a:cs typeface="+mn-cs"/>
                      </a:endParaRPr>
                    </a:p>
                  </a:txBody>
                  <a:tcPr marL="144000" marR="216000" marT="72000" marB="7200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5"/>
                    </a:solidFill>
                  </a:tcPr>
                </a:tc>
                <a:extLst>
                  <a:ext uri="{0D108BD9-81ED-4DB2-BD59-A6C34878D82A}">
                    <a16:rowId xmlns:a16="http://schemas.microsoft.com/office/drawing/2014/main" val="1106706073"/>
                  </a:ext>
                </a:extLst>
              </a:tr>
            </a:tbl>
          </a:graphicData>
        </a:graphic>
      </p:graphicFrame>
      <p:sp>
        <p:nvSpPr>
          <p:cNvPr id="8" name="Espace réservé du texte 7">
            <a:extLst>
              <a:ext uri="{FF2B5EF4-FFF2-40B4-BE49-F238E27FC236}">
                <a16:creationId xmlns:a16="http://schemas.microsoft.com/office/drawing/2014/main" id="{33CE6AF6-C5D8-EBAA-706B-D32CB9DBDCAF}"/>
              </a:ext>
            </a:extLst>
          </p:cNvPr>
          <p:cNvSpPr>
            <a:spLocks noGrp="1"/>
          </p:cNvSpPr>
          <p:nvPr>
            <p:ph type="body" sz="quarter" idx="15"/>
          </p:nvPr>
        </p:nvSpPr>
        <p:spPr/>
        <p:txBody>
          <a:bodyPr/>
          <a:lstStyle/>
          <a:p>
            <a:endParaRPr lang="en-CA" dirty="0"/>
          </a:p>
        </p:txBody>
      </p:sp>
    </p:spTree>
    <p:extLst>
      <p:ext uri="{BB962C8B-B14F-4D97-AF65-F5344CB8AC3E}">
        <p14:creationId xmlns:p14="http://schemas.microsoft.com/office/powerpoint/2010/main" val="1314785388"/>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re 18">
            <a:extLst>
              <a:ext uri="{FF2B5EF4-FFF2-40B4-BE49-F238E27FC236}">
                <a16:creationId xmlns:a16="http://schemas.microsoft.com/office/drawing/2014/main" id="{272D63E4-F0FF-49FB-A08A-8953AEEF9849}"/>
              </a:ext>
            </a:extLst>
          </p:cNvPr>
          <p:cNvSpPr>
            <a:spLocks noGrp="1"/>
          </p:cNvSpPr>
          <p:nvPr>
            <p:ph type="title"/>
          </p:nvPr>
        </p:nvSpPr>
        <p:spPr/>
        <p:txBody>
          <a:bodyPr/>
          <a:lstStyle/>
          <a:p>
            <a:r>
              <a:rPr lang="en-CA" dirty="0"/>
              <a:t>Process diagram in 3 steps</a:t>
            </a:r>
          </a:p>
        </p:txBody>
      </p:sp>
      <p:sp>
        <p:nvSpPr>
          <p:cNvPr id="3" name="Espace réservé du numéro de diapositive 2">
            <a:extLst>
              <a:ext uri="{FF2B5EF4-FFF2-40B4-BE49-F238E27FC236}">
                <a16:creationId xmlns:a16="http://schemas.microsoft.com/office/drawing/2014/main" id="{E43F78AB-2FBF-42EF-A9A7-32A0502F31EB}"/>
              </a:ext>
            </a:extLst>
          </p:cNvPr>
          <p:cNvSpPr>
            <a:spLocks noGrp="1"/>
          </p:cNvSpPr>
          <p:nvPr>
            <p:ph type="sldNum" sz="quarter" idx="10"/>
          </p:nvPr>
        </p:nvSpPr>
        <p:spPr/>
        <p:txBody>
          <a:bodyPr/>
          <a:lstStyle/>
          <a:p>
            <a:fld id="{9F13E4E3-EA9B-4FF8-B6C4-2516ED16E94E}" type="slidenum">
              <a:rPr lang="en-CA" smtClean="0"/>
              <a:pPr/>
              <a:t>14</a:t>
            </a:fld>
            <a:endParaRPr lang="en-CA" dirty="0"/>
          </a:p>
        </p:txBody>
      </p:sp>
      <p:sp>
        <p:nvSpPr>
          <p:cNvPr id="16" name="Espace réservé du texte 15">
            <a:extLst>
              <a:ext uri="{FF2B5EF4-FFF2-40B4-BE49-F238E27FC236}">
                <a16:creationId xmlns:a16="http://schemas.microsoft.com/office/drawing/2014/main" id="{E916710D-B0C7-EAEB-44CF-17AC9AFB43B2}"/>
              </a:ext>
            </a:extLst>
          </p:cNvPr>
          <p:cNvSpPr>
            <a:spLocks noGrp="1"/>
          </p:cNvSpPr>
          <p:nvPr>
            <p:ph type="body" sz="quarter" idx="12"/>
          </p:nvPr>
        </p:nvSpPr>
        <p:spPr/>
        <p:txBody>
          <a:bodyPr/>
          <a:lstStyle/>
          <a:p>
            <a:endParaRPr lang="en-CA" dirty="0"/>
          </a:p>
        </p:txBody>
      </p:sp>
      <p:sp>
        <p:nvSpPr>
          <p:cNvPr id="17" name="Espace réservé du texte 16">
            <a:extLst>
              <a:ext uri="{FF2B5EF4-FFF2-40B4-BE49-F238E27FC236}">
                <a16:creationId xmlns:a16="http://schemas.microsoft.com/office/drawing/2014/main" id="{25665E99-259D-64A2-0EDD-CF7563D4F2A2}"/>
              </a:ext>
            </a:extLst>
          </p:cNvPr>
          <p:cNvSpPr>
            <a:spLocks noGrp="1"/>
          </p:cNvSpPr>
          <p:nvPr>
            <p:ph type="body" sz="quarter" idx="27"/>
          </p:nvPr>
        </p:nvSpPr>
        <p:spPr/>
        <p:txBody>
          <a:bodyPr/>
          <a:lstStyle/>
          <a:p>
            <a:endParaRPr lang="en-CA" dirty="0"/>
          </a:p>
        </p:txBody>
      </p:sp>
      <p:sp>
        <p:nvSpPr>
          <p:cNvPr id="4" name="Espace réservé du texte 3">
            <a:extLst>
              <a:ext uri="{FF2B5EF4-FFF2-40B4-BE49-F238E27FC236}">
                <a16:creationId xmlns:a16="http://schemas.microsoft.com/office/drawing/2014/main" id="{8B0CCEE7-EAAA-483B-BFB8-6DC2DD7EF50C}"/>
              </a:ext>
            </a:extLst>
          </p:cNvPr>
          <p:cNvSpPr>
            <a:spLocks noGrp="1"/>
          </p:cNvSpPr>
          <p:nvPr>
            <p:ph type="body" sz="quarter" idx="11"/>
          </p:nvPr>
        </p:nvSpPr>
        <p:spPr/>
        <p:txBody>
          <a:bodyPr/>
          <a:lstStyle/>
          <a:p>
            <a:r>
              <a:rPr lang="en-CA" dirty="0"/>
              <a:t>1</a:t>
            </a:r>
            <a:br>
              <a:rPr lang="en-CA" dirty="0"/>
            </a:br>
            <a:r>
              <a:rPr lang="en-CA" dirty="0"/>
              <a:t>Step name</a:t>
            </a:r>
          </a:p>
        </p:txBody>
      </p:sp>
      <p:sp>
        <p:nvSpPr>
          <p:cNvPr id="5" name="Espace réservé du texte 4">
            <a:extLst>
              <a:ext uri="{FF2B5EF4-FFF2-40B4-BE49-F238E27FC236}">
                <a16:creationId xmlns:a16="http://schemas.microsoft.com/office/drawing/2014/main" id="{5EB6B0B4-4147-4B81-A7C9-5BFBF20C4470}"/>
              </a:ext>
            </a:extLst>
          </p:cNvPr>
          <p:cNvSpPr>
            <a:spLocks noGrp="1"/>
          </p:cNvSpPr>
          <p:nvPr>
            <p:ph type="body" sz="quarter" idx="17"/>
          </p:nvPr>
        </p:nvSpPr>
        <p:spPr/>
        <p:txBody>
          <a:bodyPr/>
          <a:lstStyle/>
          <a:p>
            <a:r>
              <a:rPr lang="en-CA" dirty="0"/>
              <a:t>2</a:t>
            </a:r>
            <a:br>
              <a:rPr lang="en-CA" dirty="0"/>
            </a:br>
            <a:r>
              <a:rPr lang="en-CA" dirty="0"/>
              <a:t>Step name</a:t>
            </a:r>
          </a:p>
        </p:txBody>
      </p:sp>
      <p:sp>
        <p:nvSpPr>
          <p:cNvPr id="6" name="Espace réservé du texte 5">
            <a:extLst>
              <a:ext uri="{FF2B5EF4-FFF2-40B4-BE49-F238E27FC236}">
                <a16:creationId xmlns:a16="http://schemas.microsoft.com/office/drawing/2014/main" id="{1E657633-DAF4-48C4-BC89-1D0C661EDB91}"/>
              </a:ext>
            </a:extLst>
          </p:cNvPr>
          <p:cNvSpPr>
            <a:spLocks noGrp="1"/>
          </p:cNvSpPr>
          <p:nvPr>
            <p:ph type="body" sz="quarter" idx="19"/>
          </p:nvPr>
        </p:nvSpPr>
        <p:spPr/>
        <p:txBody>
          <a:bodyPr/>
          <a:lstStyle/>
          <a:p>
            <a:r>
              <a:rPr lang="en-CA" dirty="0"/>
              <a:t>3</a:t>
            </a:r>
            <a:br>
              <a:rPr lang="en-CA" dirty="0"/>
            </a:br>
            <a:r>
              <a:rPr lang="en-CA" dirty="0"/>
              <a:t>Step name</a:t>
            </a:r>
          </a:p>
        </p:txBody>
      </p:sp>
      <p:sp>
        <p:nvSpPr>
          <p:cNvPr id="18" name="Espace réservé du contenu 17">
            <a:extLst>
              <a:ext uri="{FF2B5EF4-FFF2-40B4-BE49-F238E27FC236}">
                <a16:creationId xmlns:a16="http://schemas.microsoft.com/office/drawing/2014/main" id="{6D232585-05A0-2F95-2FA6-679792FF0035}"/>
              </a:ext>
            </a:extLst>
          </p:cNvPr>
          <p:cNvSpPr>
            <a:spLocks noGrp="1"/>
          </p:cNvSpPr>
          <p:nvPr>
            <p:ph sz="quarter" idx="28"/>
          </p:nvPr>
        </p:nvSpPr>
        <p:spPr/>
        <p:txBody>
          <a:bodyPr/>
          <a:lstStyle/>
          <a:p>
            <a:endParaRPr lang="en-CA" dirty="0"/>
          </a:p>
        </p:txBody>
      </p:sp>
      <p:sp>
        <p:nvSpPr>
          <p:cNvPr id="20" name="Espace réservé du contenu 19">
            <a:extLst>
              <a:ext uri="{FF2B5EF4-FFF2-40B4-BE49-F238E27FC236}">
                <a16:creationId xmlns:a16="http://schemas.microsoft.com/office/drawing/2014/main" id="{FDA89537-5670-7DD1-A4F6-23A841A2C117}"/>
              </a:ext>
            </a:extLst>
          </p:cNvPr>
          <p:cNvSpPr>
            <a:spLocks noGrp="1"/>
          </p:cNvSpPr>
          <p:nvPr>
            <p:ph sz="quarter" idx="29"/>
          </p:nvPr>
        </p:nvSpPr>
        <p:spPr/>
        <p:txBody>
          <a:bodyPr/>
          <a:lstStyle/>
          <a:p>
            <a:endParaRPr lang="en-CA" dirty="0"/>
          </a:p>
        </p:txBody>
      </p:sp>
      <p:sp>
        <p:nvSpPr>
          <p:cNvPr id="21" name="Espace réservé du contenu 20">
            <a:extLst>
              <a:ext uri="{FF2B5EF4-FFF2-40B4-BE49-F238E27FC236}">
                <a16:creationId xmlns:a16="http://schemas.microsoft.com/office/drawing/2014/main" id="{683ABD6B-931D-1101-FF4C-F3C2FCDA04EF}"/>
              </a:ext>
            </a:extLst>
          </p:cNvPr>
          <p:cNvSpPr>
            <a:spLocks noGrp="1"/>
          </p:cNvSpPr>
          <p:nvPr>
            <p:ph sz="quarter" idx="30"/>
          </p:nvPr>
        </p:nvSpPr>
        <p:spPr/>
        <p:txBody>
          <a:bodyPr/>
          <a:lstStyle/>
          <a:p>
            <a:endParaRPr lang="en-CA" dirty="0"/>
          </a:p>
        </p:txBody>
      </p:sp>
    </p:spTree>
    <p:extLst>
      <p:ext uri="{BB962C8B-B14F-4D97-AF65-F5344CB8AC3E}">
        <p14:creationId xmlns:p14="http://schemas.microsoft.com/office/powerpoint/2010/main" val="3284337722"/>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re 18">
            <a:extLst>
              <a:ext uri="{FF2B5EF4-FFF2-40B4-BE49-F238E27FC236}">
                <a16:creationId xmlns:a16="http://schemas.microsoft.com/office/drawing/2014/main" id="{272D63E4-F0FF-49FB-A08A-8953AEEF9849}"/>
              </a:ext>
            </a:extLst>
          </p:cNvPr>
          <p:cNvSpPr>
            <a:spLocks noGrp="1"/>
          </p:cNvSpPr>
          <p:nvPr>
            <p:ph type="title"/>
          </p:nvPr>
        </p:nvSpPr>
        <p:spPr/>
        <p:txBody>
          <a:bodyPr/>
          <a:lstStyle/>
          <a:p>
            <a:r>
              <a:rPr lang="en-CA" dirty="0"/>
              <a:t>Process diagram in 4 steps</a:t>
            </a:r>
          </a:p>
        </p:txBody>
      </p:sp>
      <p:sp>
        <p:nvSpPr>
          <p:cNvPr id="3" name="Espace réservé du numéro de diapositive 2">
            <a:extLst>
              <a:ext uri="{FF2B5EF4-FFF2-40B4-BE49-F238E27FC236}">
                <a16:creationId xmlns:a16="http://schemas.microsoft.com/office/drawing/2014/main" id="{E43F78AB-2FBF-42EF-A9A7-32A0502F31EB}"/>
              </a:ext>
            </a:extLst>
          </p:cNvPr>
          <p:cNvSpPr>
            <a:spLocks noGrp="1"/>
          </p:cNvSpPr>
          <p:nvPr>
            <p:ph type="sldNum" sz="quarter" idx="10"/>
          </p:nvPr>
        </p:nvSpPr>
        <p:spPr/>
        <p:txBody>
          <a:bodyPr/>
          <a:lstStyle/>
          <a:p>
            <a:fld id="{9F13E4E3-EA9B-4FF8-B6C4-2516ED16E94E}" type="slidenum">
              <a:rPr lang="en-CA" smtClean="0"/>
              <a:pPr/>
              <a:t>15</a:t>
            </a:fld>
            <a:endParaRPr lang="en-CA" dirty="0"/>
          </a:p>
        </p:txBody>
      </p:sp>
      <p:sp>
        <p:nvSpPr>
          <p:cNvPr id="4" name="Espace réservé du texte 3">
            <a:extLst>
              <a:ext uri="{FF2B5EF4-FFF2-40B4-BE49-F238E27FC236}">
                <a16:creationId xmlns:a16="http://schemas.microsoft.com/office/drawing/2014/main" id="{8B0CCEE7-EAAA-483B-BFB8-6DC2DD7EF50C}"/>
              </a:ext>
            </a:extLst>
          </p:cNvPr>
          <p:cNvSpPr>
            <a:spLocks noGrp="1"/>
          </p:cNvSpPr>
          <p:nvPr>
            <p:ph type="body" sz="quarter" idx="11"/>
          </p:nvPr>
        </p:nvSpPr>
        <p:spPr/>
        <p:txBody>
          <a:bodyPr/>
          <a:lstStyle/>
          <a:p>
            <a:r>
              <a:rPr lang="en-CA" dirty="0"/>
              <a:t>1</a:t>
            </a:r>
            <a:br>
              <a:rPr lang="en-CA" dirty="0"/>
            </a:br>
            <a:r>
              <a:rPr lang="en-CA" dirty="0"/>
              <a:t>Step name</a:t>
            </a:r>
          </a:p>
        </p:txBody>
      </p:sp>
      <p:sp>
        <p:nvSpPr>
          <p:cNvPr id="5" name="Espace réservé du texte 4">
            <a:extLst>
              <a:ext uri="{FF2B5EF4-FFF2-40B4-BE49-F238E27FC236}">
                <a16:creationId xmlns:a16="http://schemas.microsoft.com/office/drawing/2014/main" id="{5EB6B0B4-4147-4B81-A7C9-5BFBF20C4470}"/>
              </a:ext>
            </a:extLst>
          </p:cNvPr>
          <p:cNvSpPr>
            <a:spLocks noGrp="1"/>
          </p:cNvSpPr>
          <p:nvPr>
            <p:ph type="body" sz="quarter" idx="17"/>
          </p:nvPr>
        </p:nvSpPr>
        <p:spPr/>
        <p:txBody>
          <a:bodyPr/>
          <a:lstStyle/>
          <a:p>
            <a:r>
              <a:rPr lang="en-CA" dirty="0"/>
              <a:t>2</a:t>
            </a:r>
            <a:br>
              <a:rPr lang="en-CA" dirty="0"/>
            </a:br>
            <a:r>
              <a:rPr lang="en-CA" dirty="0"/>
              <a:t>Step name</a:t>
            </a:r>
          </a:p>
        </p:txBody>
      </p:sp>
      <p:sp>
        <p:nvSpPr>
          <p:cNvPr id="6" name="Espace réservé du texte 5">
            <a:extLst>
              <a:ext uri="{FF2B5EF4-FFF2-40B4-BE49-F238E27FC236}">
                <a16:creationId xmlns:a16="http://schemas.microsoft.com/office/drawing/2014/main" id="{1E657633-DAF4-48C4-BC89-1D0C661EDB91}"/>
              </a:ext>
            </a:extLst>
          </p:cNvPr>
          <p:cNvSpPr>
            <a:spLocks noGrp="1"/>
          </p:cNvSpPr>
          <p:nvPr>
            <p:ph type="body" sz="quarter" idx="19"/>
          </p:nvPr>
        </p:nvSpPr>
        <p:spPr/>
        <p:txBody>
          <a:bodyPr/>
          <a:lstStyle/>
          <a:p>
            <a:r>
              <a:rPr lang="en-CA" dirty="0"/>
              <a:t>3</a:t>
            </a:r>
            <a:br>
              <a:rPr lang="en-CA" dirty="0"/>
            </a:br>
            <a:r>
              <a:rPr lang="en-CA" dirty="0"/>
              <a:t>Step name</a:t>
            </a:r>
          </a:p>
        </p:txBody>
      </p:sp>
      <p:sp>
        <p:nvSpPr>
          <p:cNvPr id="25" name="Espace réservé du contenu 24">
            <a:extLst>
              <a:ext uri="{FF2B5EF4-FFF2-40B4-BE49-F238E27FC236}">
                <a16:creationId xmlns:a16="http://schemas.microsoft.com/office/drawing/2014/main" id="{6FC8A27C-D2FF-DA4E-66D3-C5CB96A5E16B}"/>
              </a:ext>
            </a:extLst>
          </p:cNvPr>
          <p:cNvSpPr>
            <a:spLocks noGrp="1"/>
          </p:cNvSpPr>
          <p:nvPr>
            <p:ph sz="quarter" idx="33"/>
          </p:nvPr>
        </p:nvSpPr>
        <p:spPr/>
        <p:txBody>
          <a:bodyPr/>
          <a:lstStyle/>
          <a:p>
            <a:endParaRPr lang="en-CA" dirty="0"/>
          </a:p>
        </p:txBody>
      </p:sp>
      <p:sp>
        <p:nvSpPr>
          <p:cNvPr id="11" name="Espace réservé du texte 10">
            <a:extLst>
              <a:ext uri="{FF2B5EF4-FFF2-40B4-BE49-F238E27FC236}">
                <a16:creationId xmlns:a16="http://schemas.microsoft.com/office/drawing/2014/main" id="{FC480AAF-2AED-4CC8-A23A-34F33A84050B}"/>
              </a:ext>
            </a:extLst>
          </p:cNvPr>
          <p:cNvSpPr>
            <a:spLocks noGrp="1"/>
          </p:cNvSpPr>
          <p:nvPr>
            <p:ph type="body" sz="quarter" idx="28"/>
          </p:nvPr>
        </p:nvSpPr>
        <p:spPr/>
        <p:txBody>
          <a:bodyPr/>
          <a:lstStyle/>
          <a:p>
            <a:r>
              <a:rPr lang="en-CA" dirty="0"/>
              <a:t>4</a:t>
            </a:r>
            <a:br>
              <a:rPr lang="en-CA" dirty="0"/>
            </a:br>
            <a:r>
              <a:rPr lang="en-CA" dirty="0"/>
              <a:t>Step name</a:t>
            </a:r>
          </a:p>
        </p:txBody>
      </p:sp>
      <p:sp>
        <p:nvSpPr>
          <p:cNvPr id="15" name="Espace réservé du texte 14">
            <a:extLst>
              <a:ext uri="{FF2B5EF4-FFF2-40B4-BE49-F238E27FC236}">
                <a16:creationId xmlns:a16="http://schemas.microsoft.com/office/drawing/2014/main" id="{107DCABE-7E02-2339-E2F6-4AC5562B1388}"/>
              </a:ext>
            </a:extLst>
          </p:cNvPr>
          <p:cNvSpPr>
            <a:spLocks noGrp="1"/>
          </p:cNvSpPr>
          <p:nvPr>
            <p:ph type="body" sz="quarter" idx="12"/>
          </p:nvPr>
        </p:nvSpPr>
        <p:spPr/>
        <p:txBody>
          <a:bodyPr/>
          <a:lstStyle/>
          <a:p>
            <a:endParaRPr lang="en-CA" dirty="0"/>
          </a:p>
        </p:txBody>
      </p:sp>
      <p:sp>
        <p:nvSpPr>
          <p:cNvPr id="22" name="Espace réservé du texte 21">
            <a:extLst>
              <a:ext uri="{FF2B5EF4-FFF2-40B4-BE49-F238E27FC236}">
                <a16:creationId xmlns:a16="http://schemas.microsoft.com/office/drawing/2014/main" id="{1A9BFE38-2ABE-0956-BFC7-EBD28286BCD5}"/>
              </a:ext>
            </a:extLst>
          </p:cNvPr>
          <p:cNvSpPr>
            <a:spLocks noGrp="1"/>
          </p:cNvSpPr>
          <p:nvPr>
            <p:ph type="body" sz="quarter" idx="30"/>
          </p:nvPr>
        </p:nvSpPr>
        <p:spPr/>
        <p:txBody>
          <a:bodyPr/>
          <a:lstStyle/>
          <a:p>
            <a:endParaRPr lang="en-CA" dirty="0"/>
          </a:p>
        </p:txBody>
      </p:sp>
      <p:sp>
        <p:nvSpPr>
          <p:cNvPr id="23" name="Espace réservé du contenu 22">
            <a:extLst>
              <a:ext uri="{FF2B5EF4-FFF2-40B4-BE49-F238E27FC236}">
                <a16:creationId xmlns:a16="http://schemas.microsoft.com/office/drawing/2014/main" id="{57F04F9F-659C-FA26-F16D-213A355A3E9F}"/>
              </a:ext>
            </a:extLst>
          </p:cNvPr>
          <p:cNvSpPr>
            <a:spLocks noGrp="1"/>
          </p:cNvSpPr>
          <p:nvPr>
            <p:ph sz="quarter" idx="31"/>
          </p:nvPr>
        </p:nvSpPr>
        <p:spPr/>
        <p:txBody>
          <a:bodyPr/>
          <a:lstStyle/>
          <a:p>
            <a:endParaRPr lang="en-CA" dirty="0"/>
          </a:p>
        </p:txBody>
      </p:sp>
      <p:sp>
        <p:nvSpPr>
          <p:cNvPr id="21" name="Espace réservé du contenu 20">
            <a:extLst>
              <a:ext uri="{FF2B5EF4-FFF2-40B4-BE49-F238E27FC236}">
                <a16:creationId xmlns:a16="http://schemas.microsoft.com/office/drawing/2014/main" id="{2E424ABD-6AE7-83FF-9778-9209B1954843}"/>
              </a:ext>
            </a:extLst>
          </p:cNvPr>
          <p:cNvSpPr>
            <a:spLocks noGrp="1"/>
          </p:cNvSpPr>
          <p:nvPr>
            <p:ph sz="quarter" idx="29"/>
          </p:nvPr>
        </p:nvSpPr>
        <p:spPr/>
        <p:txBody>
          <a:bodyPr/>
          <a:lstStyle/>
          <a:p>
            <a:endParaRPr lang="en-CA" dirty="0"/>
          </a:p>
        </p:txBody>
      </p:sp>
      <p:sp>
        <p:nvSpPr>
          <p:cNvPr id="24" name="Espace réservé du contenu 23">
            <a:extLst>
              <a:ext uri="{FF2B5EF4-FFF2-40B4-BE49-F238E27FC236}">
                <a16:creationId xmlns:a16="http://schemas.microsoft.com/office/drawing/2014/main" id="{65F88D31-8990-15C1-5CEB-82C705ED3CA0}"/>
              </a:ext>
            </a:extLst>
          </p:cNvPr>
          <p:cNvSpPr>
            <a:spLocks noGrp="1"/>
          </p:cNvSpPr>
          <p:nvPr>
            <p:ph sz="quarter" idx="32"/>
          </p:nvPr>
        </p:nvSpPr>
        <p:spPr/>
        <p:txBody>
          <a:bodyPr/>
          <a:lstStyle/>
          <a:p>
            <a:endParaRPr lang="en-CA" dirty="0"/>
          </a:p>
        </p:txBody>
      </p:sp>
    </p:spTree>
    <p:extLst>
      <p:ext uri="{BB962C8B-B14F-4D97-AF65-F5344CB8AC3E}">
        <p14:creationId xmlns:p14="http://schemas.microsoft.com/office/powerpoint/2010/main" val="3422010593"/>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E9D8323-550E-422B-AF34-B12A8C9374C3}"/>
              </a:ext>
            </a:extLst>
          </p:cNvPr>
          <p:cNvSpPr>
            <a:spLocks noGrp="1"/>
          </p:cNvSpPr>
          <p:nvPr>
            <p:ph type="sldNum" sz="quarter" idx="10"/>
          </p:nvPr>
        </p:nvSpPr>
        <p:spPr/>
        <p:txBody>
          <a:bodyPr/>
          <a:lstStyle/>
          <a:p>
            <a:fld id="{9F13E4E3-EA9B-4FF8-B6C4-2516ED16E94E}" type="slidenum">
              <a:rPr lang="en-CA" smtClean="0"/>
              <a:pPr/>
              <a:t>16</a:t>
            </a:fld>
            <a:endParaRPr lang="en-CA" dirty="0"/>
          </a:p>
        </p:txBody>
      </p:sp>
      <p:sp>
        <p:nvSpPr>
          <p:cNvPr id="3" name="Titre 2">
            <a:extLst>
              <a:ext uri="{FF2B5EF4-FFF2-40B4-BE49-F238E27FC236}">
                <a16:creationId xmlns:a16="http://schemas.microsoft.com/office/drawing/2014/main" id="{82938AF5-350D-497E-91A6-F0129C040186}"/>
              </a:ext>
            </a:extLst>
          </p:cNvPr>
          <p:cNvSpPr>
            <a:spLocks noGrp="1"/>
          </p:cNvSpPr>
          <p:nvPr>
            <p:ph type="title"/>
          </p:nvPr>
        </p:nvSpPr>
        <p:spPr/>
        <p:txBody>
          <a:bodyPr/>
          <a:lstStyle/>
          <a:p>
            <a:r>
              <a:rPr lang="en-CA" dirty="0"/>
              <a:t>Timeline with categories</a:t>
            </a:r>
          </a:p>
        </p:txBody>
      </p:sp>
      <p:sp>
        <p:nvSpPr>
          <p:cNvPr id="65" name="Espace réservé du texte 64">
            <a:extLst>
              <a:ext uri="{FF2B5EF4-FFF2-40B4-BE49-F238E27FC236}">
                <a16:creationId xmlns:a16="http://schemas.microsoft.com/office/drawing/2014/main" id="{B0B3A163-1C3E-90E8-8FC2-7A0C49E3DBBA}"/>
              </a:ext>
            </a:extLst>
          </p:cNvPr>
          <p:cNvSpPr>
            <a:spLocks noGrp="1"/>
          </p:cNvSpPr>
          <p:nvPr>
            <p:ph type="body" sz="quarter" idx="12"/>
          </p:nvPr>
        </p:nvSpPr>
        <p:spPr/>
        <p:txBody>
          <a:bodyPr/>
          <a:lstStyle/>
          <a:p>
            <a:endParaRPr lang="en-CA" dirty="0"/>
          </a:p>
        </p:txBody>
      </p:sp>
      <p:sp>
        <p:nvSpPr>
          <p:cNvPr id="66" name="Espace réservé du texte 65">
            <a:extLst>
              <a:ext uri="{FF2B5EF4-FFF2-40B4-BE49-F238E27FC236}">
                <a16:creationId xmlns:a16="http://schemas.microsoft.com/office/drawing/2014/main" id="{4EB67AD2-960E-136A-FD54-09341D2CD441}"/>
              </a:ext>
            </a:extLst>
          </p:cNvPr>
          <p:cNvSpPr>
            <a:spLocks noGrp="1"/>
          </p:cNvSpPr>
          <p:nvPr>
            <p:ph type="body" sz="quarter" idx="15"/>
          </p:nvPr>
        </p:nvSpPr>
        <p:spPr/>
        <p:txBody>
          <a:bodyPr/>
          <a:lstStyle/>
          <a:p>
            <a:endParaRPr lang="en-CA" dirty="0"/>
          </a:p>
        </p:txBody>
      </p:sp>
      <p:sp>
        <p:nvSpPr>
          <p:cNvPr id="6" name="Flèche : droite 5">
            <a:extLst>
              <a:ext uri="{FF2B5EF4-FFF2-40B4-BE49-F238E27FC236}">
                <a16:creationId xmlns:a16="http://schemas.microsoft.com/office/drawing/2014/main" id="{466D8579-DFDD-459A-BF88-A9F9ACF032DB}"/>
              </a:ext>
            </a:extLst>
          </p:cNvPr>
          <p:cNvSpPr/>
          <p:nvPr/>
        </p:nvSpPr>
        <p:spPr>
          <a:xfrm>
            <a:off x="47328" y="3918907"/>
            <a:ext cx="11928648" cy="189402"/>
          </a:xfrm>
          <a:prstGeom prst="right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en-CA" sz="1400" b="1" dirty="0">
              <a:solidFill>
                <a:schemeClr val="bg1"/>
              </a:solidFill>
            </a:endParaRPr>
          </a:p>
        </p:txBody>
      </p:sp>
      <p:grpSp>
        <p:nvGrpSpPr>
          <p:cNvPr id="7" name="Groupe 6">
            <a:extLst>
              <a:ext uri="{FF2B5EF4-FFF2-40B4-BE49-F238E27FC236}">
                <a16:creationId xmlns:a16="http://schemas.microsoft.com/office/drawing/2014/main" id="{476D14AE-41B7-4C19-A5C0-2DCFA513C8B6}"/>
              </a:ext>
            </a:extLst>
          </p:cNvPr>
          <p:cNvGrpSpPr/>
          <p:nvPr/>
        </p:nvGrpSpPr>
        <p:grpSpPr>
          <a:xfrm>
            <a:off x="567635" y="1988840"/>
            <a:ext cx="2196000" cy="2204768"/>
            <a:chOff x="567635" y="1988840"/>
            <a:chExt cx="2196000" cy="2204768"/>
          </a:xfrm>
        </p:grpSpPr>
        <p:cxnSp>
          <p:nvCxnSpPr>
            <p:cNvPr id="8" name="Connecteur droit 7">
              <a:extLst>
                <a:ext uri="{FF2B5EF4-FFF2-40B4-BE49-F238E27FC236}">
                  <a16:creationId xmlns:a16="http://schemas.microsoft.com/office/drawing/2014/main" id="{354765BD-A864-40E5-9A3F-9CBAB36E6DE8}"/>
                </a:ext>
              </a:extLst>
            </p:cNvPr>
            <p:cNvCxnSpPr>
              <a:cxnSpLocks/>
            </p:cNvCxnSpPr>
            <p:nvPr/>
          </p:nvCxnSpPr>
          <p:spPr>
            <a:xfrm>
              <a:off x="747635" y="1988840"/>
              <a:ext cx="0" cy="1844768"/>
            </a:xfrm>
            <a:prstGeom prst="line">
              <a:avLst/>
            </a:prstGeom>
            <a:ln w="9525" cap="rnd">
              <a:solidFill>
                <a:schemeClr val="accent1"/>
              </a:solidFill>
              <a:prstDash val="sysDash"/>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11F93FC1-B757-40E5-9E89-05D38ADD3179}"/>
                </a:ext>
              </a:extLst>
            </p:cNvPr>
            <p:cNvSpPr/>
            <p:nvPr/>
          </p:nvSpPr>
          <p:spPr>
            <a:xfrm>
              <a:off x="747635" y="1988840"/>
              <a:ext cx="2016000" cy="600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0" rIns="108000" bIns="0" rtlCol="0" anchor="t">
              <a:spAutoFit/>
            </a:bodyPr>
            <a:lstStyle/>
            <a:p>
              <a:pPr>
                <a:spcBef>
                  <a:spcPts val="400"/>
                </a:spcBef>
              </a:pPr>
              <a:r>
                <a:rPr lang="en-CA" sz="1300" kern="0" dirty="0">
                  <a:solidFill>
                    <a:schemeClr val="tx2"/>
                  </a:solidFill>
                  <a:latin typeface="+mn-lt"/>
                </a:rPr>
                <a:t>Etiam sapien dui, egestas nec volutpat et, consectetur nec nibh</a:t>
              </a:r>
              <a:endParaRPr lang="en-CA" sz="1300" dirty="0">
                <a:solidFill>
                  <a:schemeClr val="tx2"/>
                </a:solidFill>
              </a:endParaRPr>
            </a:p>
          </p:txBody>
        </p:sp>
        <p:sp>
          <p:nvSpPr>
            <p:cNvPr id="10" name="Rectangle : coins arrondis 9">
              <a:extLst>
                <a:ext uri="{FF2B5EF4-FFF2-40B4-BE49-F238E27FC236}">
                  <a16:creationId xmlns:a16="http://schemas.microsoft.com/office/drawing/2014/main" id="{C98E0D18-82F8-4EA5-9F10-52DAC89EBFB0}"/>
                </a:ext>
              </a:extLst>
            </p:cNvPr>
            <p:cNvSpPr/>
            <p:nvPr/>
          </p:nvSpPr>
          <p:spPr>
            <a:xfrm>
              <a:off x="567635" y="3833608"/>
              <a:ext cx="360000" cy="360000"/>
            </a:xfrm>
            <a:prstGeom prst="rect">
              <a:avLst/>
            </a:prstGeom>
            <a:solidFill>
              <a:schemeClr val="accent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18000" bIns="0" rtlCol="0" anchor="ctr">
              <a:noAutofit/>
            </a:bodyPr>
            <a:lstStyle/>
            <a:p>
              <a:pPr algn="ctr"/>
              <a:r>
                <a:rPr lang="en-CA" sz="1300" b="1" spc="-150" dirty="0">
                  <a:solidFill>
                    <a:schemeClr val="bg1"/>
                  </a:solidFill>
                </a:rPr>
                <a:t>2000</a:t>
              </a:r>
            </a:p>
          </p:txBody>
        </p:sp>
      </p:grpSp>
      <p:grpSp>
        <p:nvGrpSpPr>
          <p:cNvPr id="11" name="Groupe 10">
            <a:extLst>
              <a:ext uri="{FF2B5EF4-FFF2-40B4-BE49-F238E27FC236}">
                <a16:creationId xmlns:a16="http://schemas.microsoft.com/office/drawing/2014/main" id="{2CF2B7A1-2B6F-4E25-951E-93EE8573FAE9}"/>
              </a:ext>
            </a:extLst>
          </p:cNvPr>
          <p:cNvGrpSpPr/>
          <p:nvPr/>
        </p:nvGrpSpPr>
        <p:grpSpPr>
          <a:xfrm>
            <a:off x="3578327" y="1988840"/>
            <a:ext cx="2196000" cy="2204768"/>
            <a:chOff x="3578327" y="1988840"/>
            <a:chExt cx="2196000" cy="2204768"/>
          </a:xfrm>
        </p:grpSpPr>
        <p:cxnSp>
          <p:nvCxnSpPr>
            <p:cNvPr id="12" name="Connecteur droit 11">
              <a:extLst>
                <a:ext uri="{FF2B5EF4-FFF2-40B4-BE49-F238E27FC236}">
                  <a16:creationId xmlns:a16="http://schemas.microsoft.com/office/drawing/2014/main" id="{F5C032C7-DCB5-4AC9-8290-ED74F9918303}"/>
                </a:ext>
              </a:extLst>
            </p:cNvPr>
            <p:cNvCxnSpPr>
              <a:cxnSpLocks/>
            </p:cNvCxnSpPr>
            <p:nvPr/>
          </p:nvCxnSpPr>
          <p:spPr>
            <a:xfrm>
              <a:off x="3758327" y="1988840"/>
              <a:ext cx="0" cy="1844768"/>
            </a:xfrm>
            <a:prstGeom prst="line">
              <a:avLst/>
            </a:prstGeom>
            <a:ln w="9525" cap="rnd">
              <a:solidFill>
                <a:schemeClr val="accent1"/>
              </a:solidFill>
              <a:prstDash val="sysDash"/>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A09A87C6-6A46-4DFE-BD11-4368FB32A46D}"/>
                </a:ext>
              </a:extLst>
            </p:cNvPr>
            <p:cNvSpPr/>
            <p:nvPr/>
          </p:nvSpPr>
          <p:spPr>
            <a:xfrm>
              <a:off x="3758327" y="1988840"/>
              <a:ext cx="2016000" cy="600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0" rIns="108000" bIns="0" rtlCol="0" anchor="t">
              <a:spAutoFit/>
            </a:bodyPr>
            <a:lstStyle/>
            <a:p>
              <a:pPr>
                <a:spcBef>
                  <a:spcPts val="400"/>
                </a:spcBef>
              </a:pPr>
              <a:r>
                <a:rPr lang="en-CA" sz="1300" kern="0" dirty="0">
                  <a:solidFill>
                    <a:schemeClr val="tx2"/>
                  </a:solidFill>
                  <a:latin typeface="+mn-lt"/>
                </a:rPr>
                <a:t>Etiam sapien dui, egestas nec volutpat et, consectetur nec nibh</a:t>
              </a:r>
              <a:endParaRPr lang="en-CA" sz="1300" dirty="0">
                <a:solidFill>
                  <a:schemeClr val="tx2"/>
                </a:solidFill>
              </a:endParaRPr>
            </a:p>
          </p:txBody>
        </p:sp>
        <p:sp>
          <p:nvSpPr>
            <p:cNvPr id="14" name="Rectangle : coins arrondis 13">
              <a:extLst>
                <a:ext uri="{FF2B5EF4-FFF2-40B4-BE49-F238E27FC236}">
                  <a16:creationId xmlns:a16="http://schemas.microsoft.com/office/drawing/2014/main" id="{67D317E6-9FB6-4F1D-99B0-341737F3C268}"/>
                </a:ext>
              </a:extLst>
            </p:cNvPr>
            <p:cNvSpPr/>
            <p:nvPr/>
          </p:nvSpPr>
          <p:spPr>
            <a:xfrm>
              <a:off x="3578327" y="3833608"/>
              <a:ext cx="360000" cy="360000"/>
            </a:xfrm>
            <a:prstGeom prst="rect">
              <a:avLst/>
            </a:prstGeom>
            <a:solidFill>
              <a:schemeClr val="accent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18000" bIns="0" rtlCol="0" anchor="ctr">
              <a:noAutofit/>
            </a:bodyPr>
            <a:lstStyle/>
            <a:p>
              <a:pPr algn="ctr"/>
              <a:r>
                <a:rPr lang="en-CA" sz="1300" b="1" spc="-150" dirty="0">
                  <a:solidFill>
                    <a:schemeClr val="bg1"/>
                  </a:solidFill>
                </a:rPr>
                <a:t>…</a:t>
              </a:r>
            </a:p>
          </p:txBody>
        </p:sp>
      </p:grpSp>
      <p:grpSp>
        <p:nvGrpSpPr>
          <p:cNvPr id="15" name="Groupe 14">
            <a:extLst>
              <a:ext uri="{FF2B5EF4-FFF2-40B4-BE49-F238E27FC236}">
                <a16:creationId xmlns:a16="http://schemas.microsoft.com/office/drawing/2014/main" id="{B0658252-2F03-4B7E-8786-72813B20A21F}"/>
              </a:ext>
            </a:extLst>
          </p:cNvPr>
          <p:cNvGrpSpPr/>
          <p:nvPr/>
        </p:nvGrpSpPr>
        <p:grpSpPr>
          <a:xfrm>
            <a:off x="6589019" y="1988840"/>
            <a:ext cx="2196000" cy="2204768"/>
            <a:chOff x="6589019" y="1988840"/>
            <a:chExt cx="2196000" cy="2204768"/>
          </a:xfrm>
        </p:grpSpPr>
        <p:cxnSp>
          <p:nvCxnSpPr>
            <p:cNvPr id="16" name="Connecteur droit 15">
              <a:extLst>
                <a:ext uri="{FF2B5EF4-FFF2-40B4-BE49-F238E27FC236}">
                  <a16:creationId xmlns:a16="http://schemas.microsoft.com/office/drawing/2014/main" id="{A652E6AF-CF01-484A-830D-FEDEEB53AA7B}"/>
                </a:ext>
              </a:extLst>
            </p:cNvPr>
            <p:cNvCxnSpPr>
              <a:cxnSpLocks/>
            </p:cNvCxnSpPr>
            <p:nvPr/>
          </p:nvCxnSpPr>
          <p:spPr>
            <a:xfrm>
              <a:off x="6769019" y="1988840"/>
              <a:ext cx="0" cy="1844768"/>
            </a:xfrm>
            <a:prstGeom prst="line">
              <a:avLst/>
            </a:prstGeom>
            <a:ln w="9525" cap="rnd">
              <a:solidFill>
                <a:schemeClr val="accent1"/>
              </a:solidFill>
              <a:prstDash val="sysDash"/>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C1DAD284-FBD2-418D-81CE-AD56C3BC866B}"/>
                </a:ext>
              </a:extLst>
            </p:cNvPr>
            <p:cNvSpPr/>
            <p:nvPr/>
          </p:nvSpPr>
          <p:spPr>
            <a:xfrm>
              <a:off x="6769019" y="1988840"/>
              <a:ext cx="2016000" cy="600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0" rIns="108000" bIns="0" rtlCol="0" anchor="t">
              <a:spAutoFit/>
            </a:bodyPr>
            <a:lstStyle/>
            <a:p>
              <a:pPr>
                <a:spcBef>
                  <a:spcPts val="400"/>
                </a:spcBef>
              </a:pPr>
              <a:r>
                <a:rPr lang="en-CA" sz="1300" kern="0" dirty="0">
                  <a:solidFill>
                    <a:schemeClr val="tx2"/>
                  </a:solidFill>
                  <a:latin typeface="+mn-lt"/>
                </a:rPr>
                <a:t>Etiam sapien dui, egestas nec volutpat et, consectetur nec nibh</a:t>
              </a:r>
              <a:endParaRPr lang="en-CA" sz="1300" dirty="0">
                <a:solidFill>
                  <a:schemeClr val="tx2"/>
                </a:solidFill>
              </a:endParaRPr>
            </a:p>
          </p:txBody>
        </p:sp>
        <p:sp>
          <p:nvSpPr>
            <p:cNvPr id="18" name="Rectangle : coins arrondis 17">
              <a:extLst>
                <a:ext uri="{FF2B5EF4-FFF2-40B4-BE49-F238E27FC236}">
                  <a16:creationId xmlns:a16="http://schemas.microsoft.com/office/drawing/2014/main" id="{E1792632-71F2-4C5F-A264-3031105AF20E}"/>
                </a:ext>
              </a:extLst>
            </p:cNvPr>
            <p:cNvSpPr/>
            <p:nvPr/>
          </p:nvSpPr>
          <p:spPr>
            <a:xfrm>
              <a:off x="6589019" y="3833608"/>
              <a:ext cx="360000" cy="360000"/>
            </a:xfrm>
            <a:prstGeom prst="rect">
              <a:avLst/>
            </a:prstGeom>
            <a:solidFill>
              <a:schemeClr val="accent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18000" bIns="0" rtlCol="0" anchor="ctr">
              <a:noAutofit/>
            </a:bodyPr>
            <a:lstStyle/>
            <a:p>
              <a:pPr algn="ctr"/>
              <a:r>
                <a:rPr lang="en-CA" sz="1300" b="1" spc="-150" dirty="0">
                  <a:solidFill>
                    <a:schemeClr val="bg1"/>
                  </a:solidFill>
                </a:rPr>
                <a:t>…</a:t>
              </a:r>
            </a:p>
          </p:txBody>
        </p:sp>
      </p:grpSp>
      <p:grpSp>
        <p:nvGrpSpPr>
          <p:cNvPr id="19" name="Groupe 18">
            <a:extLst>
              <a:ext uri="{FF2B5EF4-FFF2-40B4-BE49-F238E27FC236}">
                <a16:creationId xmlns:a16="http://schemas.microsoft.com/office/drawing/2014/main" id="{E4990158-30F1-4072-AB8E-3942CEAABD19}"/>
              </a:ext>
            </a:extLst>
          </p:cNvPr>
          <p:cNvGrpSpPr/>
          <p:nvPr/>
        </p:nvGrpSpPr>
        <p:grpSpPr>
          <a:xfrm>
            <a:off x="9599712" y="1988840"/>
            <a:ext cx="2196000" cy="2204768"/>
            <a:chOff x="9599712" y="1988840"/>
            <a:chExt cx="2196000" cy="2204768"/>
          </a:xfrm>
        </p:grpSpPr>
        <p:cxnSp>
          <p:nvCxnSpPr>
            <p:cNvPr id="20" name="Connecteur droit 19">
              <a:extLst>
                <a:ext uri="{FF2B5EF4-FFF2-40B4-BE49-F238E27FC236}">
                  <a16:creationId xmlns:a16="http://schemas.microsoft.com/office/drawing/2014/main" id="{766A1C4C-B12E-4AED-BDB3-C747F348A69D}"/>
                </a:ext>
              </a:extLst>
            </p:cNvPr>
            <p:cNvCxnSpPr>
              <a:cxnSpLocks/>
            </p:cNvCxnSpPr>
            <p:nvPr/>
          </p:nvCxnSpPr>
          <p:spPr>
            <a:xfrm>
              <a:off x="9779712" y="1988840"/>
              <a:ext cx="0" cy="1844768"/>
            </a:xfrm>
            <a:prstGeom prst="line">
              <a:avLst/>
            </a:prstGeom>
            <a:ln w="9525" cap="rnd">
              <a:solidFill>
                <a:schemeClr val="accent1"/>
              </a:solidFill>
              <a:prstDash val="sysDash"/>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9AFB3008-3BC4-4769-81BF-B080080543DA}"/>
                </a:ext>
              </a:extLst>
            </p:cNvPr>
            <p:cNvSpPr/>
            <p:nvPr/>
          </p:nvSpPr>
          <p:spPr>
            <a:xfrm>
              <a:off x="9779712" y="1988840"/>
              <a:ext cx="2016000" cy="600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0" rIns="108000" bIns="0" rtlCol="0" anchor="t">
              <a:spAutoFit/>
            </a:bodyPr>
            <a:lstStyle/>
            <a:p>
              <a:pPr>
                <a:spcBef>
                  <a:spcPts val="400"/>
                </a:spcBef>
              </a:pPr>
              <a:r>
                <a:rPr lang="en-CA" sz="1300" kern="0" dirty="0">
                  <a:solidFill>
                    <a:schemeClr val="tx2"/>
                  </a:solidFill>
                  <a:latin typeface="+mn-lt"/>
                </a:rPr>
                <a:t>Etiam sapien dui, egestas nec volutpat et, consectetur nec nibh</a:t>
              </a:r>
              <a:endParaRPr lang="en-CA" sz="1300" dirty="0">
                <a:solidFill>
                  <a:schemeClr val="tx2"/>
                </a:solidFill>
              </a:endParaRPr>
            </a:p>
          </p:txBody>
        </p:sp>
        <p:sp>
          <p:nvSpPr>
            <p:cNvPr id="22" name="Rectangle : coins arrondis 21">
              <a:extLst>
                <a:ext uri="{FF2B5EF4-FFF2-40B4-BE49-F238E27FC236}">
                  <a16:creationId xmlns:a16="http://schemas.microsoft.com/office/drawing/2014/main" id="{8E214674-BA92-4E94-9956-EE306D13CFFF}"/>
                </a:ext>
              </a:extLst>
            </p:cNvPr>
            <p:cNvSpPr/>
            <p:nvPr/>
          </p:nvSpPr>
          <p:spPr>
            <a:xfrm>
              <a:off x="9599712" y="3833608"/>
              <a:ext cx="360000" cy="360000"/>
            </a:xfrm>
            <a:prstGeom prst="rect">
              <a:avLst/>
            </a:prstGeom>
            <a:solidFill>
              <a:schemeClr val="accent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18000" bIns="0" rtlCol="0" anchor="ctr">
              <a:noAutofit/>
            </a:bodyPr>
            <a:lstStyle/>
            <a:p>
              <a:pPr algn="ctr"/>
              <a:r>
                <a:rPr lang="en-CA" sz="1300" b="1" spc="-150" dirty="0">
                  <a:solidFill>
                    <a:schemeClr val="bg1"/>
                  </a:solidFill>
                </a:rPr>
                <a:t>2022</a:t>
              </a:r>
            </a:p>
          </p:txBody>
        </p:sp>
      </p:grpSp>
      <p:grpSp>
        <p:nvGrpSpPr>
          <p:cNvPr id="23" name="Groupe 22">
            <a:extLst>
              <a:ext uri="{FF2B5EF4-FFF2-40B4-BE49-F238E27FC236}">
                <a16:creationId xmlns:a16="http://schemas.microsoft.com/office/drawing/2014/main" id="{B7B1730F-8CA2-4C32-A39A-C17DC81FA604}"/>
              </a:ext>
            </a:extLst>
          </p:cNvPr>
          <p:cNvGrpSpPr/>
          <p:nvPr/>
        </p:nvGrpSpPr>
        <p:grpSpPr>
          <a:xfrm>
            <a:off x="2072981" y="3833608"/>
            <a:ext cx="2196000" cy="2151224"/>
            <a:chOff x="2072981" y="3833608"/>
            <a:chExt cx="2196000" cy="2151224"/>
          </a:xfrm>
        </p:grpSpPr>
        <p:cxnSp>
          <p:nvCxnSpPr>
            <p:cNvPr id="24" name="Connecteur droit 23">
              <a:extLst>
                <a:ext uri="{FF2B5EF4-FFF2-40B4-BE49-F238E27FC236}">
                  <a16:creationId xmlns:a16="http://schemas.microsoft.com/office/drawing/2014/main" id="{4D20B20A-B496-445D-9333-6D42EEEE0CCA}"/>
                </a:ext>
              </a:extLst>
            </p:cNvPr>
            <p:cNvCxnSpPr>
              <a:cxnSpLocks/>
            </p:cNvCxnSpPr>
            <p:nvPr/>
          </p:nvCxnSpPr>
          <p:spPr>
            <a:xfrm>
              <a:off x="2252981" y="4193608"/>
              <a:ext cx="0" cy="1791224"/>
            </a:xfrm>
            <a:prstGeom prst="line">
              <a:avLst/>
            </a:prstGeom>
            <a:ln w="9525" cap="rnd">
              <a:solidFill>
                <a:schemeClr val="accent4"/>
              </a:solidFill>
              <a:prstDash val="sysDash"/>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A25D1C23-D1DC-41E1-AD95-FE3728B3D80C}"/>
                </a:ext>
              </a:extLst>
            </p:cNvPr>
            <p:cNvSpPr/>
            <p:nvPr/>
          </p:nvSpPr>
          <p:spPr>
            <a:xfrm>
              <a:off x="2252981" y="5384668"/>
              <a:ext cx="2016000" cy="600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0" rIns="108000" bIns="0" rtlCol="0" anchor="b" anchorCtr="0">
              <a:spAutoFit/>
            </a:bodyPr>
            <a:lstStyle/>
            <a:p>
              <a:pPr>
                <a:spcBef>
                  <a:spcPts val="400"/>
                </a:spcBef>
              </a:pPr>
              <a:r>
                <a:rPr lang="en-CA" sz="1300" kern="0" dirty="0">
                  <a:solidFill>
                    <a:schemeClr val="tx2"/>
                  </a:solidFill>
                  <a:latin typeface="+mn-lt"/>
                </a:rPr>
                <a:t>Etiam sapien dui, egestas nec volutpat et, consectetur nec nibh</a:t>
              </a:r>
              <a:endParaRPr lang="en-CA" sz="1300" dirty="0">
                <a:solidFill>
                  <a:schemeClr val="tx2"/>
                </a:solidFill>
              </a:endParaRPr>
            </a:p>
          </p:txBody>
        </p:sp>
        <p:sp>
          <p:nvSpPr>
            <p:cNvPr id="26" name="Rectangle : coins arrondis 25">
              <a:extLst>
                <a:ext uri="{FF2B5EF4-FFF2-40B4-BE49-F238E27FC236}">
                  <a16:creationId xmlns:a16="http://schemas.microsoft.com/office/drawing/2014/main" id="{AAC0209E-A15E-4872-B3E5-6824C70C925D}"/>
                </a:ext>
              </a:extLst>
            </p:cNvPr>
            <p:cNvSpPr/>
            <p:nvPr/>
          </p:nvSpPr>
          <p:spPr>
            <a:xfrm>
              <a:off x="2072981" y="3833608"/>
              <a:ext cx="360000" cy="360000"/>
            </a:xfrm>
            <a:prstGeom prst="rect">
              <a:avLst/>
            </a:prstGeom>
            <a:solidFill>
              <a:schemeClr val="accent4"/>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18000" bIns="0" rtlCol="0" anchor="ctr">
              <a:noAutofit/>
            </a:bodyPr>
            <a:lstStyle/>
            <a:p>
              <a:pPr algn="ctr"/>
              <a:r>
                <a:rPr lang="en-CA" sz="1300" b="1" spc="-150" dirty="0">
                  <a:solidFill>
                    <a:schemeClr val="bg1"/>
                  </a:solidFill>
                </a:rPr>
                <a:t>…</a:t>
              </a:r>
            </a:p>
          </p:txBody>
        </p:sp>
      </p:grpSp>
      <p:grpSp>
        <p:nvGrpSpPr>
          <p:cNvPr id="27" name="Groupe 26">
            <a:extLst>
              <a:ext uri="{FF2B5EF4-FFF2-40B4-BE49-F238E27FC236}">
                <a16:creationId xmlns:a16="http://schemas.microsoft.com/office/drawing/2014/main" id="{8AD94F12-60E4-4C4C-8666-A4E36D39B9BF}"/>
              </a:ext>
            </a:extLst>
          </p:cNvPr>
          <p:cNvGrpSpPr/>
          <p:nvPr/>
        </p:nvGrpSpPr>
        <p:grpSpPr>
          <a:xfrm>
            <a:off x="5083673" y="3833608"/>
            <a:ext cx="2196000" cy="2151224"/>
            <a:chOff x="5083673" y="3833608"/>
            <a:chExt cx="2196000" cy="2151224"/>
          </a:xfrm>
        </p:grpSpPr>
        <p:cxnSp>
          <p:nvCxnSpPr>
            <p:cNvPr id="28" name="Connecteur droit 27">
              <a:extLst>
                <a:ext uri="{FF2B5EF4-FFF2-40B4-BE49-F238E27FC236}">
                  <a16:creationId xmlns:a16="http://schemas.microsoft.com/office/drawing/2014/main" id="{FE6477FE-8E46-4B5C-8EEC-FBA5FF85BBF2}"/>
                </a:ext>
              </a:extLst>
            </p:cNvPr>
            <p:cNvCxnSpPr>
              <a:cxnSpLocks/>
            </p:cNvCxnSpPr>
            <p:nvPr/>
          </p:nvCxnSpPr>
          <p:spPr>
            <a:xfrm>
              <a:off x="5263673" y="4193608"/>
              <a:ext cx="0" cy="1791224"/>
            </a:xfrm>
            <a:prstGeom prst="line">
              <a:avLst/>
            </a:prstGeom>
            <a:ln w="9525" cap="rnd">
              <a:solidFill>
                <a:schemeClr val="accent4"/>
              </a:solidFill>
              <a:prstDash val="sysDash"/>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910BAB74-9B84-43FB-92E2-1D382EAE6ECE}"/>
                </a:ext>
              </a:extLst>
            </p:cNvPr>
            <p:cNvSpPr/>
            <p:nvPr/>
          </p:nvSpPr>
          <p:spPr>
            <a:xfrm>
              <a:off x="5263673" y="5384668"/>
              <a:ext cx="2016000" cy="600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0" rIns="108000" bIns="0" rtlCol="0" anchor="b" anchorCtr="0">
              <a:spAutoFit/>
            </a:bodyPr>
            <a:lstStyle/>
            <a:p>
              <a:pPr>
                <a:spcBef>
                  <a:spcPts val="400"/>
                </a:spcBef>
              </a:pPr>
              <a:r>
                <a:rPr lang="en-CA" sz="1300" kern="0" dirty="0">
                  <a:solidFill>
                    <a:schemeClr val="tx2"/>
                  </a:solidFill>
                  <a:latin typeface="+mn-lt"/>
                </a:rPr>
                <a:t>Etiam sapien dui, egestas nec volutpat et, consectetur nec nibh</a:t>
              </a:r>
              <a:endParaRPr lang="en-CA" sz="1300" dirty="0">
                <a:solidFill>
                  <a:schemeClr val="tx2"/>
                </a:solidFill>
              </a:endParaRPr>
            </a:p>
          </p:txBody>
        </p:sp>
        <p:sp>
          <p:nvSpPr>
            <p:cNvPr id="30" name="Rectangle : coins arrondis 29">
              <a:extLst>
                <a:ext uri="{FF2B5EF4-FFF2-40B4-BE49-F238E27FC236}">
                  <a16:creationId xmlns:a16="http://schemas.microsoft.com/office/drawing/2014/main" id="{65FECB5C-5C56-410B-9BA9-AFE7F9FC050F}"/>
                </a:ext>
              </a:extLst>
            </p:cNvPr>
            <p:cNvSpPr/>
            <p:nvPr/>
          </p:nvSpPr>
          <p:spPr>
            <a:xfrm>
              <a:off x="5083673" y="3833608"/>
              <a:ext cx="360000" cy="360000"/>
            </a:xfrm>
            <a:prstGeom prst="rect">
              <a:avLst/>
            </a:prstGeom>
            <a:solidFill>
              <a:schemeClr val="accent4"/>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18000" bIns="0" rtlCol="0" anchor="ctr">
              <a:noAutofit/>
            </a:bodyPr>
            <a:lstStyle/>
            <a:p>
              <a:pPr algn="ctr"/>
              <a:r>
                <a:rPr lang="en-CA" sz="1300" b="1" spc="-150" dirty="0">
                  <a:solidFill>
                    <a:schemeClr val="bg1"/>
                  </a:solidFill>
                </a:rPr>
                <a:t>…</a:t>
              </a:r>
            </a:p>
          </p:txBody>
        </p:sp>
      </p:grpSp>
      <p:grpSp>
        <p:nvGrpSpPr>
          <p:cNvPr id="31" name="Groupe 30">
            <a:extLst>
              <a:ext uri="{FF2B5EF4-FFF2-40B4-BE49-F238E27FC236}">
                <a16:creationId xmlns:a16="http://schemas.microsoft.com/office/drawing/2014/main" id="{31ED7876-F85C-4504-ABF4-C602325D2C35}"/>
              </a:ext>
            </a:extLst>
          </p:cNvPr>
          <p:cNvGrpSpPr/>
          <p:nvPr/>
        </p:nvGrpSpPr>
        <p:grpSpPr>
          <a:xfrm>
            <a:off x="8094365" y="3833608"/>
            <a:ext cx="2196000" cy="2151224"/>
            <a:chOff x="8094365" y="3833608"/>
            <a:chExt cx="2196000" cy="2151224"/>
          </a:xfrm>
        </p:grpSpPr>
        <p:cxnSp>
          <p:nvCxnSpPr>
            <p:cNvPr id="32" name="Connecteur droit 31">
              <a:extLst>
                <a:ext uri="{FF2B5EF4-FFF2-40B4-BE49-F238E27FC236}">
                  <a16:creationId xmlns:a16="http://schemas.microsoft.com/office/drawing/2014/main" id="{4E28AF98-20CA-427A-AD77-D41421F70ACA}"/>
                </a:ext>
              </a:extLst>
            </p:cNvPr>
            <p:cNvCxnSpPr>
              <a:cxnSpLocks/>
            </p:cNvCxnSpPr>
            <p:nvPr/>
          </p:nvCxnSpPr>
          <p:spPr>
            <a:xfrm>
              <a:off x="8274365" y="4193608"/>
              <a:ext cx="0" cy="1791224"/>
            </a:xfrm>
            <a:prstGeom prst="line">
              <a:avLst/>
            </a:prstGeom>
            <a:ln w="9525" cap="rnd">
              <a:solidFill>
                <a:schemeClr val="accent4"/>
              </a:solidFill>
              <a:prstDash val="sysDash"/>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BFCD7EEE-91B4-4F5E-9F62-C8EBBD2B530B}"/>
                </a:ext>
              </a:extLst>
            </p:cNvPr>
            <p:cNvSpPr/>
            <p:nvPr/>
          </p:nvSpPr>
          <p:spPr>
            <a:xfrm>
              <a:off x="8274365" y="5384668"/>
              <a:ext cx="2016000" cy="600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0" rIns="108000" bIns="0" rtlCol="0" anchor="b" anchorCtr="0">
              <a:spAutoFit/>
            </a:bodyPr>
            <a:lstStyle/>
            <a:p>
              <a:pPr>
                <a:spcBef>
                  <a:spcPts val="400"/>
                </a:spcBef>
              </a:pPr>
              <a:r>
                <a:rPr lang="en-CA" sz="1300" kern="0" dirty="0">
                  <a:solidFill>
                    <a:schemeClr val="tx2"/>
                  </a:solidFill>
                  <a:latin typeface="+mn-lt"/>
                </a:rPr>
                <a:t>Etiam sapien dui, egestas nec volutpat et, consectetur nec nibh</a:t>
              </a:r>
              <a:endParaRPr lang="en-CA" sz="1300" dirty="0">
                <a:solidFill>
                  <a:schemeClr val="tx2"/>
                </a:solidFill>
              </a:endParaRPr>
            </a:p>
          </p:txBody>
        </p:sp>
        <p:sp>
          <p:nvSpPr>
            <p:cNvPr id="34" name="Rectangle : coins arrondis 33">
              <a:extLst>
                <a:ext uri="{FF2B5EF4-FFF2-40B4-BE49-F238E27FC236}">
                  <a16:creationId xmlns:a16="http://schemas.microsoft.com/office/drawing/2014/main" id="{8731C65F-FF70-4C8F-8965-C0C85149F1AB}"/>
                </a:ext>
              </a:extLst>
            </p:cNvPr>
            <p:cNvSpPr/>
            <p:nvPr/>
          </p:nvSpPr>
          <p:spPr>
            <a:xfrm>
              <a:off x="8094365" y="3833608"/>
              <a:ext cx="360000" cy="360000"/>
            </a:xfrm>
            <a:prstGeom prst="rect">
              <a:avLst/>
            </a:prstGeom>
            <a:solidFill>
              <a:schemeClr val="accent4"/>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18000" bIns="0" rtlCol="0" anchor="ctr">
              <a:noAutofit/>
            </a:bodyPr>
            <a:lstStyle/>
            <a:p>
              <a:pPr algn="ctr"/>
              <a:r>
                <a:rPr lang="en-CA" sz="1300" b="1" spc="-150" dirty="0">
                  <a:solidFill>
                    <a:schemeClr val="bg1"/>
                  </a:solidFill>
                </a:rPr>
                <a:t>…</a:t>
              </a:r>
            </a:p>
          </p:txBody>
        </p:sp>
      </p:grpSp>
      <p:grpSp>
        <p:nvGrpSpPr>
          <p:cNvPr id="35" name="Groupe 34">
            <a:extLst>
              <a:ext uri="{FF2B5EF4-FFF2-40B4-BE49-F238E27FC236}">
                <a16:creationId xmlns:a16="http://schemas.microsoft.com/office/drawing/2014/main" id="{CE2E81EC-D377-4D0C-BA35-134D3A784688}"/>
              </a:ext>
            </a:extLst>
          </p:cNvPr>
          <p:cNvGrpSpPr/>
          <p:nvPr/>
        </p:nvGrpSpPr>
        <p:grpSpPr>
          <a:xfrm>
            <a:off x="1320308" y="2924840"/>
            <a:ext cx="2196000" cy="1268768"/>
            <a:chOff x="1320308" y="2924840"/>
            <a:chExt cx="2196000" cy="1268768"/>
          </a:xfrm>
        </p:grpSpPr>
        <p:cxnSp>
          <p:nvCxnSpPr>
            <p:cNvPr id="36" name="Connecteur droit 35">
              <a:extLst>
                <a:ext uri="{FF2B5EF4-FFF2-40B4-BE49-F238E27FC236}">
                  <a16:creationId xmlns:a16="http://schemas.microsoft.com/office/drawing/2014/main" id="{F862CA1F-648C-4D73-951C-891DA766B349}"/>
                </a:ext>
              </a:extLst>
            </p:cNvPr>
            <p:cNvCxnSpPr>
              <a:cxnSpLocks/>
            </p:cNvCxnSpPr>
            <p:nvPr/>
          </p:nvCxnSpPr>
          <p:spPr>
            <a:xfrm>
              <a:off x="1500308" y="2924840"/>
              <a:ext cx="0" cy="908768"/>
            </a:xfrm>
            <a:prstGeom prst="line">
              <a:avLst/>
            </a:prstGeom>
            <a:ln w="9525" cap="rnd">
              <a:solidFill>
                <a:schemeClr val="accent3"/>
              </a:solidFill>
              <a:prstDash val="sysDash"/>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F9E048AF-E030-4D0C-AB09-AD9FA27C961C}"/>
                </a:ext>
              </a:extLst>
            </p:cNvPr>
            <p:cNvSpPr/>
            <p:nvPr/>
          </p:nvSpPr>
          <p:spPr>
            <a:xfrm>
              <a:off x="1500308" y="2924840"/>
              <a:ext cx="2016000" cy="600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0" rIns="108000" bIns="0" rtlCol="0" anchor="t">
              <a:spAutoFit/>
            </a:bodyPr>
            <a:lstStyle/>
            <a:p>
              <a:pPr>
                <a:spcBef>
                  <a:spcPts val="400"/>
                </a:spcBef>
              </a:pPr>
              <a:r>
                <a:rPr lang="en-CA" sz="1300" kern="0" dirty="0">
                  <a:solidFill>
                    <a:schemeClr val="tx2"/>
                  </a:solidFill>
                  <a:latin typeface="+mn-lt"/>
                </a:rPr>
                <a:t>Etiam sapien dui, egestas nec volutpat et, consectetur nec nibh</a:t>
              </a:r>
              <a:endParaRPr lang="en-CA" sz="1300" dirty="0">
                <a:solidFill>
                  <a:schemeClr val="tx2"/>
                </a:solidFill>
              </a:endParaRPr>
            </a:p>
          </p:txBody>
        </p:sp>
        <p:sp>
          <p:nvSpPr>
            <p:cNvPr id="38" name="Rectangle : coins arrondis 37">
              <a:extLst>
                <a:ext uri="{FF2B5EF4-FFF2-40B4-BE49-F238E27FC236}">
                  <a16:creationId xmlns:a16="http://schemas.microsoft.com/office/drawing/2014/main" id="{17DDF827-EFC2-45F9-8B54-669C09D6D61E}"/>
                </a:ext>
              </a:extLst>
            </p:cNvPr>
            <p:cNvSpPr/>
            <p:nvPr/>
          </p:nvSpPr>
          <p:spPr>
            <a:xfrm>
              <a:off x="1320308" y="3833608"/>
              <a:ext cx="360000" cy="360000"/>
            </a:xfrm>
            <a:prstGeom prst="rect">
              <a:avLst/>
            </a:prstGeom>
            <a:solidFill>
              <a:schemeClr val="accent3"/>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18000" bIns="0" rtlCol="0" anchor="ctr">
              <a:noAutofit/>
            </a:bodyPr>
            <a:lstStyle/>
            <a:p>
              <a:pPr algn="ctr"/>
              <a:r>
                <a:rPr lang="en-CA" sz="1300" b="1" spc="-150" dirty="0">
                  <a:solidFill>
                    <a:schemeClr val="bg1"/>
                  </a:solidFill>
                </a:rPr>
                <a:t>…</a:t>
              </a:r>
            </a:p>
          </p:txBody>
        </p:sp>
      </p:grpSp>
      <p:grpSp>
        <p:nvGrpSpPr>
          <p:cNvPr id="39" name="Groupe 38">
            <a:extLst>
              <a:ext uri="{FF2B5EF4-FFF2-40B4-BE49-F238E27FC236}">
                <a16:creationId xmlns:a16="http://schemas.microsoft.com/office/drawing/2014/main" id="{1791FCE1-CC1D-4A6A-833E-3B8B251AD035}"/>
              </a:ext>
            </a:extLst>
          </p:cNvPr>
          <p:cNvGrpSpPr/>
          <p:nvPr/>
        </p:nvGrpSpPr>
        <p:grpSpPr>
          <a:xfrm>
            <a:off x="2825654" y="3833608"/>
            <a:ext cx="2196000" cy="1215224"/>
            <a:chOff x="2825654" y="3833608"/>
            <a:chExt cx="2196000" cy="1215224"/>
          </a:xfrm>
        </p:grpSpPr>
        <p:cxnSp>
          <p:nvCxnSpPr>
            <p:cNvPr id="40" name="Connecteur droit 39">
              <a:extLst>
                <a:ext uri="{FF2B5EF4-FFF2-40B4-BE49-F238E27FC236}">
                  <a16:creationId xmlns:a16="http://schemas.microsoft.com/office/drawing/2014/main" id="{2E6DB76A-E303-4CDB-B14B-A273F6CA9A25}"/>
                </a:ext>
              </a:extLst>
            </p:cNvPr>
            <p:cNvCxnSpPr>
              <a:cxnSpLocks/>
            </p:cNvCxnSpPr>
            <p:nvPr/>
          </p:nvCxnSpPr>
          <p:spPr>
            <a:xfrm>
              <a:off x="3005654" y="4193608"/>
              <a:ext cx="0" cy="855224"/>
            </a:xfrm>
            <a:prstGeom prst="line">
              <a:avLst/>
            </a:prstGeom>
            <a:ln w="9525" cap="rnd">
              <a:solidFill>
                <a:schemeClr val="accent2"/>
              </a:solidFill>
              <a:prstDash val="sysDash"/>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5579ED47-64E3-42F2-8E15-4C98FA45A907}"/>
                </a:ext>
              </a:extLst>
            </p:cNvPr>
            <p:cNvSpPr/>
            <p:nvPr/>
          </p:nvSpPr>
          <p:spPr>
            <a:xfrm>
              <a:off x="3005654" y="4448668"/>
              <a:ext cx="2016000" cy="600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0" rIns="108000" bIns="0" rtlCol="0" anchor="b" anchorCtr="0">
              <a:spAutoFit/>
            </a:bodyPr>
            <a:lstStyle/>
            <a:p>
              <a:pPr>
                <a:spcBef>
                  <a:spcPts val="400"/>
                </a:spcBef>
              </a:pPr>
              <a:r>
                <a:rPr lang="en-CA" sz="1300" kern="0" dirty="0">
                  <a:solidFill>
                    <a:schemeClr val="tx2"/>
                  </a:solidFill>
                  <a:latin typeface="+mn-lt"/>
                </a:rPr>
                <a:t>Etiam sapien dui, egestas nec volutpat et, consectetur nec nibh</a:t>
              </a:r>
              <a:endParaRPr lang="en-CA" sz="1300" dirty="0">
                <a:solidFill>
                  <a:schemeClr val="tx2"/>
                </a:solidFill>
              </a:endParaRPr>
            </a:p>
          </p:txBody>
        </p:sp>
        <p:sp>
          <p:nvSpPr>
            <p:cNvPr id="42" name="Rectangle : coins arrondis 41">
              <a:extLst>
                <a:ext uri="{FF2B5EF4-FFF2-40B4-BE49-F238E27FC236}">
                  <a16:creationId xmlns:a16="http://schemas.microsoft.com/office/drawing/2014/main" id="{5F0E68CE-024F-4D8F-B3B2-B81963DD8EF6}"/>
                </a:ext>
              </a:extLst>
            </p:cNvPr>
            <p:cNvSpPr/>
            <p:nvPr/>
          </p:nvSpPr>
          <p:spPr>
            <a:xfrm>
              <a:off x="2825654" y="3833608"/>
              <a:ext cx="360000" cy="360000"/>
            </a:xfrm>
            <a:prstGeom prst="rect">
              <a:avLst/>
            </a:prstGeom>
            <a:solidFill>
              <a:schemeClr val="accent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18000" bIns="0" rtlCol="0" anchor="ctr">
              <a:noAutofit/>
            </a:bodyPr>
            <a:lstStyle/>
            <a:p>
              <a:pPr algn="ctr"/>
              <a:r>
                <a:rPr lang="en-CA" sz="1300" b="1" spc="-150" dirty="0">
                  <a:solidFill>
                    <a:schemeClr val="bg1"/>
                  </a:solidFill>
                </a:rPr>
                <a:t>…</a:t>
              </a:r>
            </a:p>
          </p:txBody>
        </p:sp>
      </p:grpSp>
      <p:grpSp>
        <p:nvGrpSpPr>
          <p:cNvPr id="43" name="Groupe 42">
            <a:extLst>
              <a:ext uri="{FF2B5EF4-FFF2-40B4-BE49-F238E27FC236}">
                <a16:creationId xmlns:a16="http://schemas.microsoft.com/office/drawing/2014/main" id="{AB15ADA1-9E30-4A58-B6A0-1C4020BF411B}"/>
              </a:ext>
            </a:extLst>
          </p:cNvPr>
          <p:cNvGrpSpPr/>
          <p:nvPr/>
        </p:nvGrpSpPr>
        <p:grpSpPr>
          <a:xfrm>
            <a:off x="5836346" y="3833608"/>
            <a:ext cx="2196000" cy="1215224"/>
            <a:chOff x="5836346" y="3833608"/>
            <a:chExt cx="2196000" cy="1215224"/>
          </a:xfrm>
        </p:grpSpPr>
        <p:cxnSp>
          <p:nvCxnSpPr>
            <p:cNvPr id="44" name="Connecteur droit 43">
              <a:extLst>
                <a:ext uri="{FF2B5EF4-FFF2-40B4-BE49-F238E27FC236}">
                  <a16:creationId xmlns:a16="http://schemas.microsoft.com/office/drawing/2014/main" id="{2F48E30A-B8C3-4C85-BC86-FEFC341782EB}"/>
                </a:ext>
              </a:extLst>
            </p:cNvPr>
            <p:cNvCxnSpPr>
              <a:cxnSpLocks/>
            </p:cNvCxnSpPr>
            <p:nvPr/>
          </p:nvCxnSpPr>
          <p:spPr>
            <a:xfrm>
              <a:off x="6016346" y="4193608"/>
              <a:ext cx="0" cy="855224"/>
            </a:xfrm>
            <a:prstGeom prst="line">
              <a:avLst/>
            </a:prstGeom>
            <a:ln w="9525" cap="rnd">
              <a:solidFill>
                <a:schemeClr val="accent2"/>
              </a:solidFill>
              <a:prstDash val="sysDash"/>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AFFF41A8-C561-4BC3-9EE4-737A656FDF04}"/>
                </a:ext>
              </a:extLst>
            </p:cNvPr>
            <p:cNvSpPr/>
            <p:nvPr/>
          </p:nvSpPr>
          <p:spPr>
            <a:xfrm>
              <a:off x="6016346" y="4448668"/>
              <a:ext cx="2016000" cy="600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0" rIns="108000" bIns="0" rtlCol="0" anchor="b" anchorCtr="0">
              <a:spAutoFit/>
            </a:bodyPr>
            <a:lstStyle/>
            <a:p>
              <a:pPr>
                <a:spcBef>
                  <a:spcPts val="400"/>
                </a:spcBef>
              </a:pPr>
              <a:r>
                <a:rPr lang="en-CA" sz="1300" kern="0" dirty="0">
                  <a:solidFill>
                    <a:schemeClr val="tx2"/>
                  </a:solidFill>
                  <a:latin typeface="+mn-lt"/>
                </a:rPr>
                <a:t>Etiam sapien dui, egestas nec volutpat et, consectetur nec nibh</a:t>
              </a:r>
              <a:endParaRPr lang="en-CA" sz="1300" dirty="0">
                <a:solidFill>
                  <a:schemeClr val="tx2"/>
                </a:solidFill>
              </a:endParaRPr>
            </a:p>
          </p:txBody>
        </p:sp>
        <p:sp>
          <p:nvSpPr>
            <p:cNvPr id="46" name="Rectangle : coins arrondis 45">
              <a:extLst>
                <a:ext uri="{FF2B5EF4-FFF2-40B4-BE49-F238E27FC236}">
                  <a16:creationId xmlns:a16="http://schemas.microsoft.com/office/drawing/2014/main" id="{28738179-1858-46F5-9B33-1AC3C024787B}"/>
                </a:ext>
              </a:extLst>
            </p:cNvPr>
            <p:cNvSpPr/>
            <p:nvPr/>
          </p:nvSpPr>
          <p:spPr>
            <a:xfrm>
              <a:off x="5836346" y="3833608"/>
              <a:ext cx="360000" cy="360000"/>
            </a:xfrm>
            <a:prstGeom prst="rect">
              <a:avLst/>
            </a:prstGeom>
            <a:solidFill>
              <a:schemeClr val="accent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18000" bIns="0" rtlCol="0" anchor="ctr">
              <a:noAutofit/>
            </a:bodyPr>
            <a:lstStyle/>
            <a:p>
              <a:pPr algn="ctr"/>
              <a:r>
                <a:rPr lang="en-CA" sz="1300" b="1" spc="-150" dirty="0">
                  <a:solidFill>
                    <a:schemeClr val="bg1"/>
                  </a:solidFill>
                </a:rPr>
                <a:t>…</a:t>
              </a:r>
            </a:p>
          </p:txBody>
        </p:sp>
      </p:grpSp>
      <p:grpSp>
        <p:nvGrpSpPr>
          <p:cNvPr id="47" name="Groupe 46">
            <a:extLst>
              <a:ext uri="{FF2B5EF4-FFF2-40B4-BE49-F238E27FC236}">
                <a16:creationId xmlns:a16="http://schemas.microsoft.com/office/drawing/2014/main" id="{74B5BACF-F76E-4E6D-99E5-48A59681E71A}"/>
              </a:ext>
            </a:extLst>
          </p:cNvPr>
          <p:cNvGrpSpPr/>
          <p:nvPr/>
        </p:nvGrpSpPr>
        <p:grpSpPr>
          <a:xfrm>
            <a:off x="8847038" y="3833608"/>
            <a:ext cx="2196000" cy="1215224"/>
            <a:chOff x="8847038" y="3833608"/>
            <a:chExt cx="2196000" cy="1215224"/>
          </a:xfrm>
        </p:grpSpPr>
        <p:cxnSp>
          <p:nvCxnSpPr>
            <p:cNvPr id="48" name="Connecteur droit 47">
              <a:extLst>
                <a:ext uri="{FF2B5EF4-FFF2-40B4-BE49-F238E27FC236}">
                  <a16:creationId xmlns:a16="http://schemas.microsoft.com/office/drawing/2014/main" id="{4E3EE7F8-50F9-444C-A8C1-B32C1E4888FB}"/>
                </a:ext>
              </a:extLst>
            </p:cNvPr>
            <p:cNvCxnSpPr>
              <a:cxnSpLocks/>
            </p:cNvCxnSpPr>
            <p:nvPr/>
          </p:nvCxnSpPr>
          <p:spPr>
            <a:xfrm>
              <a:off x="9027038" y="4193608"/>
              <a:ext cx="0" cy="855224"/>
            </a:xfrm>
            <a:prstGeom prst="line">
              <a:avLst/>
            </a:prstGeom>
            <a:ln w="9525" cap="rnd">
              <a:solidFill>
                <a:schemeClr val="accent2"/>
              </a:solidFill>
              <a:prstDash val="sysDash"/>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4CE5FF08-7F57-4DE1-A14A-362F410C9E75}"/>
                </a:ext>
              </a:extLst>
            </p:cNvPr>
            <p:cNvSpPr/>
            <p:nvPr/>
          </p:nvSpPr>
          <p:spPr>
            <a:xfrm>
              <a:off x="9027038" y="4448668"/>
              <a:ext cx="2016000" cy="600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0" rIns="108000" bIns="0" rtlCol="0" anchor="b" anchorCtr="0">
              <a:spAutoFit/>
            </a:bodyPr>
            <a:lstStyle/>
            <a:p>
              <a:pPr>
                <a:spcBef>
                  <a:spcPts val="400"/>
                </a:spcBef>
              </a:pPr>
              <a:r>
                <a:rPr lang="en-CA" sz="1300" kern="0" dirty="0">
                  <a:solidFill>
                    <a:schemeClr val="tx2"/>
                  </a:solidFill>
                  <a:latin typeface="+mn-lt"/>
                </a:rPr>
                <a:t>Etiam sapien dui, egestas nec volutpat et, consectetur nec nibh</a:t>
              </a:r>
              <a:endParaRPr lang="en-CA" sz="1300" dirty="0">
                <a:solidFill>
                  <a:schemeClr val="tx2"/>
                </a:solidFill>
              </a:endParaRPr>
            </a:p>
          </p:txBody>
        </p:sp>
        <p:sp>
          <p:nvSpPr>
            <p:cNvPr id="50" name="Rectangle : coins arrondis 49">
              <a:extLst>
                <a:ext uri="{FF2B5EF4-FFF2-40B4-BE49-F238E27FC236}">
                  <a16:creationId xmlns:a16="http://schemas.microsoft.com/office/drawing/2014/main" id="{7061BB41-89C6-4CB4-B31F-CB1F57878E26}"/>
                </a:ext>
              </a:extLst>
            </p:cNvPr>
            <p:cNvSpPr/>
            <p:nvPr/>
          </p:nvSpPr>
          <p:spPr>
            <a:xfrm>
              <a:off x="8847038" y="3833608"/>
              <a:ext cx="360000" cy="360000"/>
            </a:xfrm>
            <a:prstGeom prst="rect">
              <a:avLst/>
            </a:prstGeom>
            <a:solidFill>
              <a:schemeClr val="accent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18000" bIns="0" rtlCol="0" anchor="ctr">
              <a:noAutofit/>
            </a:bodyPr>
            <a:lstStyle/>
            <a:p>
              <a:pPr algn="ctr"/>
              <a:r>
                <a:rPr lang="en-CA" sz="1300" b="1" spc="-150" dirty="0">
                  <a:solidFill>
                    <a:schemeClr val="bg1"/>
                  </a:solidFill>
                </a:rPr>
                <a:t>…</a:t>
              </a:r>
            </a:p>
          </p:txBody>
        </p:sp>
      </p:grpSp>
      <p:grpSp>
        <p:nvGrpSpPr>
          <p:cNvPr id="51" name="Groupe 50">
            <a:extLst>
              <a:ext uri="{FF2B5EF4-FFF2-40B4-BE49-F238E27FC236}">
                <a16:creationId xmlns:a16="http://schemas.microsoft.com/office/drawing/2014/main" id="{34CAB280-5B90-4E40-BB37-660D5043635E}"/>
              </a:ext>
            </a:extLst>
          </p:cNvPr>
          <p:cNvGrpSpPr/>
          <p:nvPr/>
        </p:nvGrpSpPr>
        <p:grpSpPr>
          <a:xfrm>
            <a:off x="4331000" y="2924840"/>
            <a:ext cx="2196000" cy="1268768"/>
            <a:chOff x="4331000" y="2924840"/>
            <a:chExt cx="2196000" cy="1268768"/>
          </a:xfrm>
        </p:grpSpPr>
        <p:sp>
          <p:nvSpPr>
            <p:cNvPr id="52" name="Rectangle 51">
              <a:extLst>
                <a:ext uri="{FF2B5EF4-FFF2-40B4-BE49-F238E27FC236}">
                  <a16:creationId xmlns:a16="http://schemas.microsoft.com/office/drawing/2014/main" id="{55AC31A8-112C-421D-9C2D-C4BC0D372229}"/>
                </a:ext>
              </a:extLst>
            </p:cNvPr>
            <p:cNvSpPr/>
            <p:nvPr/>
          </p:nvSpPr>
          <p:spPr>
            <a:xfrm>
              <a:off x="4511000" y="2924840"/>
              <a:ext cx="2016000" cy="600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0" rIns="108000" bIns="0" rtlCol="0" anchor="t">
              <a:spAutoFit/>
            </a:bodyPr>
            <a:lstStyle/>
            <a:p>
              <a:pPr>
                <a:spcBef>
                  <a:spcPts val="400"/>
                </a:spcBef>
              </a:pPr>
              <a:r>
                <a:rPr lang="en-CA" sz="1300" kern="0" dirty="0">
                  <a:solidFill>
                    <a:schemeClr val="tx2"/>
                  </a:solidFill>
                  <a:latin typeface="+mn-lt"/>
                </a:rPr>
                <a:t>Etiam sapien dui, egestas nec volutpat et, consectetur nec nibh</a:t>
              </a:r>
              <a:endParaRPr lang="en-CA" sz="1300" dirty="0">
                <a:solidFill>
                  <a:schemeClr val="tx2"/>
                </a:solidFill>
              </a:endParaRPr>
            </a:p>
          </p:txBody>
        </p:sp>
        <p:sp>
          <p:nvSpPr>
            <p:cNvPr id="53" name="Rectangle : coins arrondis 52">
              <a:extLst>
                <a:ext uri="{FF2B5EF4-FFF2-40B4-BE49-F238E27FC236}">
                  <a16:creationId xmlns:a16="http://schemas.microsoft.com/office/drawing/2014/main" id="{0D45CFF9-7FBA-4815-B36F-220ACBDAB8E0}"/>
                </a:ext>
              </a:extLst>
            </p:cNvPr>
            <p:cNvSpPr/>
            <p:nvPr/>
          </p:nvSpPr>
          <p:spPr>
            <a:xfrm>
              <a:off x="4331000" y="3833608"/>
              <a:ext cx="360000" cy="360000"/>
            </a:xfrm>
            <a:prstGeom prst="rect">
              <a:avLst/>
            </a:prstGeom>
            <a:solidFill>
              <a:schemeClr val="accent3"/>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18000" bIns="0" rtlCol="0" anchor="ctr">
              <a:noAutofit/>
            </a:bodyPr>
            <a:lstStyle/>
            <a:p>
              <a:pPr algn="ctr"/>
              <a:r>
                <a:rPr lang="en-CA" sz="1300" b="1" spc="-150" dirty="0">
                  <a:solidFill>
                    <a:schemeClr val="bg1"/>
                  </a:solidFill>
                </a:rPr>
                <a:t>…</a:t>
              </a:r>
            </a:p>
          </p:txBody>
        </p:sp>
        <p:cxnSp>
          <p:nvCxnSpPr>
            <p:cNvPr id="54" name="Connecteur droit 53">
              <a:extLst>
                <a:ext uri="{FF2B5EF4-FFF2-40B4-BE49-F238E27FC236}">
                  <a16:creationId xmlns:a16="http://schemas.microsoft.com/office/drawing/2014/main" id="{10214239-7412-4BE1-A198-E5C5B1F88B9A}"/>
                </a:ext>
              </a:extLst>
            </p:cNvPr>
            <p:cNvCxnSpPr>
              <a:cxnSpLocks/>
            </p:cNvCxnSpPr>
            <p:nvPr/>
          </p:nvCxnSpPr>
          <p:spPr>
            <a:xfrm>
              <a:off x="4511000" y="2924840"/>
              <a:ext cx="0" cy="908768"/>
            </a:xfrm>
            <a:prstGeom prst="line">
              <a:avLst/>
            </a:prstGeom>
            <a:ln w="9525" cap="rnd">
              <a:solidFill>
                <a:schemeClr val="accent3"/>
              </a:solidFill>
              <a:prstDash val="sysDash"/>
            </a:ln>
          </p:spPr>
          <p:style>
            <a:lnRef idx="1">
              <a:schemeClr val="accent1"/>
            </a:lnRef>
            <a:fillRef idx="0">
              <a:schemeClr val="accent1"/>
            </a:fillRef>
            <a:effectRef idx="0">
              <a:schemeClr val="accent1"/>
            </a:effectRef>
            <a:fontRef idx="minor">
              <a:schemeClr val="tx1"/>
            </a:fontRef>
          </p:style>
        </p:cxnSp>
      </p:grpSp>
      <p:grpSp>
        <p:nvGrpSpPr>
          <p:cNvPr id="55" name="Groupe 54">
            <a:extLst>
              <a:ext uri="{FF2B5EF4-FFF2-40B4-BE49-F238E27FC236}">
                <a16:creationId xmlns:a16="http://schemas.microsoft.com/office/drawing/2014/main" id="{8A7878ED-2D61-4F3A-B71A-B2712E463CD1}"/>
              </a:ext>
            </a:extLst>
          </p:cNvPr>
          <p:cNvGrpSpPr/>
          <p:nvPr/>
        </p:nvGrpSpPr>
        <p:grpSpPr>
          <a:xfrm>
            <a:off x="7341692" y="2924840"/>
            <a:ext cx="2196000" cy="1268768"/>
            <a:chOff x="7341692" y="2924840"/>
            <a:chExt cx="2196000" cy="1268768"/>
          </a:xfrm>
        </p:grpSpPr>
        <p:sp>
          <p:nvSpPr>
            <p:cNvPr id="56" name="Rectangle 55">
              <a:extLst>
                <a:ext uri="{FF2B5EF4-FFF2-40B4-BE49-F238E27FC236}">
                  <a16:creationId xmlns:a16="http://schemas.microsoft.com/office/drawing/2014/main" id="{27CFD9FC-D21B-49C0-B5F2-472E7454BED2}"/>
                </a:ext>
              </a:extLst>
            </p:cNvPr>
            <p:cNvSpPr/>
            <p:nvPr/>
          </p:nvSpPr>
          <p:spPr>
            <a:xfrm>
              <a:off x="7521692" y="2924840"/>
              <a:ext cx="2016000" cy="600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0" rIns="108000" bIns="0" rtlCol="0" anchor="t">
              <a:spAutoFit/>
            </a:bodyPr>
            <a:lstStyle/>
            <a:p>
              <a:pPr>
                <a:spcBef>
                  <a:spcPts val="400"/>
                </a:spcBef>
              </a:pPr>
              <a:r>
                <a:rPr lang="en-CA" sz="1300" kern="0" dirty="0">
                  <a:solidFill>
                    <a:schemeClr val="tx2"/>
                  </a:solidFill>
                  <a:latin typeface="+mn-lt"/>
                </a:rPr>
                <a:t>Etiam sapien dui, egestas nec volutpat et, consectetur nec nibh</a:t>
              </a:r>
              <a:endParaRPr lang="en-CA" sz="1300" dirty="0">
                <a:solidFill>
                  <a:schemeClr val="tx2"/>
                </a:solidFill>
              </a:endParaRPr>
            </a:p>
          </p:txBody>
        </p:sp>
        <p:sp>
          <p:nvSpPr>
            <p:cNvPr id="57" name="Rectangle : coins arrondis 56">
              <a:extLst>
                <a:ext uri="{FF2B5EF4-FFF2-40B4-BE49-F238E27FC236}">
                  <a16:creationId xmlns:a16="http://schemas.microsoft.com/office/drawing/2014/main" id="{5B19CF15-92A0-42A5-956B-56CEF3991C08}"/>
                </a:ext>
              </a:extLst>
            </p:cNvPr>
            <p:cNvSpPr/>
            <p:nvPr/>
          </p:nvSpPr>
          <p:spPr>
            <a:xfrm>
              <a:off x="7341692" y="3833608"/>
              <a:ext cx="360000" cy="360000"/>
            </a:xfrm>
            <a:prstGeom prst="rect">
              <a:avLst/>
            </a:prstGeom>
            <a:solidFill>
              <a:schemeClr val="accent3"/>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18000" bIns="0" rtlCol="0" anchor="ctr">
              <a:noAutofit/>
            </a:bodyPr>
            <a:lstStyle/>
            <a:p>
              <a:pPr algn="ctr"/>
              <a:r>
                <a:rPr lang="en-CA" sz="1300" b="1" spc="-150" dirty="0">
                  <a:solidFill>
                    <a:schemeClr val="bg1"/>
                  </a:solidFill>
                </a:rPr>
                <a:t>…</a:t>
              </a:r>
            </a:p>
          </p:txBody>
        </p:sp>
        <p:cxnSp>
          <p:nvCxnSpPr>
            <p:cNvPr id="58" name="Connecteur droit 57">
              <a:extLst>
                <a:ext uri="{FF2B5EF4-FFF2-40B4-BE49-F238E27FC236}">
                  <a16:creationId xmlns:a16="http://schemas.microsoft.com/office/drawing/2014/main" id="{155B23DF-3FBE-476B-88E1-2C5176A23A63}"/>
                </a:ext>
              </a:extLst>
            </p:cNvPr>
            <p:cNvCxnSpPr>
              <a:cxnSpLocks/>
            </p:cNvCxnSpPr>
            <p:nvPr/>
          </p:nvCxnSpPr>
          <p:spPr>
            <a:xfrm>
              <a:off x="7521692" y="2924840"/>
              <a:ext cx="0" cy="908768"/>
            </a:xfrm>
            <a:prstGeom prst="line">
              <a:avLst/>
            </a:prstGeom>
            <a:ln w="9525" cap="rnd">
              <a:solidFill>
                <a:schemeClr val="accent3"/>
              </a:solidFill>
              <a:prstDash val="sysDash"/>
            </a:ln>
          </p:spPr>
          <p:style>
            <a:lnRef idx="1">
              <a:schemeClr val="accent1"/>
            </a:lnRef>
            <a:fillRef idx="0">
              <a:schemeClr val="accent1"/>
            </a:fillRef>
            <a:effectRef idx="0">
              <a:schemeClr val="accent1"/>
            </a:effectRef>
            <a:fontRef idx="minor">
              <a:schemeClr val="tx1"/>
            </a:fontRef>
          </p:style>
        </p:cxnSp>
      </p:grpSp>
      <p:sp>
        <p:nvSpPr>
          <p:cNvPr id="59" name="Rectangle : coins arrondis 58">
            <a:extLst>
              <a:ext uri="{FF2B5EF4-FFF2-40B4-BE49-F238E27FC236}">
                <a16:creationId xmlns:a16="http://schemas.microsoft.com/office/drawing/2014/main" id="{B22E299F-7622-4182-A062-A9604ADCCD1F}"/>
              </a:ext>
            </a:extLst>
          </p:cNvPr>
          <p:cNvSpPr/>
          <p:nvPr/>
        </p:nvSpPr>
        <p:spPr>
          <a:xfrm>
            <a:off x="551384" y="1412776"/>
            <a:ext cx="2016224" cy="28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noAutofit/>
          </a:bodyPr>
          <a:lstStyle/>
          <a:p>
            <a:pPr algn="ctr"/>
            <a:r>
              <a:rPr lang="en-CA" sz="1400" b="1" dirty="0">
                <a:solidFill>
                  <a:schemeClr val="bg1"/>
                </a:solidFill>
              </a:rPr>
              <a:t>Cras pretium </a:t>
            </a:r>
          </a:p>
        </p:txBody>
      </p:sp>
      <p:sp>
        <p:nvSpPr>
          <p:cNvPr id="60" name="Rectangle : coins arrondis 59">
            <a:extLst>
              <a:ext uri="{FF2B5EF4-FFF2-40B4-BE49-F238E27FC236}">
                <a16:creationId xmlns:a16="http://schemas.microsoft.com/office/drawing/2014/main" id="{D5294EC2-F650-4AFF-AAAE-FA24C41A535C}"/>
              </a:ext>
            </a:extLst>
          </p:cNvPr>
          <p:cNvSpPr/>
          <p:nvPr/>
        </p:nvSpPr>
        <p:spPr>
          <a:xfrm>
            <a:off x="2657888" y="1412776"/>
            <a:ext cx="2016224" cy="28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noAutofit/>
          </a:bodyPr>
          <a:lstStyle/>
          <a:p>
            <a:pPr algn="ctr"/>
            <a:r>
              <a:rPr lang="en-CA" sz="1400" b="1" dirty="0">
                <a:solidFill>
                  <a:schemeClr val="bg1"/>
                </a:solidFill>
              </a:rPr>
              <a:t>Sed lacus magna</a:t>
            </a:r>
          </a:p>
        </p:txBody>
      </p:sp>
      <p:sp>
        <p:nvSpPr>
          <p:cNvPr id="61" name="Rectangle : coins arrondis 60">
            <a:extLst>
              <a:ext uri="{FF2B5EF4-FFF2-40B4-BE49-F238E27FC236}">
                <a16:creationId xmlns:a16="http://schemas.microsoft.com/office/drawing/2014/main" id="{2E72A97F-86CB-487C-9A04-3627F4F04A3C}"/>
              </a:ext>
            </a:extLst>
          </p:cNvPr>
          <p:cNvSpPr/>
          <p:nvPr/>
        </p:nvSpPr>
        <p:spPr>
          <a:xfrm>
            <a:off x="4764392" y="1412776"/>
            <a:ext cx="2016224" cy="28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noAutofit/>
          </a:bodyPr>
          <a:lstStyle/>
          <a:p>
            <a:pPr algn="ctr"/>
            <a:r>
              <a:rPr lang="en-CA" sz="1400" b="1" dirty="0">
                <a:solidFill>
                  <a:schemeClr val="bg1"/>
                </a:solidFill>
              </a:rPr>
              <a:t>Proin non tortor </a:t>
            </a:r>
          </a:p>
        </p:txBody>
      </p:sp>
      <p:sp>
        <p:nvSpPr>
          <p:cNvPr id="62" name="Rectangle : coins arrondis 61">
            <a:extLst>
              <a:ext uri="{FF2B5EF4-FFF2-40B4-BE49-F238E27FC236}">
                <a16:creationId xmlns:a16="http://schemas.microsoft.com/office/drawing/2014/main" id="{5154F5F1-DE1E-4638-BE6F-7D3675FA977C}"/>
              </a:ext>
            </a:extLst>
          </p:cNvPr>
          <p:cNvSpPr/>
          <p:nvPr/>
        </p:nvSpPr>
        <p:spPr>
          <a:xfrm>
            <a:off x="6870897" y="1412776"/>
            <a:ext cx="2016224" cy="28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0" rIns="72000" bIns="0" rtlCol="0" anchor="ctr">
            <a:noAutofit/>
          </a:bodyPr>
          <a:lstStyle/>
          <a:p>
            <a:pPr algn="ctr"/>
            <a:r>
              <a:rPr lang="en-CA" sz="1400" b="1" dirty="0">
                <a:solidFill>
                  <a:schemeClr val="bg1"/>
                </a:solidFill>
              </a:rPr>
              <a:t>Rebum accumsan </a:t>
            </a:r>
          </a:p>
        </p:txBody>
      </p:sp>
    </p:spTree>
    <p:extLst>
      <p:ext uri="{BB962C8B-B14F-4D97-AF65-F5344CB8AC3E}">
        <p14:creationId xmlns:p14="http://schemas.microsoft.com/office/powerpoint/2010/main" val="2706096835"/>
      </p:ext>
    </p:extLst>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32AFD-CD1F-470D-9E57-A79A0B1DA522}"/>
              </a:ext>
            </a:extLst>
          </p:cNvPr>
          <p:cNvSpPr>
            <a:spLocks noGrp="1"/>
          </p:cNvSpPr>
          <p:nvPr>
            <p:ph type="title"/>
          </p:nvPr>
        </p:nvSpPr>
        <p:spPr/>
        <p:txBody>
          <a:bodyPr/>
          <a:lstStyle/>
          <a:p>
            <a:r>
              <a:rPr lang="en-CA" dirty="0"/>
              <a:t>CAE 8 pillars </a:t>
            </a:r>
            <a:br>
              <a:rPr lang="en-CA" dirty="0"/>
            </a:br>
            <a:r>
              <a:rPr lang="en-CA" dirty="0"/>
              <a:t>of strength</a:t>
            </a:r>
          </a:p>
        </p:txBody>
      </p:sp>
      <p:sp>
        <p:nvSpPr>
          <p:cNvPr id="3" name="Slide Number Placeholder 2">
            <a:extLst>
              <a:ext uri="{FF2B5EF4-FFF2-40B4-BE49-F238E27FC236}">
                <a16:creationId xmlns:a16="http://schemas.microsoft.com/office/drawing/2014/main" id="{6DA5B1FC-7129-48CE-8067-F69BC7821E4E}"/>
              </a:ext>
            </a:extLst>
          </p:cNvPr>
          <p:cNvSpPr>
            <a:spLocks noGrp="1"/>
          </p:cNvSpPr>
          <p:nvPr>
            <p:ph type="sldNum" sz="quarter" idx="10"/>
          </p:nvPr>
        </p:nvSpPr>
        <p:spPr/>
        <p:txBody>
          <a:bodyPr/>
          <a:lstStyle/>
          <a:p>
            <a:fld id="{9F13E4E3-EA9B-4FF8-B6C4-2516ED16E94E}" type="slidenum">
              <a:rPr lang="en-CA" smtClean="0"/>
              <a:pPr/>
              <a:t>17</a:t>
            </a:fld>
            <a:endParaRPr lang="en-CA" dirty="0"/>
          </a:p>
        </p:txBody>
      </p:sp>
      <p:sp>
        <p:nvSpPr>
          <p:cNvPr id="9" name="Content Placeholder 8">
            <a:extLst>
              <a:ext uri="{FF2B5EF4-FFF2-40B4-BE49-F238E27FC236}">
                <a16:creationId xmlns:a16="http://schemas.microsoft.com/office/drawing/2014/main" id="{F98DB25F-2637-40CE-8D78-E3284C61CFA8}"/>
              </a:ext>
            </a:extLst>
          </p:cNvPr>
          <p:cNvSpPr>
            <a:spLocks noGrp="1"/>
          </p:cNvSpPr>
          <p:nvPr>
            <p:ph sz="quarter" idx="14"/>
          </p:nvPr>
        </p:nvSpPr>
        <p:spPr/>
        <p:txBody>
          <a:bodyPr/>
          <a:lstStyle/>
          <a:p>
            <a:r>
              <a:rPr lang="en-CA" dirty="0"/>
              <a:t> </a:t>
            </a:r>
          </a:p>
        </p:txBody>
      </p:sp>
      <p:sp>
        <p:nvSpPr>
          <p:cNvPr id="5" name="Content Placeholder 4">
            <a:extLst>
              <a:ext uri="{FF2B5EF4-FFF2-40B4-BE49-F238E27FC236}">
                <a16:creationId xmlns:a16="http://schemas.microsoft.com/office/drawing/2014/main" id="{FA4E18B4-87E2-44CC-9617-C7A8AB79710C}"/>
              </a:ext>
            </a:extLst>
          </p:cNvPr>
          <p:cNvSpPr>
            <a:spLocks noGrp="1"/>
          </p:cNvSpPr>
          <p:nvPr>
            <p:ph sz="quarter" idx="15"/>
          </p:nvPr>
        </p:nvSpPr>
        <p:spPr/>
        <p:txBody>
          <a:bodyPr/>
          <a:lstStyle/>
          <a:p>
            <a:r>
              <a:rPr lang="en-CA" dirty="0"/>
              <a:t>8 Pillars of Strength’ underlie CAE’s compelling investment thesis, culminating in a technology-focused, secular growth company with market-leading positions and a high degree of recurring business.</a:t>
            </a:r>
          </a:p>
        </p:txBody>
      </p:sp>
      <p:graphicFrame>
        <p:nvGraphicFramePr>
          <p:cNvPr id="10" name="Table 16">
            <a:extLst>
              <a:ext uri="{FF2B5EF4-FFF2-40B4-BE49-F238E27FC236}">
                <a16:creationId xmlns:a16="http://schemas.microsoft.com/office/drawing/2014/main" id="{805D86A2-55BE-4A3F-B776-E76C57922485}"/>
              </a:ext>
            </a:extLst>
          </p:cNvPr>
          <p:cNvGraphicFramePr>
            <a:graphicFrameLocks noGrp="1"/>
          </p:cNvGraphicFramePr>
          <p:nvPr>
            <p:extLst>
              <p:ext uri="{D42A27DB-BD31-4B8C-83A1-F6EECF244321}">
                <p14:modId xmlns:p14="http://schemas.microsoft.com/office/powerpoint/2010/main" val="1041143374"/>
              </p:ext>
            </p:extLst>
          </p:nvPr>
        </p:nvGraphicFramePr>
        <p:xfrm>
          <a:off x="4623155" y="1842795"/>
          <a:ext cx="7013224" cy="3909893"/>
        </p:xfrm>
        <a:graphic>
          <a:graphicData uri="http://schemas.openxmlformats.org/drawingml/2006/table">
            <a:tbl>
              <a:tblPr firstRow="1" bandRow="1">
                <a:tableStyleId>{2D5ABB26-0587-4C30-8999-92F81FD0307C}</a:tableStyleId>
              </a:tblPr>
              <a:tblGrid>
                <a:gridCol w="971950">
                  <a:extLst>
                    <a:ext uri="{9D8B030D-6E8A-4147-A177-3AD203B41FA5}">
                      <a16:colId xmlns:a16="http://schemas.microsoft.com/office/drawing/2014/main" val="2596557203"/>
                    </a:ext>
                  </a:extLst>
                </a:gridCol>
                <a:gridCol w="2301986">
                  <a:extLst>
                    <a:ext uri="{9D8B030D-6E8A-4147-A177-3AD203B41FA5}">
                      <a16:colId xmlns:a16="http://schemas.microsoft.com/office/drawing/2014/main" val="3621700546"/>
                    </a:ext>
                  </a:extLst>
                </a:gridCol>
                <a:gridCol w="1010316">
                  <a:extLst>
                    <a:ext uri="{9D8B030D-6E8A-4147-A177-3AD203B41FA5}">
                      <a16:colId xmlns:a16="http://schemas.microsoft.com/office/drawing/2014/main" val="1052884642"/>
                    </a:ext>
                  </a:extLst>
                </a:gridCol>
                <a:gridCol w="2728972">
                  <a:extLst>
                    <a:ext uri="{9D8B030D-6E8A-4147-A177-3AD203B41FA5}">
                      <a16:colId xmlns:a16="http://schemas.microsoft.com/office/drawing/2014/main" val="4245137467"/>
                    </a:ext>
                  </a:extLst>
                </a:gridCol>
              </a:tblGrid>
              <a:tr h="974221">
                <a:tc>
                  <a:txBody>
                    <a:bodyPr/>
                    <a:lstStyle/>
                    <a:p>
                      <a:endParaRPr lang="en-CA" sz="1400" dirty="0">
                        <a:solidFill>
                          <a:schemeClr val="tx2"/>
                        </a:solidFill>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400" dirty="0">
                          <a:solidFill>
                            <a:schemeClr val="tx2"/>
                          </a:solidFill>
                        </a:rPr>
                        <a:t>Industry leader with a </a:t>
                      </a:r>
                      <a:br>
                        <a:rPr lang="en-CA" sz="1400" dirty="0">
                          <a:solidFill>
                            <a:schemeClr val="tx2"/>
                          </a:solidFill>
                        </a:rPr>
                      </a:br>
                      <a:r>
                        <a:rPr lang="en-CA" sz="1400" dirty="0">
                          <a:solidFill>
                            <a:schemeClr val="tx2"/>
                          </a:solidFill>
                        </a:rPr>
                        <a:t>strong competitive </a:t>
                      </a:r>
                      <a:br>
                        <a:rPr lang="en-CA" sz="1400" dirty="0">
                          <a:solidFill>
                            <a:schemeClr val="tx2"/>
                          </a:solidFill>
                        </a:rPr>
                      </a:br>
                      <a:r>
                        <a:rPr lang="en-CA" sz="1400" dirty="0">
                          <a:solidFill>
                            <a:schemeClr val="tx2"/>
                          </a:solidFill>
                        </a:rPr>
                        <a:t>moat</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CA" sz="1400" dirty="0">
                        <a:solidFill>
                          <a:schemeClr val="tx2"/>
                        </a:solidFill>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400" dirty="0">
                          <a:solidFill>
                            <a:schemeClr val="tx2"/>
                          </a:solidFill>
                        </a:rPr>
                        <a:t>Potential for compound </a:t>
                      </a:r>
                      <a:br>
                        <a:rPr lang="en-CA" sz="1400" dirty="0">
                          <a:solidFill>
                            <a:schemeClr val="tx2"/>
                          </a:solidFill>
                        </a:rPr>
                      </a:br>
                      <a:r>
                        <a:rPr lang="en-CA" sz="1400" dirty="0">
                          <a:solidFill>
                            <a:schemeClr val="tx2"/>
                          </a:solidFill>
                        </a:rPr>
                        <a:t>growth and superior returns </a:t>
                      </a:r>
                      <a:br>
                        <a:rPr lang="en-CA" sz="1400" dirty="0">
                          <a:solidFill>
                            <a:schemeClr val="tx2"/>
                          </a:solidFill>
                        </a:rPr>
                      </a:br>
                      <a:r>
                        <a:rPr lang="en-CA" sz="1400" dirty="0">
                          <a:solidFill>
                            <a:schemeClr val="tx2"/>
                          </a:solidFill>
                        </a:rPr>
                        <a:t>over the long term</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34649598"/>
                  </a:ext>
                </a:extLst>
              </a:tr>
              <a:tr h="1157388">
                <a:tc>
                  <a:txBody>
                    <a:bodyPr/>
                    <a:lstStyle/>
                    <a:p>
                      <a:endParaRPr lang="en-CA" sz="1400" dirty="0">
                        <a:solidFill>
                          <a:schemeClr val="tx2"/>
                        </a:solidFill>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400" dirty="0">
                          <a:solidFill>
                            <a:schemeClr val="tx2"/>
                          </a:solidFill>
                        </a:rPr>
                        <a:t>High degree of </a:t>
                      </a:r>
                      <a:br>
                        <a:rPr lang="en-CA" sz="1400" dirty="0">
                          <a:solidFill>
                            <a:schemeClr val="tx2"/>
                          </a:solidFill>
                        </a:rPr>
                      </a:br>
                      <a:r>
                        <a:rPr lang="en-CA" sz="1400" dirty="0">
                          <a:solidFill>
                            <a:schemeClr val="tx2"/>
                          </a:solidFill>
                        </a:rPr>
                        <a:t>recurring business</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CA" sz="1400" dirty="0">
                        <a:solidFill>
                          <a:schemeClr val="tx2"/>
                        </a:solidFill>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400" dirty="0">
                          <a:solidFill>
                            <a:schemeClr val="tx2"/>
                          </a:solidFill>
                        </a:rPr>
                        <a:t>Solid financial position </a:t>
                      </a:r>
                      <a:br>
                        <a:rPr lang="en-CA" sz="1400" dirty="0">
                          <a:solidFill>
                            <a:schemeClr val="tx2"/>
                          </a:solidFill>
                        </a:rPr>
                      </a:br>
                      <a:r>
                        <a:rPr lang="en-CA" sz="1400" dirty="0">
                          <a:solidFill>
                            <a:schemeClr val="tx2"/>
                          </a:solidFill>
                        </a:rPr>
                        <a:t>and highly case generative </a:t>
                      </a:r>
                      <a:br>
                        <a:rPr lang="en-CA" sz="1400" dirty="0">
                          <a:solidFill>
                            <a:schemeClr val="tx2"/>
                          </a:solidFill>
                        </a:rPr>
                      </a:br>
                      <a:r>
                        <a:rPr lang="en-CA" sz="1400" dirty="0">
                          <a:solidFill>
                            <a:schemeClr val="tx2"/>
                          </a:solidFill>
                        </a:rPr>
                        <a:t>business model</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96401803"/>
                  </a:ext>
                </a:extLst>
              </a:tr>
              <a:tr h="1138204">
                <a:tc>
                  <a:txBody>
                    <a:bodyPr/>
                    <a:lstStyle/>
                    <a:p>
                      <a:endParaRPr lang="en-CA" sz="1400" dirty="0">
                        <a:solidFill>
                          <a:schemeClr val="tx2"/>
                        </a:solidFill>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400" dirty="0">
                          <a:solidFill>
                            <a:schemeClr val="tx2"/>
                          </a:solidFill>
                        </a:rPr>
                        <a:t>Headroom in </a:t>
                      </a:r>
                      <a:br>
                        <a:rPr lang="en-CA" sz="1400" dirty="0">
                          <a:solidFill>
                            <a:schemeClr val="tx2"/>
                          </a:solidFill>
                        </a:rPr>
                      </a:br>
                      <a:r>
                        <a:rPr lang="en-CA" sz="1400" dirty="0">
                          <a:solidFill>
                            <a:schemeClr val="tx2"/>
                          </a:solidFill>
                        </a:rPr>
                        <a:t>large markets</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CA" sz="1400" dirty="0">
                        <a:solidFill>
                          <a:schemeClr val="tx2"/>
                        </a:solidFill>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400" dirty="0">
                          <a:solidFill>
                            <a:schemeClr val="tx2"/>
                          </a:solidFill>
                        </a:rPr>
                        <a:t>Excellent and diverse </a:t>
                      </a:r>
                      <a:br>
                        <a:rPr lang="en-CA" sz="1400" dirty="0">
                          <a:solidFill>
                            <a:schemeClr val="tx2"/>
                          </a:solidFill>
                        </a:rPr>
                      </a:br>
                      <a:r>
                        <a:rPr lang="en-CA" sz="1400" dirty="0">
                          <a:solidFill>
                            <a:schemeClr val="tx2"/>
                          </a:solidFill>
                        </a:rPr>
                        <a:t>team with a unique social </a:t>
                      </a:r>
                      <a:br>
                        <a:rPr lang="en-CA" sz="1400" dirty="0">
                          <a:solidFill>
                            <a:schemeClr val="tx2"/>
                          </a:solidFill>
                        </a:rPr>
                      </a:br>
                      <a:r>
                        <a:rPr lang="en-CA" sz="1400" dirty="0">
                          <a:solidFill>
                            <a:schemeClr val="tx2"/>
                          </a:solidFill>
                        </a:rPr>
                        <a:t>impact on safety</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3113605"/>
                  </a:ext>
                </a:extLst>
              </a:tr>
              <a:tr h="370840">
                <a:tc>
                  <a:txBody>
                    <a:bodyPr/>
                    <a:lstStyle/>
                    <a:p>
                      <a:endParaRPr lang="en-CA" sz="1400" dirty="0">
                        <a:solidFill>
                          <a:schemeClr val="tx2"/>
                        </a:solidFill>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400" dirty="0">
                          <a:solidFill>
                            <a:schemeClr val="tx2"/>
                          </a:solidFill>
                        </a:rPr>
                        <a:t>Culture of innovation, empowerment, </a:t>
                      </a:r>
                      <a:br>
                        <a:rPr lang="en-CA" sz="1400" dirty="0">
                          <a:solidFill>
                            <a:schemeClr val="tx2"/>
                          </a:solidFill>
                        </a:rPr>
                      </a:br>
                      <a:r>
                        <a:rPr lang="en-CA" sz="1400" dirty="0">
                          <a:solidFill>
                            <a:schemeClr val="tx2"/>
                          </a:solidFill>
                        </a:rPr>
                        <a:t>excellence and integrity</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CA" sz="1400" dirty="0">
                        <a:solidFill>
                          <a:schemeClr val="tx2"/>
                        </a:solidFill>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400" dirty="0">
                          <a:solidFill>
                            <a:schemeClr val="tx2"/>
                          </a:solidFill>
                        </a:rPr>
                        <a:t>Technology and industry </a:t>
                      </a:r>
                      <a:br>
                        <a:rPr lang="en-CA" sz="1400" dirty="0">
                          <a:solidFill>
                            <a:schemeClr val="tx2"/>
                          </a:solidFill>
                        </a:rPr>
                      </a:br>
                      <a:r>
                        <a:rPr lang="en-CA" sz="1400" dirty="0">
                          <a:solidFill>
                            <a:schemeClr val="tx2"/>
                          </a:solidFill>
                        </a:rPr>
                        <a:t>thought leader</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69199558"/>
                  </a:ext>
                </a:extLst>
              </a:tr>
            </a:tbl>
          </a:graphicData>
        </a:graphic>
      </p:graphicFrame>
      <p:pic>
        <p:nvPicPr>
          <p:cNvPr id="50" name="Graphic 49">
            <a:extLst>
              <a:ext uri="{FF2B5EF4-FFF2-40B4-BE49-F238E27FC236}">
                <a16:creationId xmlns:a16="http://schemas.microsoft.com/office/drawing/2014/main" id="{29367FDD-B6C5-445C-B429-9E086D1F548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14640" y="1742722"/>
            <a:ext cx="697216" cy="697216"/>
          </a:xfrm>
          <a:prstGeom prst="rect">
            <a:avLst/>
          </a:prstGeom>
        </p:spPr>
      </p:pic>
      <p:pic>
        <p:nvPicPr>
          <p:cNvPr id="56" name="Graphic 55">
            <a:extLst>
              <a:ext uri="{FF2B5EF4-FFF2-40B4-BE49-F238E27FC236}">
                <a16:creationId xmlns:a16="http://schemas.microsoft.com/office/drawing/2014/main" id="{6C6AB637-7B70-47B1-BBDB-B0A3BA2C536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74707" y="1877720"/>
            <a:ext cx="576064" cy="576064"/>
          </a:xfrm>
          <a:prstGeom prst="rect">
            <a:avLst/>
          </a:prstGeom>
        </p:spPr>
      </p:pic>
      <p:pic>
        <p:nvPicPr>
          <p:cNvPr id="53" name="Graphic 52">
            <a:extLst>
              <a:ext uri="{FF2B5EF4-FFF2-40B4-BE49-F238E27FC236}">
                <a16:creationId xmlns:a16="http://schemas.microsoft.com/office/drawing/2014/main" id="{44C890BC-C692-423F-BFF5-6672CD8806C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746390" y="2838635"/>
            <a:ext cx="697216" cy="697216"/>
          </a:xfrm>
          <a:prstGeom prst="rect">
            <a:avLst/>
          </a:prstGeom>
        </p:spPr>
      </p:pic>
      <p:pic>
        <p:nvPicPr>
          <p:cNvPr id="55" name="Graphic 54">
            <a:extLst>
              <a:ext uri="{FF2B5EF4-FFF2-40B4-BE49-F238E27FC236}">
                <a16:creationId xmlns:a16="http://schemas.microsoft.com/office/drawing/2014/main" id="{4FC427BA-AFAF-4FE2-93FE-FD7D4BE7FA9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87407" y="2832259"/>
            <a:ext cx="576064" cy="576064"/>
          </a:xfrm>
          <a:prstGeom prst="rect">
            <a:avLst/>
          </a:prstGeom>
        </p:spPr>
      </p:pic>
      <p:pic>
        <p:nvPicPr>
          <p:cNvPr id="52" name="Graphic 51">
            <a:extLst>
              <a:ext uri="{FF2B5EF4-FFF2-40B4-BE49-F238E27FC236}">
                <a16:creationId xmlns:a16="http://schemas.microsoft.com/office/drawing/2014/main" id="{A3DABC15-7CC9-4DF4-A5F6-A33D1C39530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714640" y="3845812"/>
            <a:ext cx="697216" cy="697216"/>
          </a:xfrm>
          <a:prstGeom prst="rect">
            <a:avLst/>
          </a:prstGeom>
        </p:spPr>
      </p:pic>
      <p:pic>
        <p:nvPicPr>
          <p:cNvPr id="57" name="Graphic 56">
            <a:extLst>
              <a:ext uri="{FF2B5EF4-FFF2-40B4-BE49-F238E27FC236}">
                <a16:creationId xmlns:a16="http://schemas.microsoft.com/office/drawing/2014/main" id="{F0ED1F0D-BB0C-41BC-A4FC-B1BC36F5B9A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156739" y="4005490"/>
            <a:ext cx="612000" cy="612000"/>
          </a:xfrm>
          <a:prstGeom prst="rect">
            <a:avLst/>
          </a:prstGeom>
        </p:spPr>
      </p:pic>
      <p:pic>
        <p:nvPicPr>
          <p:cNvPr id="51" name="Graphic 50">
            <a:extLst>
              <a:ext uri="{FF2B5EF4-FFF2-40B4-BE49-F238E27FC236}">
                <a16:creationId xmlns:a16="http://schemas.microsoft.com/office/drawing/2014/main" id="{4E9CC9B9-EAEF-4D3D-8D54-2B5FF008228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788998" y="5126222"/>
            <a:ext cx="612000" cy="612000"/>
          </a:xfrm>
          <a:prstGeom prst="rect">
            <a:avLst/>
          </a:prstGeom>
        </p:spPr>
      </p:pic>
      <p:pic>
        <p:nvPicPr>
          <p:cNvPr id="54" name="Graphic 53">
            <a:extLst>
              <a:ext uri="{FF2B5EF4-FFF2-40B4-BE49-F238E27FC236}">
                <a16:creationId xmlns:a16="http://schemas.microsoft.com/office/drawing/2014/main" id="{3606C661-860B-4B5F-9643-0C4A4F32236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156739" y="5028040"/>
            <a:ext cx="612000" cy="612000"/>
          </a:xfrm>
          <a:prstGeom prst="rect">
            <a:avLst/>
          </a:prstGeom>
        </p:spPr>
      </p:pic>
      <p:sp>
        <p:nvSpPr>
          <p:cNvPr id="23" name="Rounded Rectangular Callout 9">
            <a:extLst>
              <a:ext uri="{FF2B5EF4-FFF2-40B4-BE49-F238E27FC236}">
                <a16:creationId xmlns:a16="http://schemas.microsoft.com/office/drawing/2014/main" id="{7D3EB7AF-0361-4C21-9F99-B147D947D08A}"/>
              </a:ext>
            </a:extLst>
          </p:cNvPr>
          <p:cNvSpPr/>
          <p:nvPr>
            <p:custDataLst>
              <p:tags r:id="rId1"/>
            </p:custDataLst>
          </p:nvPr>
        </p:nvSpPr>
        <p:spPr>
          <a:xfrm>
            <a:off x="6384032" y="332656"/>
            <a:ext cx="4752528" cy="1152000"/>
          </a:xfrm>
          <a:prstGeom prst="wedgeRectCallout">
            <a:avLst>
              <a:gd name="adj1" fmla="val -11884"/>
              <a:gd name="adj2" fmla="val 8033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lstStyle/>
          <a:p>
            <a:r>
              <a:rPr lang="en-CA" sz="1400" dirty="0"/>
              <a:t>These icons are ready for use. Simply copy/paste and resize if needed.</a:t>
            </a:r>
            <a:br>
              <a:rPr lang="en-CA" sz="1400" dirty="0"/>
            </a:br>
            <a:r>
              <a:rPr lang="en-CA" sz="1400" b="1" dirty="0"/>
              <a:t>You can change the colour </a:t>
            </a:r>
            <a:r>
              <a:rPr lang="en-CA" sz="1400" dirty="0"/>
              <a:t>by selecting an icon, then clicking on “Shape Fill” to apply a different colour.</a:t>
            </a:r>
          </a:p>
        </p:txBody>
      </p:sp>
    </p:spTree>
    <p:extLst>
      <p:ext uri="{BB962C8B-B14F-4D97-AF65-F5344CB8AC3E}">
        <p14:creationId xmlns:p14="http://schemas.microsoft.com/office/powerpoint/2010/main" val="2322416495"/>
      </p:ext>
    </p:extLst>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8992695"/>
      </p:ext>
    </p:extLst>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3883591"/>
      </p:ext>
    </p:extLst>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Espace réservé du texte 27">
            <a:extLst>
              <a:ext uri="{FF2B5EF4-FFF2-40B4-BE49-F238E27FC236}">
                <a16:creationId xmlns:a16="http://schemas.microsoft.com/office/drawing/2014/main" id="{A02BC37A-74E0-8DF7-7007-10768DADCB79}"/>
              </a:ext>
            </a:extLst>
          </p:cNvPr>
          <p:cNvSpPr>
            <a:spLocks noGrp="1"/>
          </p:cNvSpPr>
          <p:nvPr>
            <p:ph type="body" sz="quarter" idx="13"/>
          </p:nvPr>
        </p:nvSpPr>
        <p:spPr/>
        <p:txBody>
          <a:bodyPr/>
          <a:lstStyle/>
          <a:p>
            <a:endParaRPr lang="en-CA" dirty="0"/>
          </a:p>
        </p:txBody>
      </p:sp>
      <p:sp>
        <p:nvSpPr>
          <p:cNvPr id="29" name="Espace réservé du texte 28">
            <a:extLst>
              <a:ext uri="{FF2B5EF4-FFF2-40B4-BE49-F238E27FC236}">
                <a16:creationId xmlns:a16="http://schemas.microsoft.com/office/drawing/2014/main" id="{DC6E97D0-014C-0986-352D-51E0E7F25E5D}"/>
              </a:ext>
            </a:extLst>
          </p:cNvPr>
          <p:cNvSpPr>
            <a:spLocks noGrp="1"/>
          </p:cNvSpPr>
          <p:nvPr>
            <p:ph type="body" sz="quarter" idx="14"/>
          </p:nvPr>
        </p:nvSpPr>
        <p:spPr/>
        <p:txBody>
          <a:bodyPr/>
          <a:lstStyle/>
          <a:p>
            <a:endParaRPr lang="en-CA" dirty="0"/>
          </a:p>
        </p:txBody>
      </p:sp>
      <p:sp>
        <p:nvSpPr>
          <p:cNvPr id="30" name="Espace réservé du texte 29">
            <a:extLst>
              <a:ext uri="{FF2B5EF4-FFF2-40B4-BE49-F238E27FC236}">
                <a16:creationId xmlns:a16="http://schemas.microsoft.com/office/drawing/2014/main" id="{F7FC0829-AA87-7EBB-2A60-EEC4B020637B}"/>
              </a:ext>
            </a:extLst>
          </p:cNvPr>
          <p:cNvSpPr>
            <a:spLocks noGrp="1"/>
          </p:cNvSpPr>
          <p:nvPr>
            <p:ph type="body" sz="quarter" idx="15"/>
          </p:nvPr>
        </p:nvSpPr>
        <p:spPr/>
        <p:txBody>
          <a:bodyPr/>
          <a:lstStyle/>
          <a:p>
            <a:endParaRPr lang="en-CA" dirty="0"/>
          </a:p>
        </p:txBody>
      </p:sp>
      <p:sp>
        <p:nvSpPr>
          <p:cNvPr id="6" name="Slide Number Placeholder 5">
            <a:extLst>
              <a:ext uri="{FF2B5EF4-FFF2-40B4-BE49-F238E27FC236}">
                <a16:creationId xmlns:a16="http://schemas.microsoft.com/office/drawing/2014/main" id="{A93A6755-787B-436F-A6EB-0FD4FB311C7D}"/>
              </a:ext>
            </a:extLst>
          </p:cNvPr>
          <p:cNvSpPr>
            <a:spLocks noGrp="1"/>
          </p:cNvSpPr>
          <p:nvPr>
            <p:ph type="sldNum" sz="quarter" idx="16"/>
          </p:nvPr>
        </p:nvSpPr>
        <p:spPr/>
        <p:txBody>
          <a:bodyPr/>
          <a:lstStyle/>
          <a:p>
            <a:fld id="{9F13E4E3-EA9B-4FF8-B6C4-2516ED16E94E}" type="slidenum">
              <a:rPr lang="en-CA" smtClean="0"/>
              <a:pPr/>
              <a:t>20</a:t>
            </a:fld>
            <a:endParaRPr lang="en-CA" dirty="0"/>
          </a:p>
        </p:txBody>
      </p:sp>
      <p:sp>
        <p:nvSpPr>
          <p:cNvPr id="7" name="Text Placeholder 6">
            <a:extLst>
              <a:ext uri="{FF2B5EF4-FFF2-40B4-BE49-F238E27FC236}">
                <a16:creationId xmlns:a16="http://schemas.microsoft.com/office/drawing/2014/main" id="{B95CF5AE-74F8-4B4D-8AAF-2837385B6DEB}"/>
              </a:ext>
            </a:extLst>
          </p:cNvPr>
          <p:cNvSpPr>
            <a:spLocks noGrp="1"/>
          </p:cNvSpPr>
          <p:nvPr>
            <p:ph type="body" sz="quarter" idx="17"/>
          </p:nvPr>
        </p:nvSpPr>
        <p:spPr/>
        <p:txBody>
          <a:bodyPr/>
          <a:lstStyle/>
          <a:p>
            <a:r>
              <a:rPr lang="en-CA" dirty="0"/>
              <a:t>1</a:t>
            </a:r>
          </a:p>
        </p:txBody>
      </p:sp>
      <p:sp>
        <p:nvSpPr>
          <p:cNvPr id="8" name="Text Placeholder 7">
            <a:extLst>
              <a:ext uri="{FF2B5EF4-FFF2-40B4-BE49-F238E27FC236}">
                <a16:creationId xmlns:a16="http://schemas.microsoft.com/office/drawing/2014/main" id="{7E53CF2B-D4A8-463C-BA3A-99B6EEC149D6}"/>
              </a:ext>
            </a:extLst>
          </p:cNvPr>
          <p:cNvSpPr>
            <a:spLocks noGrp="1"/>
          </p:cNvSpPr>
          <p:nvPr>
            <p:ph type="body" sz="quarter" idx="18"/>
          </p:nvPr>
        </p:nvSpPr>
        <p:spPr/>
        <p:txBody>
          <a:bodyPr/>
          <a:lstStyle/>
          <a:p>
            <a:r>
              <a:rPr lang="en-CA" dirty="0"/>
              <a:t>2</a:t>
            </a:r>
          </a:p>
        </p:txBody>
      </p:sp>
      <p:sp>
        <p:nvSpPr>
          <p:cNvPr id="9" name="Text Placeholder 8">
            <a:extLst>
              <a:ext uri="{FF2B5EF4-FFF2-40B4-BE49-F238E27FC236}">
                <a16:creationId xmlns:a16="http://schemas.microsoft.com/office/drawing/2014/main" id="{2AE04397-CCFE-4AC9-9ED2-3BB2875109E5}"/>
              </a:ext>
            </a:extLst>
          </p:cNvPr>
          <p:cNvSpPr>
            <a:spLocks noGrp="1"/>
          </p:cNvSpPr>
          <p:nvPr>
            <p:ph type="body" sz="quarter" idx="19"/>
          </p:nvPr>
        </p:nvSpPr>
        <p:spPr/>
        <p:txBody>
          <a:bodyPr/>
          <a:lstStyle/>
          <a:p>
            <a:r>
              <a:rPr lang="en-CA" dirty="0"/>
              <a:t>3</a:t>
            </a:r>
          </a:p>
        </p:txBody>
      </p:sp>
      <p:sp>
        <p:nvSpPr>
          <p:cNvPr id="27" name="Espace réservé du texte 26">
            <a:extLst>
              <a:ext uri="{FF2B5EF4-FFF2-40B4-BE49-F238E27FC236}">
                <a16:creationId xmlns:a16="http://schemas.microsoft.com/office/drawing/2014/main" id="{B9CCC0FC-E0D3-C87D-10E4-9CF843C71F43}"/>
              </a:ext>
            </a:extLst>
          </p:cNvPr>
          <p:cNvSpPr>
            <a:spLocks noGrp="1"/>
          </p:cNvSpPr>
          <p:nvPr>
            <p:ph type="body" sz="quarter" idx="12"/>
          </p:nvPr>
        </p:nvSpPr>
        <p:spPr/>
        <p:txBody>
          <a:bodyPr/>
          <a:lstStyle/>
          <a:p>
            <a:endParaRPr lang="en-CA" dirty="0"/>
          </a:p>
        </p:txBody>
      </p:sp>
      <p:sp>
        <p:nvSpPr>
          <p:cNvPr id="31" name="Espace réservé du texte 30">
            <a:extLst>
              <a:ext uri="{FF2B5EF4-FFF2-40B4-BE49-F238E27FC236}">
                <a16:creationId xmlns:a16="http://schemas.microsoft.com/office/drawing/2014/main" id="{C9D94619-032E-D3AD-B9E7-2BAF4DBE4224}"/>
              </a:ext>
            </a:extLst>
          </p:cNvPr>
          <p:cNvSpPr>
            <a:spLocks noGrp="1"/>
          </p:cNvSpPr>
          <p:nvPr>
            <p:ph type="body" sz="quarter" idx="20"/>
          </p:nvPr>
        </p:nvSpPr>
        <p:spPr/>
        <p:txBody>
          <a:bodyPr/>
          <a:lstStyle/>
          <a:p>
            <a:endParaRPr lang="en-CA" dirty="0"/>
          </a:p>
        </p:txBody>
      </p:sp>
      <p:sp>
        <p:nvSpPr>
          <p:cNvPr id="2" name="Title 1">
            <a:extLst>
              <a:ext uri="{FF2B5EF4-FFF2-40B4-BE49-F238E27FC236}">
                <a16:creationId xmlns:a16="http://schemas.microsoft.com/office/drawing/2014/main" id="{2C81FB7A-A470-4F91-A52A-328A74FFB409}"/>
              </a:ext>
            </a:extLst>
          </p:cNvPr>
          <p:cNvSpPr>
            <a:spLocks noGrp="1"/>
          </p:cNvSpPr>
          <p:nvPr>
            <p:ph type="title"/>
          </p:nvPr>
        </p:nvSpPr>
        <p:spPr/>
        <p:txBody>
          <a:bodyPr/>
          <a:lstStyle/>
          <a:p>
            <a:r>
              <a:rPr lang="en-CA" dirty="0"/>
              <a:t>Conclusion</a:t>
            </a:r>
          </a:p>
        </p:txBody>
      </p:sp>
    </p:spTree>
    <p:extLst>
      <p:ext uri="{BB962C8B-B14F-4D97-AF65-F5344CB8AC3E}">
        <p14:creationId xmlns:p14="http://schemas.microsoft.com/office/powerpoint/2010/main" val="3633457460"/>
      </p:ext>
    </p:extLst>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75B8742A-0FDB-42FD-9489-67FFFD7C4D12}"/>
              </a:ext>
            </a:extLst>
          </p:cNvPr>
          <p:cNvSpPr>
            <a:spLocks noGrp="1"/>
          </p:cNvSpPr>
          <p:nvPr>
            <p:ph type="sldNum" sz="quarter" idx="10"/>
          </p:nvPr>
        </p:nvSpPr>
        <p:spPr/>
        <p:txBody>
          <a:bodyPr/>
          <a:lstStyle/>
          <a:p>
            <a:fld id="{F727B59D-7AF7-E44F-BD7E-A2EC0F458FB3}" type="slidenum">
              <a:rPr lang="en-CA" smtClean="0"/>
              <a:pPr/>
              <a:t>21</a:t>
            </a:fld>
            <a:endParaRPr lang="en-CA" dirty="0"/>
          </a:p>
        </p:txBody>
      </p:sp>
      <p:sp>
        <p:nvSpPr>
          <p:cNvPr id="15" name="Espace réservé du texte 14">
            <a:extLst>
              <a:ext uri="{FF2B5EF4-FFF2-40B4-BE49-F238E27FC236}">
                <a16:creationId xmlns:a16="http://schemas.microsoft.com/office/drawing/2014/main" id="{F355C5F4-B6ED-CA42-15B3-BDEF6FF94CED}"/>
              </a:ext>
            </a:extLst>
          </p:cNvPr>
          <p:cNvSpPr>
            <a:spLocks noGrp="1"/>
          </p:cNvSpPr>
          <p:nvPr>
            <p:ph type="body" sz="quarter" idx="12"/>
          </p:nvPr>
        </p:nvSpPr>
        <p:spPr/>
        <p:txBody>
          <a:bodyPr/>
          <a:lstStyle/>
          <a:p>
            <a:endParaRPr lang="en-CA" dirty="0"/>
          </a:p>
        </p:txBody>
      </p:sp>
      <p:sp>
        <p:nvSpPr>
          <p:cNvPr id="4" name="Titre 3">
            <a:extLst>
              <a:ext uri="{FF2B5EF4-FFF2-40B4-BE49-F238E27FC236}">
                <a16:creationId xmlns:a16="http://schemas.microsoft.com/office/drawing/2014/main" id="{5D8F168C-8B8F-4741-ADC7-4E9DC237B8B8}"/>
              </a:ext>
            </a:extLst>
          </p:cNvPr>
          <p:cNvSpPr>
            <a:spLocks noGrp="1"/>
          </p:cNvSpPr>
          <p:nvPr>
            <p:ph type="title"/>
          </p:nvPr>
        </p:nvSpPr>
        <p:spPr/>
        <p:txBody>
          <a:bodyPr/>
          <a:lstStyle/>
          <a:p>
            <a:r>
              <a:rPr lang="en-CA" dirty="0"/>
              <a:t>Next Steps</a:t>
            </a:r>
          </a:p>
        </p:txBody>
      </p:sp>
      <p:graphicFrame>
        <p:nvGraphicFramePr>
          <p:cNvPr id="6" name="Content Placeholder 6">
            <a:extLst>
              <a:ext uri="{FF2B5EF4-FFF2-40B4-BE49-F238E27FC236}">
                <a16:creationId xmlns:a16="http://schemas.microsoft.com/office/drawing/2014/main" id="{B2B4E263-1CA6-45F3-A534-F9D831292E55}"/>
              </a:ext>
            </a:extLst>
          </p:cNvPr>
          <p:cNvGraphicFramePr>
            <a:graphicFrameLocks noGrp="1"/>
          </p:cNvGraphicFramePr>
          <p:nvPr>
            <p:ph sz="quarter" idx="14"/>
            <p:extLst>
              <p:ext uri="{D42A27DB-BD31-4B8C-83A1-F6EECF244321}">
                <p14:modId xmlns:p14="http://schemas.microsoft.com/office/powerpoint/2010/main" val="2692049518"/>
              </p:ext>
            </p:extLst>
          </p:nvPr>
        </p:nvGraphicFramePr>
        <p:xfrm>
          <a:off x="550863" y="1412875"/>
          <a:ext cx="11058426" cy="3028758"/>
        </p:xfrm>
        <a:graphic>
          <a:graphicData uri="http://schemas.openxmlformats.org/drawingml/2006/table">
            <a:tbl>
              <a:tblPr firstRow="1" bandRow="1">
                <a:tableStyleId>{D27102A9-8310-4765-A935-A1911B00CA55}</a:tableStyleId>
              </a:tblPr>
              <a:tblGrid>
                <a:gridCol w="6045999">
                  <a:extLst>
                    <a:ext uri="{9D8B030D-6E8A-4147-A177-3AD203B41FA5}">
                      <a16:colId xmlns:a16="http://schemas.microsoft.com/office/drawing/2014/main" val="20000"/>
                    </a:ext>
                  </a:extLst>
                </a:gridCol>
                <a:gridCol w="2672229">
                  <a:extLst>
                    <a:ext uri="{9D8B030D-6E8A-4147-A177-3AD203B41FA5}">
                      <a16:colId xmlns:a16="http://schemas.microsoft.com/office/drawing/2014/main" val="20001"/>
                    </a:ext>
                  </a:extLst>
                </a:gridCol>
                <a:gridCol w="2340198">
                  <a:extLst>
                    <a:ext uri="{9D8B030D-6E8A-4147-A177-3AD203B41FA5}">
                      <a16:colId xmlns:a16="http://schemas.microsoft.com/office/drawing/2014/main" val="20002"/>
                    </a:ext>
                  </a:extLst>
                </a:gridCol>
              </a:tblGrid>
              <a:tr h="535518">
                <a:tc>
                  <a:txBody>
                    <a:bodyPr/>
                    <a:lstStyle/>
                    <a:p>
                      <a:r>
                        <a:rPr lang="en-CA" sz="2000" noProof="0" dirty="0">
                          <a:solidFill>
                            <a:schemeClr val="bg1"/>
                          </a:solidFill>
                        </a:rPr>
                        <a:t>Action</a:t>
                      </a:r>
                      <a:endParaRPr lang="en-CA" sz="2000" noProof="0" dirty="0">
                        <a:solidFill>
                          <a:schemeClr val="bg1"/>
                        </a:solidFill>
                        <a:latin typeface="+mn-lt"/>
                        <a:cs typeface="+mn-cs"/>
                      </a:endParaRPr>
                    </a:p>
                  </a:txBody>
                  <a:tcPr marL="180000" marR="180000" marT="42863" marB="42863" anchor="ctr">
                    <a:lnL>
                      <a:noFill/>
                    </a:lnL>
                    <a:lnR w="12700" cap="flat" cmpd="sng" algn="ctr">
                      <a:solidFill>
                        <a:schemeClr val="bg1"/>
                      </a:solidFill>
                      <a:prstDash val="solid"/>
                      <a:round/>
                      <a:headEnd type="none" w="med" len="med"/>
                      <a:tailEnd type="none" w="med" len="med"/>
                    </a:lnR>
                    <a:lnT w="12700" cmpd="sng">
                      <a:noFill/>
                    </a:lnT>
                    <a:lnB w="12700" cmpd="sng">
                      <a:noFill/>
                    </a:lnB>
                    <a:solidFill>
                      <a:schemeClr val="accent1"/>
                    </a:solidFill>
                  </a:tcPr>
                </a:tc>
                <a:tc>
                  <a:txBody>
                    <a:bodyPr/>
                    <a:lstStyle/>
                    <a:p>
                      <a:pPr algn="l"/>
                      <a:r>
                        <a:rPr lang="en-CA" sz="2000" noProof="0" dirty="0">
                          <a:solidFill>
                            <a:schemeClr val="bg1"/>
                          </a:solidFill>
                        </a:rPr>
                        <a:t>Lead</a:t>
                      </a:r>
                      <a:endParaRPr lang="en-CA" sz="2000" noProof="0" dirty="0">
                        <a:solidFill>
                          <a:schemeClr val="bg1"/>
                        </a:solidFill>
                        <a:latin typeface="+mn-lt"/>
                        <a:cs typeface="+mn-cs"/>
                      </a:endParaRPr>
                    </a:p>
                  </a:txBody>
                  <a:tcPr marL="108000" marR="85725" marT="42863" marB="42863"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mpd="sng">
                      <a:noFill/>
                    </a:lnB>
                    <a:solidFill>
                      <a:schemeClr val="accent1"/>
                    </a:solidFill>
                  </a:tcPr>
                </a:tc>
                <a:tc>
                  <a:txBody>
                    <a:bodyPr/>
                    <a:lstStyle/>
                    <a:p>
                      <a:pPr algn="l"/>
                      <a:r>
                        <a:rPr lang="en-CA" sz="2000" noProof="0" dirty="0">
                          <a:solidFill>
                            <a:schemeClr val="bg1"/>
                          </a:solidFill>
                        </a:rPr>
                        <a:t>Timing</a:t>
                      </a:r>
                      <a:endParaRPr lang="en-CA" sz="2000" noProof="0" dirty="0">
                        <a:solidFill>
                          <a:schemeClr val="bg1"/>
                        </a:solidFill>
                        <a:latin typeface="+mn-lt"/>
                        <a:cs typeface="+mn-cs"/>
                      </a:endParaRPr>
                    </a:p>
                  </a:txBody>
                  <a:tcPr marL="108000" marR="85725" marT="42863" marB="42863" anchor="ctr">
                    <a:lnL w="12700" cap="flat" cmpd="sng" algn="ctr">
                      <a:solidFill>
                        <a:schemeClr val="bg1"/>
                      </a:solidFill>
                      <a:prstDash val="solid"/>
                      <a:round/>
                      <a:headEnd type="none" w="med" len="med"/>
                      <a:tailEnd type="none" w="med" len="med"/>
                    </a:lnL>
                    <a:lnR>
                      <a:noFill/>
                    </a:lnR>
                    <a:lnT w="12700" cmpd="sng">
                      <a:noFill/>
                    </a:lnT>
                    <a:lnB w="12700" cmpd="sng">
                      <a:noFill/>
                    </a:lnB>
                    <a:solidFill>
                      <a:schemeClr val="accent1"/>
                    </a:solidFill>
                  </a:tcPr>
                </a:tc>
                <a:extLst>
                  <a:ext uri="{0D108BD9-81ED-4DB2-BD59-A6C34878D82A}">
                    <a16:rowId xmlns:a16="http://schemas.microsoft.com/office/drawing/2014/main" val="10000"/>
                  </a:ext>
                </a:extLst>
              </a:tr>
              <a:tr h="498648">
                <a:tc>
                  <a:txBody>
                    <a:bodyPr/>
                    <a:lstStyle/>
                    <a:p>
                      <a:pPr marL="432000" indent="-234000" algn="l" defTabSz="652820" rtl="0" eaLnBrk="1" fontAlgn="base" hangingPunct="1">
                        <a:spcAft>
                          <a:spcPts val="0"/>
                        </a:spcAft>
                        <a:buClr>
                          <a:schemeClr val="tx2"/>
                        </a:buClr>
                        <a:buSzPct val="85000"/>
                        <a:buFont typeface="Wingdings" pitchFamily="2" charset="2"/>
                        <a:buChar char="§"/>
                      </a:pPr>
                      <a:r>
                        <a:rPr lang="en-CA" sz="1600" kern="1200" noProof="0" dirty="0">
                          <a:solidFill>
                            <a:schemeClr val="tx2"/>
                          </a:solidFill>
                        </a:rPr>
                        <a:t>Next Step 1</a:t>
                      </a:r>
                      <a:endParaRPr lang="en-CA" sz="1600" kern="1200" noProof="0" dirty="0">
                        <a:solidFill>
                          <a:schemeClr val="tx2"/>
                        </a:solidFill>
                        <a:latin typeface="+mn-lt"/>
                        <a:ea typeface="+mn-ea"/>
                        <a:cs typeface="+mn-cs"/>
                      </a:endParaRPr>
                    </a:p>
                  </a:txBody>
                  <a:tcPr marL="0" marR="0" marT="42863" marB="42863" anchor="ctr">
                    <a:lnL>
                      <a:noFill/>
                    </a:lnL>
                    <a:lnR w="12700" cap="flat" cmpd="sng" algn="ctr">
                      <a:solidFill>
                        <a:schemeClr val="bg1"/>
                      </a:solidFill>
                      <a:prstDash val="solid"/>
                      <a:round/>
                      <a:headEnd type="none" w="med" len="med"/>
                      <a:tailEnd type="none" w="med" len="med"/>
                    </a:lnR>
                    <a:lnT w="12700" cmpd="sng">
                      <a:noFill/>
                    </a:lnT>
                  </a:tcPr>
                </a:tc>
                <a:tc>
                  <a:txBody>
                    <a:bodyPr/>
                    <a:lstStyle/>
                    <a:p>
                      <a:pPr algn="l"/>
                      <a:r>
                        <a:rPr lang="en-CA" sz="1600" noProof="0" dirty="0">
                          <a:solidFill>
                            <a:schemeClr val="tx2"/>
                          </a:solidFill>
                        </a:rPr>
                        <a:t>Name</a:t>
                      </a:r>
                      <a:endParaRPr lang="en-CA" sz="1600" noProof="0" dirty="0">
                        <a:solidFill>
                          <a:schemeClr val="tx2"/>
                        </a:solidFill>
                        <a:latin typeface="+mn-lt"/>
                        <a:cs typeface="+mn-cs"/>
                      </a:endParaRPr>
                    </a:p>
                  </a:txBody>
                  <a:tcPr marL="108000" marR="85725" marT="42863" marB="42863"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tcPr>
                </a:tc>
                <a:tc>
                  <a:txBody>
                    <a:bodyPr/>
                    <a:lstStyle/>
                    <a:p>
                      <a:pPr algn="l"/>
                      <a:r>
                        <a:rPr lang="en-CA" sz="1600" noProof="0" dirty="0">
                          <a:solidFill>
                            <a:schemeClr val="tx2"/>
                          </a:solidFill>
                        </a:rPr>
                        <a:t>Date</a:t>
                      </a:r>
                      <a:endParaRPr lang="en-CA" sz="1600" noProof="0" dirty="0">
                        <a:solidFill>
                          <a:schemeClr val="tx2"/>
                        </a:solidFill>
                        <a:latin typeface="+mn-lt"/>
                        <a:cs typeface="+mn-cs"/>
                      </a:endParaRPr>
                    </a:p>
                  </a:txBody>
                  <a:tcPr marL="108000" marR="85725" marT="42863" marB="42863" anchor="ctr">
                    <a:lnL w="12700" cap="flat" cmpd="sng" algn="ctr">
                      <a:solidFill>
                        <a:schemeClr val="bg1"/>
                      </a:solidFill>
                      <a:prstDash val="solid"/>
                      <a:round/>
                      <a:headEnd type="none" w="med" len="med"/>
                      <a:tailEnd type="none" w="med" len="med"/>
                    </a:lnL>
                    <a:lnR>
                      <a:noFill/>
                    </a:lnR>
                    <a:lnT w="12700" cmpd="sng">
                      <a:noFill/>
                    </a:lnT>
                  </a:tcPr>
                </a:tc>
                <a:extLst>
                  <a:ext uri="{0D108BD9-81ED-4DB2-BD59-A6C34878D82A}">
                    <a16:rowId xmlns:a16="http://schemas.microsoft.com/office/drawing/2014/main" val="10001"/>
                  </a:ext>
                </a:extLst>
              </a:tr>
              <a:tr h="498648">
                <a:tc>
                  <a:txBody>
                    <a:bodyPr/>
                    <a:lstStyle/>
                    <a:p>
                      <a:pPr marL="432000" indent="-234000" algn="l" defTabSz="652820" rtl="0" eaLnBrk="1" fontAlgn="base" hangingPunct="1">
                        <a:spcAft>
                          <a:spcPts val="0"/>
                        </a:spcAft>
                        <a:buClr>
                          <a:schemeClr val="tx2"/>
                        </a:buClr>
                        <a:buSzPct val="85000"/>
                        <a:buFont typeface="Wingdings" pitchFamily="2" charset="2"/>
                        <a:buChar char="§"/>
                      </a:pPr>
                      <a:r>
                        <a:rPr lang="en-CA" sz="1600" kern="1200" noProof="0" dirty="0">
                          <a:solidFill>
                            <a:schemeClr val="tx2"/>
                          </a:solidFill>
                        </a:rPr>
                        <a:t>Next Step 2</a:t>
                      </a:r>
                      <a:endParaRPr lang="en-CA" sz="1600" kern="1200" noProof="0" dirty="0">
                        <a:solidFill>
                          <a:schemeClr val="tx2"/>
                        </a:solidFill>
                        <a:latin typeface="+mn-lt"/>
                        <a:ea typeface="+mn-ea"/>
                        <a:cs typeface="+mn-cs"/>
                      </a:endParaRPr>
                    </a:p>
                  </a:txBody>
                  <a:tcPr marL="0" marR="0" marT="42863" marB="42863" anchor="ctr">
                    <a:lnL>
                      <a:noFill/>
                    </a:lnL>
                    <a:lnR w="12700" cap="flat" cmpd="sng" algn="ctr">
                      <a:solidFill>
                        <a:schemeClr val="bg1"/>
                      </a:solidFill>
                      <a:prstDash val="solid"/>
                      <a:round/>
                      <a:headEnd type="none" w="med" len="med"/>
                      <a:tailEnd type="none" w="med" len="med"/>
                    </a:lnR>
                  </a:tcPr>
                </a:tc>
                <a:tc>
                  <a:txBody>
                    <a:bodyPr/>
                    <a:lstStyle/>
                    <a:p>
                      <a:pPr algn="l"/>
                      <a:r>
                        <a:rPr lang="en-CA" sz="1600" noProof="0" dirty="0">
                          <a:solidFill>
                            <a:schemeClr val="tx2"/>
                          </a:solidFill>
                        </a:rPr>
                        <a:t>Name</a:t>
                      </a:r>
                      <a:endParaRPr lang="en-CA" sz="1600" noProof="0" dirty="0">
                        <a:solidFill>
                          <a:schemeClr val="tx2"/>
                        </a:solidFill>
                        <a:latin typeface="+mn-lt"/>
                        <a:cs typeface="+mn-cs"/>
                      </a:endParaRPr>
                    </a:p>
                  </a:txBody>
                  <a:tcPr marL="108000" marR="85725" marT="42863" marB="42863"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algn="l"/>
                      <a:r>
                        <a:rPr lang="en-CA" sz="1600" noProof="0" dirty="0">
                          <a:solidFill>
                            <a:schemeClr val="tx2"/>
                          </a:solidFill>
                        </a:rPr>
                        <a:t>Date</a:t>
                      </a:r>
                      <a:endParaRPr lang="en-CA" sz="1600" noProof="0" dirty="0">
                        <a:solidFill>
                          <a:schemeClr val="tx2"/>
                        </a:solidFill>
                        <a:latin typeface="+mn-lt"/>
                        <a:cs typeface="+mn-cs"/>
                      </a:endParaRPr>
                    </a:p>
                  </a:txBody>
                  <a:tcPr marL="108000" marR="85725" marT="42863" marB="42863" anchor="ctr">
                    <a:lnL w="12700" cap="flat" cmpd="sng" algn="ctr">
                      <a:solidFill>
                        <a:schemeClr val="bg1"/>
                      </a:solidFill>
                      <a:prstDash val="solid"/>
                      <a:round/>
                      <a:headEnd type="none" w="med" len="med"/>
                      <a:tailEnd type="none" w="med" len="med"/>
                    </a:lnL>
                    <a:lnR>
                      <a:noFill/>
                    </a:lnR>
                  </a:tcPr>
                </a:tc>
                <a:extLst>
                  <a:ext uri="{0D108BD9-81ED-4DB2-BD59-A6C34878D82A}">
                    <a16:rowId xmlns:a16="http://schemas.microsoft.com/office/drawing/2014/main" val="10002"/>
                  </a:ext>
                </a:extLst>
              </a:tr>
              <a:tr h="498648">
                <a:tc>
                  <a:txBody>
                    <a:bodyPr/>
                    <a:lstStyle/>
                    <a:p>
                      <a:pPr marL="432000" indent="-234000" algn="l" defTabSz="652820" rtl="0" eaLnBrk="1" fontAlgn="base" hangingPunct="1">
                        <a:spcAft>
                          <a:spcPts val="0"/>
                        </a:spcAft>
                        <a:buClr>
                          <a:schemeClr val="tx2"/>
                        </a:buClr>
                        <a:buSzPct val="85000"/>
                        <a:buFont typeface="Wingdings" pitchFamily="2" charset="2"/>
                        <a:buChar char="§"/>
                      </a:pPr>
                      <a:r>
                        <a:rPr lang="en-CA" sz="1600" kern="1200" noProof="0" dirty="0">
                          <a:solidFill>
                            <a:schemeClr val="tx2"/>
                          </a:solidFill>
                        </a:rPr>
                        <a:t>Next Step 3</a:t>
                      </a:r>
                      <a:endParaRPr lang="en-CA" sz="1600" kern="1200" noProof="0" dirty="0">
                        <a:solidFill>
                          <a:schemeClr val="tx2"/>
                        </a:solidFill>
                        <a:latin typeface="+mn-lt"/>
                        <a:ea typeface="+mn-ea"/>
                        <a:cs typeface="+mn-cs"/>
                      </a:endParaRPr>
                    </a:p>
                  </a:txBody>
                  <a:tcPr marL="0" marR="0" marT="42863" marB="42863" anchor="ctr">
                    <a:lnL>
                      <a:noFill/>
                    </a:lnL>
                    <a:lnR w="12700" cap="flat" cmpd="sng" algn="ctr">
                      <a:solidFill>
                        <a:schemeClr val="bg1"/>
                      </a:solidFill>
                      <a:prstDash val="solid"/>
                      <a:round/>
                      <a:headEnd type="none" w="med" len="med"/>
                      <a:tailEnd type="none" w="med" len="med"/>
                    </a:lnR>
                  </a:tcPr>
                </a:tc>
                <a:tc>
                  <a:txBody>
                    <a:bodyPr/>
                    <a:lstStyle/>
                    <a:p>
                      <a:pPr algn="l"/>
                      <a:r>
                        <a:rPr lang="en-CA" sz="1600" noProof="0" dirty="0">
                          <a:solidFill>
                            <a:schemeClr val="tx2"/>
                          </a:solidFill>
                        </a:rPr>
                        <a:t>Name</a:t>
                      </a:r>
                      <a:endParaRPr lang="en-CA" sz="1600" noProof="0" dirty="0">
                        <a:solidFill>
                          <a:schemeClr val="tx2"/>
                        </a:solidFill>
                        <a:latin typeface="+mn-lt"/>
                        <a:cs typeface="+mn-cs"/>
                      </a:endParaRPr>
                    </a:p>
                  </a:txBody>
                  <a:tcPr marL="108000" marR="85725" marT="42863" marB="42863"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sz="1600" noProof="0" dirty="0">
                          <a:solidFill>
                            <a:schemeClr val="tx2"/>
                          </a:solidFill>
                        </a:rPr>
                        <a:t>Date</a:t>
                      </a:r>
                      <a:endParaRPr lang="en-CA" sz="1600" noProof="0" dirty="0">
                        <a:solidFill>
                          <a:schemeClr val="tx2"/>
                        </a:solidFill>
                        <a:latin typeface="+mn-lt"/>
                        <a:cs typeface="+mn-cs"/>
                      </a:endParaRPr>
                    </a:p>
                  </a:txBody>
                  <a:tcPr marL="108000" marR="85725" marT="42863" marB="42863" anchor="ctr">
                    <a:lnL w="12700" cap="flat" cmpd="sng" algn="ctr">
                      <a:solidFill>
                        <a:schemeClr val="bg1"/>
                      </a:solidFill>
                      <a:prstDash val="solid"/>
                      <a:round/>
                      <a:headEnd type="none" w="med" len="med"/>
                      <a:tailEnd type="none" w="med" len="med"/>
                    </a:lnL>
                    <a:lnR>
                      <a:noFill/>
                    </a:lnR>
                  </a:tcPr>
                </a:tc>
                <a:extLst>
                  <a:ext uri="{0D108BD9-81ED-4DB2-BD59-A6C34878D82A}">
                    <a16:rowId xmlns:a16="http://schemas.microsoft.com/office/drawing/2014/main" val="10003"/>
                  </a:ext>
                </a:extLst>
              </a:tr>
              <a:tr h="498648">
                <a:tc>
                  <a:txBody>
                    <a:bodyPr/>
                    <a:lstStyle/>
                    <a:p>
                      <a:pPr marL="432000" indent="-234000" algn="l" defTabSz="652820" rtl="0" eaLnBrk="1" fontAlgn="base" hangingPunct="1">
                        <a:spcAft>
                          <a:spcPts val="0"/>
                        </a:spcAft>
                        <a:buClr>
                          <a:schemeClr val="tx2"/>
                        </a:buClr>
                        <a:buSzPct val="85000"/>
                        <a:buFont typeface="Wingdings" pitchFamily="2" charset="2"/>
                        <a:buChar char="§"/>
                      </a:pPr>
                      <a:r>
                        <a:rPr lang="en-CA" sz="1600" kern="1200" noProof="0" dirty="0">
                          <a:solidFill>
                            <a:schemeClr val="tx2"/>
                          </a:solidFill>
                        </a:rPr>
                        <a:t>Next Step 4</a:t>
                      </a:r>
                      <a:endParaRPr lang="en-CA" sz="1600" kern="1200" noProof="0" dirty="0">
                        <a:solidFill>
                          <a:schemeClr val="tx2"/>
                        </a:solidFill>
                        <a:latin typeface="+mn-lt"/>
                        <a:ea typeface="+mn-ea"/>
                        <a:cs typeface="+mn-cs"/>
                      </a:endParaRPr>
                    </a:p>
                  </a:txBody>
                  <a:tcPr marL="0" marR="0" marT="42863" marB="42863" anchor="ctr">
                    <a:lnL>
                      <a:noFill/>
                    </a:lnL>
                    <a:lnR w="12700" cap="flat" cmpd="sng" algn="ctr">
                      <a:solidFill>
                        <a:schemeClr val="bg1"/>
                      </a:solidFill>
                      <a:prstDash val="solid"/>
                      <a:round/>
                      <a:headEnd type="none" w="med" len="med"/>
                      <a:tailEnd type="none" w="med" len="med"/>
                    </a:lnR>
                  </a:tcPr>
                </a:tc>
                <a:tc>
                  <a:txBody>
                    <a:bodyPr/>
                    <a:lstStyle/>
                    <a:p>
                      <a:pPr algn="l"/>
                      <a:r>
                        <a:rPr lang="en-CA" sz="1600" noProof="0" dirty="0">
                          <a:solidFill>
                            <a:schemeClr val="tx2"/>
                          </a:solidFill>
                        </a:rPr>
                        <a:t>Name</a:t>
                      </a:r>
                      <a:endParaRPr lang="en-CA" sz="1600" noProof="0" dirty="0">
                        <a:solidFill>
                          <a:schemeClr val="tx2"/>
                        </a:solidFill>
                        <a:latin typeface="+mn-lt"/>
                        <a:cs typeface="+mn-cs"/>
                      </a:endParaRPr>
                    </a:p>
                  </a:txBody>
                  <a:tcPr marL="108000" marR="85725" marT="42863" marB="42863"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marL="0" marR="0" lvl="0" indent="0" algn="l" defTabSz="653026" rtl="0" eaLnBrk="1" fontAlgn="auto" latinLnBrk="0" hangingPunct="1">
                        <a:lnSpc>
                          <a:spcPct val="100000"/>
                        </a:lnSpc>
                        <a:spcBef>
                          <a:spcPts val="0"/>
                        </a:spcBef>
                        <a:spcAft>
                          <a:spcPts val="0"/>
                        </a:spcAft>
                        <a:buClrTx/>
                        <a:buSzTx/>
                        <a:buFontTx/>
                        <a:buNone/>
                        <a:tabLst/>
                        <a:defRPr/>
                      </a:pPr>
                      <a:r>
                        <a:rPr lang="en-CA" sz="1600" noProof="0" dirty="0">
                          <a:solidFill>
                            <a:schemeClr val="tx2"/>
                          </a:solidFill>
                        </a:rPr>
                        <a:t>Date</a:t>
                      </a:r>
                      <a:endParaRPr lang="en-CA" sz="1600" noProof="0" dirty="0">
                        <a:solidFill>
                          <a:schemeClr val="tx2"/>
                        </a:solidFill>
                        <a:latin typeface="+mn-lt"/>
                        <a:cs typeface="+mn-cs"/>
                      </a:endParaRPr>
                    </a:p>
                  </a:txBody>
                  <a:tcPr marL="108000" marR="85725" marT="42863" marB="42863" anchor="ctr">
                    <a:lnL w="12700" cap="flat" cmpd="sng" algn="ctr">
                      <a:solidFill>
                        <a:schemeClr val="bg1"/>
                      </a:solidFill>
                      <a:prstDash val="solid"/>
                      <a:round/>
                      <a:headEnd type="none" w="med" len="med"/>
                      <a:tailEnd type="none" w="med" len="med"/>
                    </a:lnL>
                    <a:lnR>
                      <a:noFill/>
                    </a:lnR>
                  </a:tcPr>
                </a:tc>
                <a:extLst>
                  <a:ext uri="{0D108BD9-81ED-4DB2-BD59-A6C34878D82A}">
                    <a16:rowId xmlns:a16="http://schemas.microsoft.com/office/drawing/2014/main" val="10004"/>
                  </a:ext>
                </a:extLst>
              </a:tr>
              <a:tr h="498648">
                <a:tc>
                  <a:txBody>
                    <a:bodyPr/>
                    <a:lstStyle/>
                    <a:p>
                      <a:pPr marL="432000" indent="-234000" algn="l" defTabSz="652820" rtl="0" eaLnBrk="1" fontAlgn="base" hangingPunct="1">
                        <a:spcAft>
                          <a:spcPts val="0"/>
                        </a:spcAft>
                        <a:buClr>
                          <a:schemeClr val="tx2"/>
                        </a:buClr>
                        <a:buSzPct val="85000"/>
                        <a:buFont typeface="Wingdings" pitchFamily="2" charset="2"/>
                        <a:buChar char="§"/>
                      </a:pPr>
                      <a:r>
                        <a:rPr lang="en-CA" sz="1600" kern="1200" noProof="0" dirty="0">
                          <a:solidFill>
                            <a:schemeClr val="tx2"/>
                          </a:solidFill>
                        </a:rPr>
                        <a:t>…</a:t>
                      </a:r>
                      <a:endParaRPr lang="en-CA" sz="1600" kern="1200" noProof="0" dirty="0">
                        <a:solidFill>
                          <a:schemeClr val="tx2"/>
                        </a:solidFill>
                        <a:latin typeface="+mn-lt"/>
                        <a:ea typeface="+mn-ea"/>
                        <a:cs typeface="+mn-cs"/>
                      </a:endParaRPr>
                    </a:p>
                  </a:txBody>
                  <a:tcPr marL="0" marR="0" marT="42863" marB="42863" anchor="ctr">
                    <a:lnL>
                      <a:noFill/>
                    </a:lnL>
                    <a:lnR w="12700" cap="flat" cmpd="sng" algn="ctr">
                      <a:solidFill>
                        <a:schemeClr val="bg1"/>
                      </a:solidFill>
                      <a:prstDash val="solid"/>
                      <a:round/>
                      <a:headEnd type="none" w="med" len="med"/>
                      <a:tailEnd type="none" w="med" len="med"/>
                    </a:lnR>
                    <a:lnB w="12700" cmpd="sng">
                      <a:noFill/>
                    </a:lnB>
                  </a:tcPr>
                </a:tc>
                <a:tc>
                  <a:txBody>
                    <a:bodyPr/>
                    <a:lstStyle/>
                    <a:p>
                      <a:pPr marL="0" marR="0" lvl="0" indent="0" algn="l" defTabSz="653026" rtl="0" eaLnBrk="1" fontAlgn="auto" latinLnBrk="0" hangingPunct="1">
                        <a:lnSpc>
                          <a:spcPct val="100000"/>
                        </a:lnSpc>
                        <a:spcBef>
                          <a:spcPts val="0"/>
                        </a:spcBef>
                        <a:spcAft>
                          <a:spcPts val="0"/>
                        </a:spcAft>
                        <a:buClrTx/>
                        <a:buSzTx/>
                        <a:buFontTx/>
                        <a:buNone/>
                        <a:tabLst/>
                        <a:defRPr/>
                      </a:pPr>
                      <a:endParaRPr lang="en-CA" sz="1600" noProof="0" dirty="0">
                        <a:solidFill>
                          <a:schemeClr val="tx2"/>
                        </a:solidFill>
                        <a:latin typeface="+mn-lt"/>
                        <a:cs typeface="+mn-cs"/>
                      </a:endParaRPr>
                    </a:p>
                  </a:txBody>
                  <a:tcPr marL="108000" marR="85725" marT="42863" marB="42863"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mpd="sng">
                      <a:noFill/>
                    </a:lnB>
                  </a:tcPr>
                </a:tc>
                <a:tc>
                  <a:txBody>
                    <a:bodyPr/>
                    <a:lstStyle/>
                    <a:p>
                      <a:pPr marL="0" marR="0" lvl="0" indent="0" algn="l" defTabSz="653026" rtl="0" eaLnBrk="1" fontAlgn="auto" latinLnBrk="0" hangingPunct="1">
                        <a:lnSpc>
                          <a:spcPct val="100000"/>
                        </a:lnSpc>
                        <a:spcBef>
                          <a:spcPts val="0"/>
                        </a:spcBef>
                        <a:spcAft>
                          <a:spcPts val="0"/>
                        </a:spcAft>
                        <a:buClrTx/>
                        <a:buSzTx/>
                        <a:buFontTx/>
                        <a:buNone/>
                        <a:tabLst/>
                        <a:defRPr/>
                      </a:pPr>
                      <a:endParaRPr lang="en-CA" sz="1600" noProof="0" dirty="0">
                        <a:solidFill>
                          <a:schemeClr val="tx2"/>
                        </a:solidFill>
                        <a:latin typeface="+mn-lt"/>
                        <a:cs typeface="+mn-cs"/>
                      </a:endParaRPr>
                    </a:p>
                  </a:txBody>
                  <a:tcPr marL="108000" marR="85725" marT="42863" marB="42863" anchor="ctr">
                    <a:lnL w="12700" cap="flat" cmpd="sng" algn="ctr">
                      <a:solidFill>
                        <a:schemeClr val="bg1"/>
                      </a:solidFill>
                      <a:prstDash val="solid"/>
                      <a:round/>
                      <a:headEnd type="none" w="med" len="med"/>
                      <a:tailEnd type="none" w="med" len="med"/>
                    </a:lnL>
                    <a:lnR>
                      <a:noFill/>
                    </a:lnR>
                    <a:lnB w="12700" cmpd="sng">
                      <a:noFill/>
                    </a:lnB>
                  </a:tcPr>
                </a:tc>
                <a:extLst>
                  <a:ext uri="{0D108BD9-81ED-4DB2-BD59-A6C34878D82A}">
                    <a16:rowId xmlns:a16="http://schemas.microsoft.com/office/drawing/2014/main" val="10005"/>
                  </a:ext>
                </a:extLst>
              </a:tr>
            </a:tbl>
          </a:graphicData>
        </a:graphic>
      </p:graphicFrame>
      <p:sp>
        <p:nvSpPr>
          <p:cNvPr id="16" name="Espace réservé du texte 15">
            <a:extLst>
              <a:ext uri="{FF2B5EF4-FFF2-40B4-BE49-F238E27FC236}">
                <a16:creationId xmlns:a16="http://schemas.microsoft.com/office/drawing/2014/main" id="{7C8395D5-A340-CF1B-74C2-FA2C6B601FFB}"/>
              </a:ext>
            </a:extLst>
          </p:cNvPr>
          <p:cNvSpPr>
            <a:spLocks noGrp="1"/>
          </p:cNvSpPr>
          <p:nvPr>
            <p:ph type="body" sz="quarter" idx="15"/>
          </p:nvPr>
        </p:nvSpPr>
        <p:spPr/>
        <p:txBody>
          <a:bodyPr/>
          <a:lstStyle/>
          <a:p>
            <a:endParaRPr lang="en-CA" dirty="0"/>
          </a:p>
        </p:txBody>
      </p:sp>
    </p:spTree>
    <p:extLst>
      <p:ext uri="{BB962C8B-B14F-4D97-AF65-F5344CB8AC3E}">
        <p14:creationId xmlns:p14="http://schemas.microsoft.com/office/powerpoint/2010/main" val="1900593020"/>
      </p:ext>
    </p:extLst>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ous-titre 9">
            <a:extLst>
              <a:ext uri="{FF2B5EF4-FFF2-40B4-BE49-F238E27FC236}">
                <a16:creationId xmlns:a16="http://schemas.microsoft.com/office/drawing/2014/main" id="{D123CF0F-E062-4ECC-8578-EA7517D2D626}"/>
              </a:ext>
            </a:extLst>
          </p:cNvPr>
          <p:cNvSpPr>
            <a:spLocks noGrp="1"/>
          </p:cNvSpPr>
          <p:nvPr>
            <p:ph type="subTitle" idx="1"/>
          </p:nvPr>
        </p:nvSpPr>
        <p:spPr/>
        <p:txBody>
          <a:bodyPr/>
          <a:lstStyle/>
          <a:p>
            <a:endParaRPr lang="en-CA" dirty="0"/>
          </a:p>
        </p:txBody>
      </p:sp>
      <p:sp>
        <p:nvSpPr>
          <p:cNvPr id="3" name="Titre 2">
            <a:extLst>
              <a:ext uri="{FF2B5EF4-FFF2-40B4-BE49-F238E27FC236}">
                <a16:creationId xmlns:a16="http://schemas.microsoft.com/office/drawing/2014/main" id="{552C7EB2-BAFC-4C72-9AC0-B44D35264660}"/>
              </a:ext>
            </a:extLst>
          </p:cNvPr>
          <p:cNvSpPr>
            <a:spLocks noGrp="1"/>
          </p:cNvSpPr>
          <p:nvPr>
            <p:ph type="ctrTitle"/>
          </p:nvPr>
        </p:nvSpPr>
        <p:spPr/>
        <p:txBody>
          <a:bodyPr/>
          <a:lstStyle/>
          <a:p>
            <a:r>
              <a:rPr lang="en-CA" dirty="0"/>
              <a:t>Thank you!</a:t>
            </a:r>
          </a:p>
        </p:txBody>
      </p:sp>
    </p:spTree>
    <p:extLst>
      <p:ext uri="{BB962C8B-B14F-4D97-AF65-F5344CB8AC3E}">
        <p14:creationId xmlns:p14="http://schemas.microsoft.com/office/powerpoint/2010/main" val="3289805125"/>
      </p:ext>
    </p:extLst>
  </p:cSld>
  <p:clrMapOvr>
    <a:masterClrMapping/>
  </p:clrMapOvr>
  <p:transition spd="med">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fe7S65xNREeVGFIbxOhcbA"/>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fe7S65xNREeVGFIbxOhcbA"/>
</p:tagLst>
</file>

<file path=ppt/tags/tag3.xml><?xml version="1.0" encoding="utf-8"?>
<p:tagLst xmlns:a="http://schemas.openxmlformats.org/drawingml/2006/main" xmlns:r="http://schemas.openxmlformats.org/officeDocument/2006/relationships" xmlns:p="http://schemas.openxmlformats.org/presentationml/2006/main">
  <p:tag name="NUM" val="6"/>
</p:tagLst>
</file>

<file path=ppt/tags/tag4.xml><?xml version="1.0" encoding="utf-8"?>
<p:tagLst xmlns:a="http://schemas.openxmlformats.org/drawingml/2006/main" xmlns:r="http://schemas.openxmlformats.org/officeDocument/2006/relationships" xmlns:p="http://schemas.openxmlformats.org/presentationml/2006/main">
  <p:tag name="NUM" val="6"/>
</p:tagLst>
</file>

<file path=ppt/tags/tag5.xml><?xml version="1.0" encoding="utf-8"?>
<p:tagLst xmlns:a="http://schemas.openxmlformats.org/drawingml/2006/main" xmlns:r="http://schemas.openxmlformats.org/officeDocument/2006/relationships" xmlns:p="http://schemas.openxmlformats.org/presentationml/2006/main">
  <p:tag name="NUM" val="6"/>
</p:tagLst>
</file>

<file path=ppt/tags/tag6.xml><?xml version="1.0" encoding="utf-8"?>
<p:tagLst xmlns:a="http://schemas.openxmlformats.org/drawingml/2006/main" xmlns:r="http://schemas.openxmlformats.org/officeDocument/2006/relationships" xmlns:p="http://schemas.openxmlformats.org/presentationml/2006/main">
  <p:tag name="NUM" val="6"/>
</p:tagLst>
</file>

<file path=ppt/tags/tag7.xml><?xml version="1.0" encoding="utf-8"?>
<p:tagLst xmlns:a="http://schemas.openxmlformats.org/drawingml/2006/main" xmlns:r="http://schemas.openxmlformats.org/officeDocument/2006/relationships" xmlns:p="http://schemas.openxmlformats.org/presentationml/2006/main">
  <p:tag name="NUM" val="6"/>
</p:tagLst>
</file>

<file path=ppt/tags/tag8.xml><?xml version="1.0" encoding="utf-8"?>
<p:tagLst xmlns:a="http://schemas.openxmlformats.org/drawingml/2006/main" xmlns:r="http://schemas.openxmlformats.org/officeDocument/2006/relationships" xmlns:p="http://schemas.openxmlformats.org/presentationml/2006/main">
  <p:tag name="NUM" val="6"/>
</p:tagLst>
</file>

<file path=ppt/theme/theme1.xml><?xml version="1.0" encoding="utf-8"?>
<a:theme xmlns:a="http://schemas.openxmlformats.org/drawingml/2006/main" name="CAE 16/9 template June 2022 by PrezExpert">
  <a:themeElements>
    <a:clrScheme name="CAE">
      <a:dk1>
        <a:srgbClr val="000000"/>
      </a:dk1>
      <a:lt1>
        <a:srgbClr val="FFFFFF"/>
      </a:lt1>
      <a:dk2>
        <a:srgbClr val="06103D"/>
      </a:dk2>
      <a:lt2>
        <a:srgbClr val="E3E3E3"/>
      </a:lt2>
      <a:accent1>
        <a:srgbClr val="06103D"/>
      </a:accent1>
      <a:accent2>
        <a:srgbClr val="2969F2"/>
      </a:accent2>
      <a:accent3>
        <a:srgbClr val="777777"/>
      </a:accent3>
      <a:accent4>
        <a:srgbClr val="ADADAD"/>
      </a:accent4>
      <a:accent5>
        <a:srgbClr val="E3E3E3"/>
      </a:accent5>
      <a:accent6>
        <a:srgbClr val="B4F62A"/>
      </a:accent6>
      <a:hlink>
        <a:srgbClr val="06103D"/>
      </a:hlink>
      <a:folHlink>
        <a:srgbClr val="77777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ln>
      </a:spPr>
      <a:bodyPr lIns="144000" tIns="72000" rIns="144000" bIns="72000" rtlCol="0" anchor="ctr"/>
      <a:lstStyle>
        <a:defPPr algn="ctr">
          <a:spcBef>
            <a:spcPts val="800"/>
          </a:spcBef>
          <a:defRPr sz="1600" b="1" dirty="0" smtClean="0">
            <a:solidFill>
              <a:schemeClr val="bg1"/>
            </a:solidFill>
            <a:latin typeface="+mj-lt"/>
          </a:defRPr>
        </a:defPPr>
      </a:lstStyle>
    </a:spDef>
    <a:lnDef>
      <a:spPr>
        <a:ln w="1905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Bef>
            <a:spcPts val="1400"/>
          </a:spcBef>
          <a:defRPr sz="2200" dirty="0" smtClean="0">
            <a:solidFill>
              <a:schemeClr val="tx2"/>
            </a:solidFill>
            <a:latin typeface="+mn-lt"/>
          </a:defRPr>
        </a:defPPr>
      </a:lstStyle>
    </a:txDef>
  </a:objectDefaults>
  <a:extraClrSchemeLst/>
  <a:custClrLst>
    <a:custClr name="Yellow">
      <a:srgbClr val="F59B40"/>
    </a:custClr>
    <a:custClr name="Orange">
      <a:srgbClr val="F55C38"/>
    </a:custClr>
    <a:custClr name="Teal">
      <a:srgbClr val="1ED4B2"/>
    </a:custClr>
    <a:custClr name="Turqoise">
      <a:srgbClr val="31C6DE"/>
    </a:custClr>
    <a:custClr name="Indigo">
      <a:srgbClr val="4C41BB"/>
    </a:custClr>
    <a:custClr name="Pink">
      <a:srgbClr val="E23E90"/>
    </a:custClr>
    <a:custClr name="BLANK">
      <a:srgbClr val="FFFFFF"/>
    </a:custClr>
    <a:custClr name="BLANK">
      <a:srgbClr val="FFFFFF"/>
    </a:custClr>
    <a:custClr name="BLANK">
      <a:srgbClr val="FFFFFF"/>
    </a:custClr>
    <a:custClr name="BLANK">
      <a:srgbClr val="FFFFFF"/>
    </a:custClr>
    <a:custClr name="Dashboard - Red">
      <a:srgbClr val="FF0000"/>
    </a:custClr>
    <a:custClr name="Dashboard - Yellow">
      <a:srgbClr val="FFFF00"/>
    </a:custClr>
    <a:custClr name="Dashboard - Green">
      <a:srgbClr val="00B050"/>
    </a:custClr>
  </a:custClrLst>
  <a:extLst>
    <a:ext uri="{05A4C25C-085E-4340-85A3-A5531E510DB2}">
      <thm15:themeFamily xmlns:thm15="http://schemas.microsoft.com/office/thememl/2012/main" name="CAE Template 16-9 ENG June 2022" id="{9A6B6E24-E6BE-4B38-B50C-CC043C9421B7}" vid="{F3BF8BBD-4A7F-4770-ADD3-FA4E75047700}"/>
    </a:ext>
  </a:extLst>
</a:theme>
</file>

<file path=ppt/theme/theme2.xml><?xml version="1.0" encoding="utf-8"?>
<a:theme xmlns:a="http://schemas.openxmlformats.org/drawingml/2006/main" name="Office Theme">
  <a:themeElements>
    <a:clrScheme name="CAE">
      <a:dk1>
        <a:srgbClr val="000000"/>
      </a:dk1>
      <a:lt1>
        <a:srgbClr val="FFFFFF"/>
      </a:lt1>
      <a:dk2>
        <a:srgbClr val="06103D"/>
      </a:dk2>
      <a:lt2>
        <a:srgbClr val="E3E3E3"/>
      </a:lt2>
      <a:accent1>
        <a:srgbClr val="06103D"/>
      </a:accent1>
      <a:accent2>
        <a:srgbClr val="2969F2"/>
      </a:accent2>
      <a:accent3>
        <a:srgbClr val="777777"/>
      </a:accent3>
      <a:accent4>
        <a:srgbClr val="ADADAD"/>
      </a:accent4>
      <a:accent5>
        <a:srgbClr val="E3E3E3"/>
      </a:accent5>
      <a:accent6>
        <a:srgbClr val="B4F62A"/>
      </a:accent6>
      <a:hlink>
        <a:srgbClr val="06103D"/>
      </a:hlink>
      <a:folHlink>
        <a:srgbClr val="77777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CAE">
      <a:dk1>
        <a:srgbClr val="000000"/>
      </a:dk1>
      <a:lt1>
        <a:srgbClr val="FFFFFF"/>
      </a:lt1>
      <a:dk2>
        <a:srgbClr val="06103D"/>
      </a:dk2>
      <a:lt2>
        <a:srgbClr val="E3E3E3"/>
      </a:lt2>
      <a:accent1>
        <a:srgbClr val="06103D"/>
      </a:accent1>
      <a:accent2>
        <a:srgbClr val="2969F2"/>
      </a:accent2>
      <a:accent3>
        <a:srgbClr val="777777"/>
      </a:accent3>
      <a:accent4>
        <a:srgbClr val="ADADAD"/>
      </a:accent4>
      <a:accent5>
        <a:srgbClr val="E3E3E3"/>
      </a:accent5>
      <a:accent6>
        <a:srgbClr val="B4F62A"/>
      </a:accent6>
      <a:hlink>
        <a:srgbClr val="06103D"/>
      </a:hlink>
      <a:folHlink>
        <a:srgbClr val="77777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7EE6BE8E9D62A489E89088165552537" ma:contentTypeVersion="24" ma:contentTypeDescription="Crée un document." ma:contentTypeScope="" ma:versionID="b6e79fb57e8b337a80aca9d2ffe78a39">
  <xsd:schema xmlns:xsd="http://www.w3.org/2001/XMLSchema" xmlns:xs="http://www.w3.org/2001/XMLSchema" xmlns:p="http://schemas.microsoft.com/office/2006/metadata/properties" xmlns:ns2="9de35825-77e6-4d9d-bbc7-7a2b5e5c6d68" xmlns:ns3="12cd23af-3e52-4056-a2c9-5961a2704e29" xmlns:ns4="716d1e58-2f47-4028-a3d3-4ae2fbcdb48c" targetNamespace="http://schemas.microsoft.com/office/2006/metadata/properties" ma:root="true" ma:fieldsID="20b0d5f51d9cacfb2f0d99e0098bfc67" ns2:_="" ns3:_="" ns4:_="">
    <xsd:import namespace="9de35825-77e6-4d9d-bbc7-7a2b5e5c6d68"/>
    <xsd:import namespace="12cd23af-3e52-4056-a2c9-5961a2704e29"/>
    <xsd:import namespace="716d1e58-2f47-4028-a3d3-4ae2fbcdb48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3:TaxCatchAll" minOccurs="0"/>
                <xsd:element ref="ns2:MediaServiceAutoKeyPoints" minOccurs="0"/>
                <xsd:element ref="ns2:MediaServiceKeyPoints" minOccurs="0"/>
                <xsd:element ref="ns2:MediaServiceDateTaken" minOccurs="0"/>
                <xsd:element ref="ns2:MediaLengthInSeconds" minOccurs="0"/>
                <xsd:element ref="ns4:SharedWithUsers" minOccurs="0"/>
                <xsd:element ref="ns4:SharedWithDetails" minOccurs="0"/>
                <xsd:element ref="ns2:lcf76f155ced4ddcb4097134ff3c332f"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de35825-77e6-4d9d-bbc7-7a2b5e5c6d6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Balises d’images" ma:readOnly="false" ma:fieldId="{5cf76f15-5ced-4ddc-b409-7134ff3c332f}" ma:taxonomyMulti="true" ma:sspId="42dac91e-569b-4c3a-829b-3856784e6b5e"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2cd23af-3e52-4056-a2c9-5961a2704e29"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b2d30fd-74c4-4107-a3e6-a9ccb0e97e32}" ma:internalName="TaxCatchAll" ma:showField="CatchAllData" ma:web="716d1e58-2f47-4028-a3d3-4ae2fbcdb48c">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716d1e58-2f47-4028-a3d3-4ae2fbcdb48c" elementFormDefault="qualified">
    <xsd:import namespace="http://schemas.microsoft.com/office/2006/documentManagement/types"/>
    <xsd:import namespace="http://schemas.microsoft.com/office/infopath/2007/PartnerControls"/>
    <xsd:element name="SharedWithUsers" ma:index="19"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de35825-77e6-4d9d-bbc7-7a2b5e5c6d68">
      <Terms xmlns="http://schemas.microsoft.com/office/infopath/2007/PartnerControls"/>
    </lcf76f155ced4ddcb4097134ff3c332f>
    <TaxCatchAll xmlns="12cd23af-3e52-4056-a2c9-5961a2704e29" xsi:nil="true"/>
    <SharedWithUsers xmlns="716d1e58-2f47-4028-a3d3-4ae2fbcdb48c">
      <UserInfo>
        <DisplayName>Brian Carroll</DisplayName>
        <AccountId>14729</AccountId>
        <AccountType/>
      </UserInfo>
      <UserInfo>
        <DisplayName>Zoe McFarlane</DisplayName>
        <AccountId>15587</AccountId>
        <AccountType/>
      </UserInfo>
    </SharedWithUsers>
  </documentManagement>
</p:properties>
</file>

<file path=customXml/itemProps1.xml><?xml version="1.0" encoding="utf-8"?>
<ds:datastoreItem xmlns:ds="http://schemas.openxmlformats.org/officeDocument/2006/customXml" ds:itemID="{64EFE215-81A3-4C14-BE9D-72E910C09076}">
  <ds:schemaRefs>
    <ds:schemaRef ds:uri="http://schemas.microsoft.com/sharepoint/v3/contenttype/forms"/>
  </ds:schemaRefs>
</ds:datastoreItem>
</file>

<file path=customXml/itemProps2.xml><?xml version="1.0" encoding="utf-8"?>
<ds:datastoreItem xmlns:ds="http://schemas.openxmlformats.org/officeDocument/2006/customXml" ds:itemID="{EAE5B946-159A-45A6-AE2B-1386A265E22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de35825-77e6-4d9d-bbc7-7a2b5e5c6d68"/>
    <ds:schemaRef ds:uri="12cd23af-3e52-4056-a2c9-5961a2704e29"/>
    <ds:schemaRef ds:uri="716d1e58-2f47-4028-a3d3-4ae2fbcdb48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CD1F8C9-82F8-483F-A912-C55C6D1EE1CD}">
  <ds:schemaRefs>
    <ds:schemaRef ds:uri="http://schemas.microsoft.com/office/2006/metadata/properties"/>
    <ds:schemaRef ds:uri="http://schemas.microsoft.com/office/infopath/2007/PartnerControls"/>
    <ds:schemaRef ds:uri="6f0f924d-3b23-4bc6-b8dc-0dca4638f2fa"/>
    <ds:schemaRef ds:uri="246fbce1-8aee-44da-82bf-cee02528b3e7"/>
    <ds:schemaRef ds:uri="9de35825-77e6-4d9d-bbc7-7a2b5e5c6d68"/>
    <ds:schemaRef ds:uri="12cd23af-3e52-4056-a2c9-5961a2704e29"/>
    <ds:schemaRef ds:uri="716d1e58-2f47-4028-a3d3-4ae2fbcdb48c"/>
  </ds:schemaRefs>
</ds:datastoreItem>
</file>

<file path=docProps/app.xml><?xml version="1.0" encoding="utf-8"?>
<Properties xmlns="http://schemas.openxmlformats.org/officeDocument/2006/extended-properties" xmlns:vt="http://schemas.openxmlformats.org/officeDocument/2006/docPropsVTypes">
  <Template>CAE Template 16-9 ENG June 2022 (7)</Template>
  <TotalTime>85</TotalTime>
  <Words>1085</Words>
  <Application>Microsoft Office PowerPoint</Application>
  <PresentationFormat>Widescreen</PresentationFormat>
  <Paragraphs>263</Paragraphs>
  <Slides>22</Slides>
  <Notes>22</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CAE 16/9 template June 2022 by PrezExpert</vt:lpstr>
      <vt:lpstr>PowerPoint Presentation</vt:lpstr>
      <vt:lpstr>Content</vt:lpstr>
      <vt:lpstr>This template provides 61 programmed layouts  that will save you time when creating new pages</vt:lpstr>
      <vt:lpstr>Make efficient use  of placeholders</vt:lpstr>
      <vt:lpstr>7 levels of text have been pre-set to provide  maximum flexibility</vt:lpstr>
      <vt:lpstr>PowerPoint Presentation</vt:lpstr>
      <vt:lpstr>Use images and icons to create more visual presentations</vt:lpstr>
      <vt:lpstr>Content</vt:lpstr>
      <vt:lpstr>Recommended shapes for callouts and impact pointers</vt:lpstr>
      <vt:lpstr>Stacked bar chart with legend on the left</vt:lpstr>
      <vt:lpstr>Bar chart</vt:lpstr>
      <vt:lpstr>Table optimized for bullets </vt:lpstr>
      <vt:lpstr>Table optimized for numbers</vt:lpstr>
      <vt:lpstr>Process diagram in 3 steps</vt:lpstr>
      <vt:lpstr>Process diagram in 4 steps</vt:lpstr>
      <vt:lpstr>Timeline with categories</vt:lpstr>
      <vt:lpstr>CAE 8 pillars  of strength</vt:lpstr>
      <vt:lpstr>PowerPoint Presentation</vt:lpstr>
      <vt:lpstr>PowerPoint Presentation</vt:lpstr>
      <vt:lpstr>Conclusion</vt:lpstr>
      <vt:lpstr>Next Steps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Jason Joubert</dc:creator>
  <cp:lastModifiedBy>Jason Joubert</cp:lastModifiedBy>
  <cp:revision>28</cp:revision>
  <dcterms:created xsi:type="dcterms:W3CDTF">2024-02-07T14:13:23Z</dcterms:created>
  <dcterms:modified xsi:type="dcterms:W3CDTF">2026-09-02T18:22:03Z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0x01010027EE6BE8E9D62A489E89088165552537</vt:lpwstr>
  </property>
  <property fmtid="{D5CDD505-2E9C-101B-9397-08002B2CF9AE}" pid="3" name="NXPowerLiteLastOptimized">
    <vt:lpwstr>8554233</vt:lpwstr>
  </property>
  <property fmtid="{D5CDD505-2E9C-101B-9397-08002B2CF9AE}" pid="4" name="NXPowerLiteSettings">
    <vt:lpwstr>C980073804F000</vt:lpwstr>
  </property>
  <property fmtid="{D5CDD505-2E9C-101B-9397-08002B2CF9AE}" pid="5" name="NXPowerLiteVersion">
    <vt:lpwstr>D8.0.11</vt:lpwstr>
  </property>
  <property fmtid="{D5CDD505-2E9C-101B-9397-08002B2CF9AE}" pid="6" name="MediaServiceImageTags">
    <vt:lpwstr/>
  </property>
</Properties>
</file>